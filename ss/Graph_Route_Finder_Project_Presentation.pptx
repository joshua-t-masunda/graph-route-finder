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6" r:id="rId3"/>
    <p:sldId id="257" r:id="rId4"/>
    <p:sldId id="268" r:id="rId5"/>
    <p:sldId id="267" r:id="rId6"/>
    <p:sldId id="258" r:id="rId7"/>
    <p:sldId id="259" r:id="rId8"/>
    <p:sldId id="260" r:id="rId9"/>
    <p:sldId id="261" r:id="rId10"/>
    <p:sldId id="262" r:id="rId11"/>
    <p:sldId id="263" r:id="rId12"/>
    <p:sldId id="264" r:id="rId13"/>
    <p:sldId id="265"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0122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813D5-A287-3D31-906F-40B4788D9A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8921C8-EF8E-AC29-3B0D-0E9535E565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0EE602-0E96-AB27-667E-F7141EDFF1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7A1C49-ADF7-9CEB-BDA1-3CD39711A721}"/>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594499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FA34E-4AF7-AAD2-631D-8790B5822A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896C2-7BF4-3433-B414-D2770314F2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6E82DB-F941-AD5E-3CC9-FE2C80588F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758F4D-AE51-62E9-252D-1F6EA2361012}"/>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3260913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1D654-5A34-1A8F-6D62-812429D467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2FCBA7-EBD4-6120-B621-256A9400CD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BBE150-2268-DC3A-3B5A-E25761C547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58406F-6C34-D35A-FA25-AC04DC70BD1F}"/>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574523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66928" y="713232"/>
            <a:ext cx="6583680" cy="676656"/>
          </a:xfrm>
          <a:prstGeom prst="rect">
            <a:avLst/>
          </a:prstGeom>
          <a:noFill/>
          <a:ln/>
        </p:spPr>
        <p:txBody>
          <a:bodyPr wrap="square" lIns="0" tIns="0" rIns="0" bIns="0" rtlCol="0" anchor="ctr"/>
          <a:lstStyle/>
          <a:p>
            <a:pPr marL="0" indent="0">
              <a:buNone/>
            </a:pPr>
            <a:r>
              <a:rPr lang="en-US" sz="3800" b="1" dirty="0">
                <a:solidFill>
                  <a:srgbClr val="E6EDF3"/>
                </a:solidFill>
                <a:latin typeface="Aptos Display" pitchFamily="34" charset="0"/>
                <a:ea typeface="Aptos Display" pitchFamily="34" charset="-122"/>
                <a:cs typeface="Aptos Display" pitchFamily="34" charset="-120"/>
              </a:rPr>
              <a:t>Graph Route Finder</a:t>
            </a:r>
            <a:endParaRPr lang="en-US" sz="3800" dirty="0"/>
          </a:p>
        </p:txBody>
      </p:sp>
      <p:sp>
        <p:nvSpPr>
          <p:cNvPr id="3" name="Text 1"/>
          <p:cNvSpPr/>
          <p:nvPr/>
        </p:nvSpPr>
        <p:spPr>
          <a:xfrm>
            <a:off x="603504" y="1417320"/>
            <a:ext cx="6400800" cy="457200"/>
          </a:xfrm>
          <a:prstGeom prst="rect">
            <a:avLst/>
          </a:prstGeom>
          <a:noFill/>
          <a:ln/>
        </p:spPr>
        <p:txBody>
          <a:bodyPr wrap="square" lIns="0" tIns="0" rIns="0" bIns="0" rtlCol="0" anchor="ctr">
            <a:normAutofit lnSpcReduction="10000"/>
          </a:bodyPr>
          <a:lstStyle/>
          <a:p>
            <a:pPr marL="0" indent="0">
              <a:buNone/>
            </a:pPr>
            <a:r>
              <a:rPr lang="en-US" sz="1600" dirty="0">
                <a:solidFill>
                  <a:srgbClr val="8B949E"/>
                </a:solidFill>
              </a:rPr>
              <a:t>Graph-based image classification, similarity detection, and pathfinding in a JavaFX desktop app</a:t>
            </a:r>
            <a:endParaRPr lang="en-US" sz="1600" dirty="0"/>
          </a:p>
        </p:txBody>
      </p:sp>
      <p:sp>
        <p:nvSpPr>
          <p:cNvPr id="4" name="Shape 2"/>
          <p:cNvSpPr/>
          <p:nvPr/>
        </p:nvSpPr>
        <p:spPr>
          <a:xfrm>
            <a:off x="7543800" y="640080"/>
            <a:ext cx="155448" cy="155448"/>
          </a:xfrm>
          <a:prstGeom prst="rect">
            <a:avLst/>
          </a:prstGeom>
          <a:solidFill>
            <a:srgbClr val="1F2933"/>
          </a:solidFill>
          <a:ln w="12700">
            <a:solidFill>
              <a:srgbClr val="1F2933"/>
            </a:solidFill>
            <a:prstDash val="solid"/>
          </a:ln>
        </p:spPr>
        <p:txBody>
          <a:bodyPr/>
          <a:lstStyle/>
          <a:p>
            <a:endParaRPr lang="en-ZA"/>
          </a:p>
        </p:txBody>
      </p:sp>
      <p:sp>
        <p:nvSpPr>
          <p:cNvPr id="5" name="Shape 3"/>
          <p:cNvSpPr/>
          <p:nvPr/>
        </p:nvSpPr>
        <p:spPr>
          <a:xfrm>
            <a:off x="7717536" y="640080"/>
            <a:ext cx="155448" cy="155448"/>
          </a:xfrm>
          <a:prstGeom prst="rect">
            <a:avLst/>
          </a:prstGeom>
          <a:solidFill>
            <a:srgbClr val="1F2933"/>
          </a:solidFill>
          <a:ln w="12700">
            <a:solidFill>
              <a:srgbClr val="1F2933"/>
            </a:solidFill>
            <a:prstDash val="solid"/>
          </a:ln>
        </p:spPr>
        <p:txBody>
          <a:bodyPr/>
          <a:lstStyle/>
          <a:p>
            <a:endParaRPr lang="en-ZA"/>
          </a:p>
        </p:txBody>
      </p:sp>
      <p:sp>
        <p:nvSpPr>
          <p:cNvPr id="6" name="Shape 4"/>
          <p:cNvSpPr/>
          <p:nvPr/>
        </p:nvSpPr>
        <p:spPr>
          <a:xfrm>
            <a:off x="7891272" y="640080"/>
            <a:ext cx="155448" cy="155448"/>
          </a:xfrm>
          <a:prstGeom prst="rect">
            <a:avLst/>
          </a:prstGeom>
          <a:solidFill>
            <a:srgbClr val="1F2933"/>
          </a:solidFill>
          <a:ln w="12700">
            <a:solidFill>
              <a:srgbClr val="1F2933"/>
            </a:solidFill>
            <a:prstDash val="solid"/>
          </a:ln>
        </p:spPr>
        <p:txBody>
          <a:bodyPr/>
          <a:lstStyle/>
          <a:p>
            <a:endParaRPr lang="en-ZA"/>
          </a:p>
        </p:txBody>
      </p:sp>
      <p:sp>
        <p:nvSpPr>
          <p:cNvPr id="7" name="Shape 5"/>
          <p:cNvSpPr/>
          <p:nvPr/>
        </p:nvSpPr>
        <p:spPr>
          <a:xfrm>
            <a:off x="8065008" y="640080"/>
            <a:ext cx="155448" cy="155448"/>
          </a:xfrm>
          <a:prstGeom prst="rect">
            <a:avLst/>
          </a:prstGeom>
          <a:solidFill>
            <a:srgbClr val="30363D"/>
          </a:solidFill>
          <a:ln w="12700">
            <a:solidFill>
              <a:srgbClr val="30363D"/>
            </a:solidFill>
            <a:prstDash val="solid"/>
          </a:ln>
        </p:spPr>
        <p:txBody>
          <a:bodyPr/>
          <a:lstStyle/>
          <a:p>
            <a:endParaRPr lang="en-ZA"/>
          </a:p>
        </p:txBody>
      </p:sp>
      <p:sp>
        <p:nvSpPr>
          <p:cNvPr id="8" name="Shape 6"/>
          <p:cNvSpPr/>
          <p:nvPr/>
        </p:nvSpPr>
        <p:spPr>
          <a:xfrm>
            <a:off x="8238744" y="640080"/>
            <a:ext cx="155448" cy="155448"/>
          </a:xfrm>
          <a:prstGeom prst="rect">
            <a:avLst/>
          </a:prstGeom>
          <a:solidFill>
            <a:srgbClr val="1F2933"/>
          </a:solidFill>
          <a:ln w="12700">
            <a:solidFill>
              <a:srgbClr val="1F2933"/>
            </a:solidFill>
            <a:prstDash val="solid"/>
          </a:ln>
        </p:spPr>
        <p:txBody>
          <a:bodyPr/>
          <a:lstStyle/>
          <a:p>
            <a:endParaRPr lang="en-ZA"/>
          </a:p>
        </p:txBody>
      </p:sp>
      <p:sp>
        <p:nvSpPr>
          <p:cNvPr id="9" name="Shape 7"/>
          <p:cNvSpPr/>
          <p:nvPr/>
        </p:nvSpPr>
        <p:spPr>
          <a:xfrm>
            <a:off x="8412480" y="640080"/>
            <a:ext cx="155448" cy="155448"/>
          </a:xfrm>
          <a:prstGeom prst="rect">
            <a:avLst/>
          </a:prstGeom>
          <a:solidFill>
            <a:srgbClr val="1F2933"/>
          </a:solidFill>
          <a:ln w="12700">
            <a:solidFill>
              <a:srgbClr val="1F2933"/>
            </a:solidFill>
            <a:prstDash val="solid"/>
          </a:ln>
        </p:spPr>
        <p:txBody>
          <a:bodyPr/>
          <a:lstStyle/>
          <a:p>
            <a:endParaRPr lang="en-ZA"/>
          </a:p>
        </p:txBody>
      </p:sp>
      <p:sp>
        <p:nvSpPr>
          <p:cNvPr id="10" name="Shape 8"/>
          <p:cNvSpPr/>
          <p:nvPr/>
        </p:nvSpPr>
        <p:spPr>
          <a:xfrm>
            <a:off x="8586216" y="640080"/>
            <a:ext cx="155448" cy="155448"/>
          </a:xfrm>
          <a:prstGeom prst="rect">
            <a:avLst/>
          </a:prstGeom>
          <a:solidFill>
            <a:srgbClr val="1F2933"/>
          </a:solidFill>
          <a:ln w="12700">
            <a:solidFill>
              <a:srgbClr val="1F2933"/>
            </a:solidFill>
            <a:prstDash val="solid"/>
          </a:ln>
        </p:spPr>
        <p:txBody>
          <a:bodyPr/>
          <a:lstStyle/>
          <a:p>
            <a:endParaRPr lang="en-ZA"/>
          </a:p>
        </p:txBody>
      </p:sp>
      <p:sp>
        <p:nvSpPr>
          <p:cNvPr id="11" name="Shape 9"/>
          <p:cNvSpPr/>
          <p:nvPr/>
        </p:nvSpPr>
        <p:spPr>
          <a:xfrm>
            <a:off x="8759952" y="640080"/>
            <a:ext cx="155448" cy="155448"/>
          </a:xfrm>
          <a:prstGeom prst="rect">
            <a:avLst/>
          </a:prstGeom>
          <a:solidFill>
            <a:srgbClr val="2EA043"/>
          </a:solidFill>
          <a:ln w="12700">
            <a:solidFill>
              <a:srgbClr val="2EA043"/>
            </a:solidFill>
            <a:prstDash val="solid"/>
          </a:ln>
        </p:spPr>
        <p:txBody>
          <a:bodyPr/>
          <a:lstStyle/>
          <a:p>
            <a:endParaRPr lang="en-ZA"/>
          </a:p>
        </p:txBody>
      </p:sp>
      <p:sp>
        <p:nvSpPr>
          <p:cNvPr id="12" name="Shape 10"/>
          <p:cNvSpPr/>
          <p:nvPr/>
        </p:nvSpPr>
        <p:spPr>
          <a:xfrm>
            <a:off x="8933688" y="640080"/>
            <a:ext cx="155448" cy="155448"/>
          </a:xfrm>
          <a:prstGeom prst="rect">
            <a:avLst/>
          </a:prstGeom>
          <a:solidFill>
            <a:srgbClr val="1F2933"/>
          </a:solidFill>
          <a:ln w="12700">
            <a:solidFill>
              <a:srgbClr val="1F2933"/>
            </a:solidFill>
            <a:prstDash val="solid"/>
          </a:ln>
        </p:spPr>
        <p:txBody>
          <a:bodyPr/>
          <a:lstStyle/>
          <a:p>
            <a:endParaRPr lang="en-ZA"/>
          </a:p>
        </p:txBody>
      </p:sp>
      <p:sp>
        <p:nvSpPr>
          <p:cNvPr id="13" name="Shape 11"/>
          <p:cNvSpPr/>
          <p:nvPr/>
        </p:nvSpPr>
        <p:spPr>
          <a:xfrm>
            <a:off x="9107424" y="640080"/>
            <a:ext cx="155448" cy="155448"/>
          </a:xfrm>
          <a:prstGeom prst="rect">
            <a:avLst/>
          </a:prstGeom>
          <a:solidFill>
            <a:srgbClr val="1F2933"/>
          </a:solidFill>
          <a:ln w="12700">
            <a:solidFill>
              <a:srgbClr val="1F2933"/>
            </a:solidFill>
            <a:prstDash val="solid"/>
          </a:ln>
        </p:spPr>
        <p:txBody>
          <a:bodyPr/>
          <a:lstStyle/>
          <a:p>
            <a:endParaRPr lang="en-ZA"/>
          </a:p>
        </p:txBody>
      </p:sp>
      <p:sp>
        <p:nvSpPr>
          <p:cNvPr id="14" name="Shape 12"/>
          <p:cNvSpPr/>
          <p:nvPr/>
        </p:nvSpPr>
        <p:spPr>
          <a:xfrm>
            <a:off x="9281160" y="640080"/>
            <a:ext cx="155448" cy="155448"/>
          </a:xfrm>
          <a:prstGeom prst="rect">
            <a:avLst/>
          </a:prstGeom>
          <a:solidFill>
            <a:srgbClr val="1F2933"/>
          </a:solidFill>
          <a:ln w="12700">
            <a:solidFill>
              <a:srgbClr val="1F2933"/>
            </a:solidFill>
            <a:prstDash val="solid"/>
          </a:ln>
        </p:spPr>
        <p:txBody>
          <a:bodyPr/>
          <a:lstStyle/>
          <a:p>
            <a:endParaRPr lang="en-ZA"/>
          </a:p>
        </p:txBody>
      </p:sp>
      <p:sp>
        <p:nvSpPr>
          <p:cNvPr id="15" name="Shape 13"/>
          <p:cNvSpPr/>
          <p:nvPr/>
        </p:nvSpPr>
        <p:spPr>
          <a:xfrm>
            <a:off x="9454896" y="640080"/>
            <a:ext cx="155448" cy="155448"/>
          </a:xfrm>
          <a:prstGeom prst="rect">
            <a:avLst/>
          </a:prstGeom>
          <a:solidFill>
            <a:srgbClr val="30363D"/>
          </a:solidFill>
          <a:ln w="12700">
            <a:solidFill>
              <a:srgbClr val="30363D"/>
            </a:solidFill>
            <a:prstDash val="solid"/>
          </a:ln>
        </p:spPr>
        <p:txBody>
          <a:bodyPr/>
          <a:lstStyle/>
          <a:p>
            <a:endParaRPr lang="en-ZA"/>
          </a:p>
        </p:txBody>
      </p:sp>
      <p:sp>
        <p:nvSpPr>
          <p:cNvPr id="16" name="Shape 14"/>
          <p:cNvSpPr/>
          <p:nvPr/>
        </p:nvSpPr>
        <p:spPr>
          <a:xfrm>
            <a:off x="9628632" y="640080"/>
            <a:ext cx="155448" cy="155448"/>
          </a:xfrm>
          <a:prstGeom prst="rect">
            <a:avLst/>
          </a:prstGeom>
          <a:solidFill>
            <a:srgbClr val="1F2933"/>
          </a:solidFill>
          <a:ln w="12700">
            <a:solidFill>
              <a:srgbClr val="1F2933"/>
            </a:solidFill>
            <a:prstDash val="solid"/>
          </a:ln>
        </p:spPr>
        <p:txBody>
          <a:bodyPr/>
          <a:lstStyle/>
          <a:p>
            <a:endParaRPr lang="en-ZA"/>
          </a:p>
        </p:txBody>
      </p:sp>
      <p:sp>
        <p:nvSpPr>
          <p:cNvPr id="17" name="Shape 15"/>
          <p:cNvSpPr/>
          <p:nvPr/>
        </p:nvSpPr>
        <p:spPr>
          <a:xfrm>
            <a:off x="9802368" y="640080"/>
            <a:ext cx="155448" cy="155448"/>
          </a:xfrm>
          <a:prstGeom prst="rect">
            <a:avLst/>
          </a:prstGeom>
          <a:solidFill>
            <a:srgbClr val="1F2933"/>
          </a:solidFill>
          <a:ln w="12700">
            <a:solidFill>
              <a:srgbClr val="1F2933"/>
            </a:solidFill>
            <a:prstDash val="solid"/>
          </a:ln>
        </p:spPr>
        <p:txBody>
          <a:bodyPr/>
          <a:lstStyle/>
          <a:p>
            <a:endParaRPr lang="en-ZA"/>
          </a:p>
        </p:txBody>
      </p:sp>
      <p:sp>
        <p:nvSpPr>
          <p:cNvPr id="18" name="Shape 16"/>
          <p:cNvSpPr/>
          <p:nvPr/>
        </p:nvSpPr>
        <p:spPr>
          <a:xfrm>
            <a:off x="9976104" y="640080"/>
            <a:ext cx="155448" cy="155448"/>
          </a:xfrm>
          <a:prstGeom prst="rect">
            <a:avLst/>
          </a:prstGeom>
          <a:solidFill>
            <a:srgbClr val="1F2933"/>
          </a:solidFill>
          <a:ln w="12700">
            <a:solidFill>
              <a:srgbClr val="1F2933"/>
            </a:solidFill>
            <a:prstDash val="solid"/>
          </a:ln>
        </p:spPr>
        <p:txBody>
          <a:bodyPr/>
          <a:lstStyle/>
          <a:p>
            <a:endParaRPr lang="en-ZA"/>
          </a:p>
        </p:txBody>
      </p:sp>
      <p:sp>
        <p:nvSpPr>
          <p:cNvPr id="19" name="Shape 17"/>
          <p:cNvSpPr/>
          <p:nvPr/>
        </p:nvSpPr>
        <p:spPr>
          <a:xfrm>
            <a:off x="10149840" y="640080"/>
            <a:ext cx="155448" cy="155448"/>
          </a:xfrm>
          <a:prstGeom prst="rect">
            <a:avLst/>
          </a:prstGeom>
          <a:solidFill>
            <a:srgbClr val="30363D"/>
          </a:solidFill>
          <a:ln w="12700">
            <a:solidFill>
              <a:srgbClr val="30363D"/>
            </a:solidFill>
            <a:prstDash val="solid"/>
          </a:ln>
        </p:spPr>
        <p:txBody>
          <a:bodyPr/>
          <a:lstStyle/>
          <a:p>
            <a:endParaRPr lang="en-ZA"/>
          </a:p>
        </p:txBody>
      </p:sp>
      <p:sp>
        <p:nvSpPr>
          <p:cNvPr id="20" name="Shape 18"/>
          <p:cNvSpPr/>
          <p:nvPr/>
        </p:nvSpPr>
        <p:spPr>
          <a:xfrm>
            <a:off x="10323576" y="640080"/>
            <a:ext cx="155448" cy="155448"/>
          </a:xfrm>
          <a:prstGeom prst="rect">
            <a:avLst/>
          </a:prstGeom>
          <a:solidFill>
            <a:srgbClr val="1F2933"/>
          </a:solidFill>
          <a:ln w="12700">
            <a:solidFill>
              <a:srgbClr val="1F2933"/>
            </a:solidFill>
            <a:prstDash val="solid"/>
          </a:ln>
        </p:spPr>
        <p:txBody>
          <a:bodyPr/>
          <a:lstStyle/>
          <a:p>
            <a:endParaRPr lang="en-ZA"/>
          </a:p>
        </p:txBody>
      </p:sp>
      <p:sp>
        <p:nvSpPr>
          <p:cNvPr id="21" name="Shape 19"/>
          <p:cNvSpPr/>
          <p:nvPr/>
        </p:nvSpPr>
        <p:spPr>
          <a:xfrm>
            <a:off x="10497312" y="640080"/>
            <a:ext cx="155448" cy="155448"/>
          </a:xfrm>
          <a:prstGeom prst="rect">
            <a:avLst/>
          </a:prstGeom>
          <a:solidFill>
            <a:srgbClr val="30363D"/>
          </a:solidFill>
          <a:ln w="12700">
            <a:solidFill>
              <a:srgbClr val="30363D"/>
            </a:solidFill>
            <a:prstDash val="solid"/>
          </a:ln>
        </p:spPr>
        <p:txBody>
          <a:bodyPr/>
          <a:lstStyle/>
          <a:p>
            <a:endParaRPr lang="en-ZA"/>
          </a:p>
        </p:txBody>
      </p:sp>
      <p:sp>
        <p:nvSpPr>
          <p:cNvPr id="22" name="Shape 20"/>
          <p:cNvSpPr/>
          <p:nvPr/>
        </p:nvSpPr>
        <p:spPr>
          <a:xfrm>
            <a:off x="10671048" y="640080"/>
            <a:ext cx="155448" cy="155448"/>
          </a:xfrm>
          <a:prstGeom prst="rect">
            <a:avLst/>
          </a:prstGeom>
          <a:solidFill>
            <a:srgbClr val="1F2933"/>
          </a:solidFill>
          <a:ln w="12700">
            <a:solidFill>
              <a:srgbClr val="1F2933"/>
            </a:solidFill>
            <a:prstDash val="solid"/>
          </a:ln>
        </p:spPr>
        <p:txBody>
          <a:bodyPr/>
          <a:lstStyle/>
          <a:p>
            <a:endParaRPr lang="en-ZA"/>
          </a:p>
        </p:txBody>
      </p:sp>
      <p:sp>
        <p:nvSpPr>
          <p:cNvPr id="23" name="Shape 21"/>
          <p:cNvSpPr/>
          <p:nvPr/>
        </p:nvSpPr>
        <p:spPr>
          <a:xfrm>
            <a:off x="10844784" y="640080"/>
            <a:ext cx="155448" cy="155448"/>
          </a:xfrm>
          <a:prstGeom prst="rect">
            <a:avLst/>
          </a:prstGeom>
          <a:solidFill>
            <a:srgbClr val="30363D"/>
          </a:solidFill>
          <a:ln w="12700">
            <a:solidFill>
              <a:srgbClr val="30363D"/>
            </a:solidFill>
            <a:prstDash val="solid"/>
          </a:ln>
        </p:spPr>
        <p:txBody>
          <a:bodyPr/>
          <a:lstStyle/>
          <a:p>
            <a:endParaRPr lang="en-ZA"/>
          </a:p>
        </p:txBody>
      </p:sp>
      <p:sp>
        <p:nvSpPr>
          <p:cNvPr id="24" name="Shape 22"/>
          <p:cNvSpPr/>
          <p:nvPr/>
        </p:nvSpPr>
        <p:spPr>
          <a:xfrm>
            <a:off x="11018520" y="640080"/>
            <a:ext cx="155448" cy="155448"/>
          </a:xfrm>
          <a:prstGeom prst="rect">
            <a:avLst/>
          </a:prstGeom>
          <a:solidFill>
            <a:srgbClr val="1F2933"/>
          </a:solidFill>
          <a:ln w="12700">
            <a:solidFill>
              <a:srgbClr val="1F2933"/>
            </a:solidFill>
            <a:prstDash val="solid"/>
          </a:ln>
        </p:spPr>
        <p:txBody>
          <a:bodyPr/>
          <a:lstStyle/>
          <a:p>
            <a:endParaRPr lang="en-ZA"/>
          </a:p>
        </p:txBody>
      </p:sp>
      <p:sp>
        <p:nvSpPr>
          <p:cNvPr id="25" name="Shape 23"/>
          <p:cNvSpPr/>
          <p:nvPr/>
        </p:nvSpPr>
        <p:spPr>
          <a:xfrm>
            <a:off x="11192256" y="640080"/>
            <a:ext cx="155448" cy="155448"/>
          </a:xfrm>
          <a:prstGeom prst="rect">
            <a:avLst/>
          </a:prstGeom>
          <a:solidFill>
            <a:srgbClr val="1F2933"/>
          </a:solidFill>
          <a:ln w="12700">
            <a:solidFill>
              <a:srgbClr val="1F2933"/>
            </a:solidFill>
            <a:prstDash val="solid"/>
          </a:ln>
        </p:spPr>
        <p:txBody>
          <a:bodyPr/>
          <a:lstStyle/>
          <a:p>
            <a:endParaRPr lang="en-ZA"/>
          </a:p>
        </p:txBody>
      </p:sp>
      <p:sp>
        <p:nvSpPr>
          <p:cNvPr id="26" name="Shape 24"/>
          <p:cNvSpPr/>
          <p:nvPr/>
        </p:nvSpPr>
        <p:spPr>
          <a:xfrm>
            <a:off x="7543800" y="813816"/>
            <a:ext cx="155448" cy="155448"/>
          </a:xfrm>
          <a:prstGeom prst="rect">
            <a:avLst/>
          </a:prstGeom>
          <a:solidFill>
            <a:srgbClr val="1F2933"/>
          </a:solidFill>
          <a:ln w="12700">
            <a:solidFill>
              <a:srgbClr val="1F2933"/>
            </a:solidFill>
            <a:prstDash val="solid"/>
          </a:ln>
        </p:spPr>
        <p:txBody>
          <a:bodyPr/>
          <a:lstStyle/>
          <a:p>
            <a:endParaRPr lang="en-ZA"/>
          </a:p>
        </p:txBody>
      </p:sp>
      <p:sp>
        <p:nvSpPr>
          <p:cNvPr id="27" name="Shape 25"/>
          <p:cNvSpPr/>
          <p:nvPr/>
        </p:nvSpPr>
        <p:spPr>
          <a:xfrm>
            <a:off x="7717536" y="813816"/>
            <a:ext cx="155448" cy="155448"/>
          </a:xfrm>
          <a:prstGeom prst="rect">
            <a:avLst/>
          </a:prstGeom>
          <a:solidFill>
            <a:srgbClr val="1F2933"/>
          </a:solidFill>
          <a:ln w="12700">
            <a:solidFill>
              <a:srgbClr val="1F2933"/>
            </a:solidFill>
            <a:prstDash val="solid"/>
          </a:ln>
        </p:spPr>
        <p:txBody>
          <a:bodyPr/>
          <a:lstStyle/>
          <a:p>
            <a:endParaRPr lang="en-ZA"/>
          </a:p>
        </p:txBody>
      </p:sp>
      <p:sp>
        <p:nvSpPr>
          <p:cNvPr id="28" name="Shape 26"/>
          <p:cNvSpPr/>
          <p:nvPr/>
        </p:nvSpPr>
        <p:spPr>
          <a:xfrm>
            <a:off x="7891272" y="813816"/>
            <a:ext cx="155448" cy="155448"/>
          </a:xfrm>
          <a:prstGeom prst="rect">
            <a:avLst/>
          </a:prstGeom>
          <a:solidFill>
            <a:srgbClr val="30363D"/>
          </a:solidFill>
          <a:ln w="12700">
            <a:solidFill>
              <a:srgbClr val="30363D"/>
            </a:solidFill>
            <a:prstDash val="solid"/>
          </a:ln>
        </p:spPr>
        <p:txBody>
          <a:bodyPr/>
          <a:lstStyle/>
          <a:p>
            <a:endParaRPr lang="en-ZA"/>
          </a:p>
        </p:txBody>
      </p:sp>
      <p:sp>
        <p:nvSpPr>
          <p:cNvPr id="29" name="Shape 27"/>
          <p:cNvSpPr/>
          <p:nvPr/>
        </p:nvSpPr>
        <p:spPr>
          <a:xfrm>
            <a:off x="8065008" y="813816"/>
            <a:ext cx="155448" cy="155448"/>
          </a:xfrm>
          <a:prstGeom prst="rect">
            <a:avLst/>
          </a:prstGeom>
          <a:solidFill>
            <a:srgbClr val="1F2933"/>
          </a:solidFill>
          <a:ln w="12700">
            <a:solidFill>
              <a:srgbClr val="1F2933"/>
            </a:solidFill>
            <a:prstDash val="solid"/>
          </a:ln>
        </p:spPr>
        <p:txBody>
          <a:bodyPr/>
          <a:lstStyle/>
          <a:p>
            <a:endParaRPr lang="en-ZA"/>
          </a:p>
        </p:txBody>
      </p:sp>
      <p:sp>
        <p:nvSpPr>
          <p:cNvPr id="30" name="Shape 28"/>
          <p:cNvSpPr/>
          <p:nvPr/>
        </p:nvSpPr>
        <p:spPr>
          <a:xfrm>
            <a:off x="8238744" y="813816"/>
            <a:ext cx="155448" cy="155448"/>
          </a:xfrm>
          <a:prstGeom prst="rect">
            <a:avLst/>
          </a:prstGeom>
          <a:solidFill>
            <a:srgbClr val="1F2933"/>
          </a:solidFill>
          <a:ln w="12700">
            <a:solidFill>
              <a:srgbClr val="1F2933"/>
            </a:solidFill>
            <a:prstDash val="solid"/>
          </a:ln>
        </p:spPr>
        <p:txBody>
          <a:bodyPr/>
          <a:lstStyle/>
          <a:p>
            <a:endParaRPr lang="en-ZA"/>
          </a:p>
        </p:txBody>
      </p:sp>
      <p:sp>
        <p:nvSpPr>
          <p:cNvPr id="31" name="Shape 29"/>
          <p:cNvSpPr/>
          <p:nvPr/>
        </p:nvSpPr>
        <p:spPr>
          <a:xfrm>
            <a:off x="8412480" y="813816"/>
            <a:ext cx="155448" cy="155448"/>
          </a:xfrm>
          <a:prstGeom prst="rect">
            <a:avLst/>
          </a:prstGeom>
          <a:solidFill>
            <a:srgbClr val="1F2933"/>
          </a:solidFill>
          <a:ln w="12700">
            <a:solidFill>
              <a:srgbClr val="1F2933"/>
            </a:solidFill>
            <a:prstDash val="solid"/>
          </a:ln>
        </p:spPr>
        <p:txBody>
          <a:bodyPr/>
          <a:lstStyle/>
          <a:p>
            <a:endParaRPr lang="en-ZA"/>
          </a:p>
        </p:txBody>
      </p:sp>
      <p:sp>
        <p:nvSpPr>
          <p:cNvPr id="32" name="Shape 30"/>
          <p:cNvSpPr/>
          <p:nvPr/>
        </p:nvSpPr>
        <p:spPr>
          <a:xfrm>
            <a:off x="8586216" y="813816"/>
            <a:ext cx="155448" cy="155448"/>
          </a:xfrm>
          <a:prstGeom prst="rect">
            <a:avLst/>
          </a:prstGeom>
          <a:solidFill>
            <a:srgbClr val="1F2933"/>
          </a:solidFill>
          <a:ln w="12700">
            <a:solidFill>
              <a:srgbClr val="1F2933"/>
            </a:solidFill>
            <a:prstDash val="solid"/>
          </a:ln>
        </p:spPr>
        <p:txBody>
          <a:bodyPr/>
          <a:lstStyle/>
          <a:p>
            <a:endParaRPr lang="en-ZA"/>
          </a:p>
        </p:txBody>
      </p:sp>
      <p:sp>
        <p:nvSpPr>
          <p:cNvPr id="33" name="Shape 31"/>
          <p:cNvSpPr/>
          <p:nvPr/>
        </p:nvSpPr>
        <p:spPr>
          <a:xfrm>
            <a:off x="8759952" y="813816"/>
            <a:ext cx="155448" cy="155448"/>
          </a:xfrm>
          <a:prstGeom prst="rect">
            <a:avLst/>
          </a:prstGeom>
          <a:solidFill>
            <a:srgbClr val="2EA043"/>
          </a:solidFill>
          <a:ln w="12700">
            <a:solidFill>
              <a:srgbClr val="2EA043"/>
            </a:solidFill>
            <a:prstDash val="solid"/>
          </a:ln>
        </p:spPr>
        <p:txBody>
          <a:bodyPr/>
          <a:lstStyle/>
          <a:p>
            <a:endParaRPr lang="en-ZA"/>
          </a:p>
        </p:txBody>
      </p:sp>
      <p:sp>
        <p:nvSpPr>
          <p:cNvPr id="34" name="Shape 32"/>
          <p:cNvSpPr/>
          <p:nvPr/>
        </p:nvSpPr>
        <p:spPr>
          <a:xfrm>
            <a:off x="8933688" y="813816"/>
            <a:ext cx="155448" cy="155448"/>
          </a:xfrm>
          <a:prstGeom prst="rect">
            <a:avLst/>
          </a:prstGeom>
          <a:solidFill>
            <a:srgbClr val="1F2933"/>
          </a:solidFill>
          <a:ln w="12700">
            <a:solidFill>
              <a:srgbClr val="1F2933"/>
            </a:solidFill>
            <a:prstDash val="solid"/>
          </a:ln>
        </p:spPr>
        <p:txBody>
          <a:bodyPr/>
          <a:lstStyle/>
          <a:p>
            <a:endParaRPr lang="en-ZA"/>
          </a:p>
        </p:txBody>
      </p:sp>
      <p:sp>
        <p:nvSpPr>
          <p:cNvPr id="35" name="Shape 33"/>
          <p:cNvSpPr/>
          <p:nvPr/>
        </p:nvSpPr>
        <p:spPr>
          <a:xfrm>
            <a:off x="9107424" y="813816"/>
            <a:ext cx="155448" cy="155448"/>
          </a:xfrm>
          <a:prstGeom prst="rect">
            <a:avLst/>
          </a:prstGeom>
          <a:solidFill>
            <a:srgbClr val="1F2933"/>
          </a:solidFill>
          <a:ln w="12700">
            <a:solidFill>
              <a:srgbClr val="1F2933"/>
            </a:solidFill>
            <a:prstDash val="solid"/>
          </a:ln>
        </p:spPr>
        <p:txBody>
          <a:bodyPr/>
          <a:lstStyle/>
          <a:p>
            <a:endParaRPr lang="en-ZA"/>
          </a:p>
        </p:txBody>
      </p:sp>
      <p:sp>
        <p:nvSpPr>
          <p:cNvPr id="36" name="Shape 34"/>
          <p:cNvSpPr/>
          <p:nvPr/>
        </p:nvSpPr>
        <p:spPr>
          <a:xfrm>
            <a:off x="9281160" y="813816"/>
            <a:ext cx="155448" cy="155448"/>
          </a:xfrm>
          <a:prstGeom prst="rect">
            <a:avLst/>
          </a:prstGeom>
          <a:solidFill>
            <a:srgbClr val="30363D"/>
          </a:solidFill>
          <a:ln w="12700">
            <a:solidFill>
              <a:srgbClr val="30363D"/>
            </a:solidFill>
            <a:prstDash val="solid"/>
          </a:ln>
        </p:spPr>
        <p:txBody>
          <a:bodyPr/>
          <a:lstStyle/>
          <a:p>
            <a:endParaRPr lang="en-ZA"/>
          </a:p>
        </p:txBody>
      </p:sp>
      <p:sp>
        <p:nvSpPr>
          <p:cNvPr id="37" name="Shape 35"/>
          <p:cNvSpPr/>
          <p:nvPr/>
        </p:nvSpPr>
        <p:spPr>
          <a:xfrm>
            <a:off x="9454896" y="813816"/>
            <a:ext cx="155448" cy="155448"/>
          </a:xfrm>
          <a:prstGeom prst="rect">
            <a:avLst/>
          </a:prstGeom>
          <a:solidFill>
            <a:srgbClr val="1F2933"/>
          </a:solidFill>
          <a:ln w="12700">
            <a:solidFill>
              <a:srgbClr val="1F2933"/>
            </a:solidFill>
            <a:prstDash val="solid"/>
          </a:ln>
        </p:spPr>
        <p:txBody>
          <a:bodyPr/>
          <a:lstStyle/>
          <a:p>
            <a:endParaRPr lang="en-ZA"/>
          </a:p>
        </p:txBody>
      </p:sp>
      <p:sp>
        <p:nvSpPr>
          <p:cNvPr id="38" name="Shape 36"/>
          <p:cNvSpPr/>
          <p:nvPr/>
        </p:nvSpPr>
        <p:spPr>
          <a:xfrm>
            <a:off x="9628632" y="813816"/>
            <a:ext cx="155448" cy="155448"/>
          </a:xfrm>
          <a:prstGeom prst="rect">
            <a:avLst/>
          </a:prstGeom>
          <a:solidFill>
            <a:srgbClr val="1F2933"/>
          </a:solidFill>
          <a:ln w="12700">
            <a:solidFill>
              <a:srgbClr val="1F2933"/>
            </a:solidFill>
            <a:prstDash val="solid"/>
          </a:ln>
        </p:spPr>
        <p:txBody>
          <a:bodyPr/>
          <a:lstStyle/>
          <a:p>
            <a:endParaRPr lang="en-ZA"/>
          </a:p>
        </p:txBody>
      </p:sp>
      <p:sp>
        <p:nvSpPr>
          <p:cNvPr id="39" name="Shape 37"/>
          <p:cNvSpPr/>
          <p:nvPr/>
        </p:nvSpPr>
        <p:spPr>
          <a:xfrm>
            <a:off x="9802368" y="813816"/>
            <a:ext cx="155448" cy="155448"/>
          </a:xfrm>
          <a:prstGeom prst="rect">
            <a:avLst/>
          </a:prstGeom>
          <a:solidFill>
            <a:srgbClr val="1F2933"/>
          </a:solidFill>
          <a:ln w="12700">
            <a:solidFill>
              <a:srgbClr val="1F2933"/>
            </a:solidFill>
            <a:prstDash val="solid"/>
          </a:ln>
        </p:spPr>
        <p:txBody>
          <a:bodyPr/>
          <a:lstStyle/>
          <a:p>
            <a:endParaRPr lang="en-ZA"/>
          </a:p>
        </p:txBody>
      </p:sp>
      <p:sp>
        <p:nvSpPr>
          <p:cNvPr id="40" name="Shape 38"/>
          <p:cNvSpPr/>
          <p:nvPr/>
        </p:nvSpPr>
        <p:spPr>
          <a:xfrm>
            <a:off x="9976104" y="813816"/>
            <a:ext cx="155448" cy="155448"/>
          </a:xfrm>
          <a:prstGeom prst="rect">
            <a:avLst/>
          </a:prstGeom>
          <a:solidFill>
            <a:srgbClr val="1F2933"/>
          </a:solidFill>
          <a:ln w="12700">
            <a:solidFill>
              <a:srgbClr val="1F2933"/>
            </a:solidFill>
            <a:prstDash val="solid"/>
          </a:ln>
        </p:spPr>
        <p:txBody>
          <a:bodyPr/>
          <a:lstStyle/>
          <a:p>
            <a:endParaRPr lang="en-ZA"/>
          </a:p>
        </p:txBody>
      </p:sp>
      <p:sp>
        <p:nvSpPr>
          <p:cNvPr id="41" name="Shape 39"/>
          <p:cNvSpPr/>
          <p:nvPr/>
        </p:nvSpPr>
        <p:spPr>
          <a:xfrm>
            <a:off x="10149840" y="813816"/>
            <a:ext cx="155448" cy="155448"/>
          </a:xfrm>
          <a:prstGeom prst="rect">
            <a:avLst/>
          </a:prstGeom>
          <a:solidFill>
            <a:srgbClr val="1F2933"/>
          </a:solidFill>
          <a:ln w="12700">
            <a:solidFill>
              <a:srgbClr val="1F2933"/>
            </a:solidFill>
            <a:prstDash val="solid"/>
          </a:ln>
        </p:spPr>
        <p:txBody>
          <a:bodyPr/>
          <a:lstStyle/>
          <a:p>
            <a:endParaRPr lang="en-ZA"/>
          </a:p>
        </p:txBody>
      </p:sp>
      <p:sp>
        <p:nvSpPr>
          <p:cNvPr id="42" name="Shape 40"/>
          <p:cNvSpPr/>
          <p:nvPr/>
        </p:nvSpPr>
        <p:spPr>
          <a:xfrm>
            <a:off x="10323576" y="813816"/>
            <a:ext cx="155448" cy="155448"/>
          </a:xfrm>
          <a:prstGeom prst="rect">
            <a:avLst/>
          </a:prstGeom>
          <a:solidFill>
            <a:srgbClr val="1F2933"/>
          </a:solidFill>
          <a:ln w="12700">
            <a:solidFill>
              <a:srgbClr val="1F2933"/>
            </a:solidFill>
            <a:prstDash val="solid"/>
          </a:ln>
        </p:spPr>
        <p:txBody>
          <a:bodyPr/>
          <a:lstStyle/>
          <a:p>
            <a:endParaRPr lang="en-ZA"/>
          </a:p>
        </p:txBody>
      </p:sp>
      <p:sp>
        <p:nvSpPr>
          <p:cNvPr id="43" name="Shape 41"/>
          <p:cNvSpPr/>
          <p:nvPr/>
        </p:nvSpPr>
        <p:spPr>
          <a:xfrm>
            <a:off x="10497312" y="813816"/>
            <a:ext cx="155448" cy="155448"/>
          </a:xfrm>
          <a:prstGeom prst="rect">
            <a:avLst/>
          </a:prstGeom>
          <a:solidFill>
            <a:srgbClr val="1F2933"/>
          </a:solidFill>
          <a:ln w="12700">
            <a:solidFill>
              <a:srgbClr val="1F2933"/>
            </a:solidFill>
            <a:prstDash val="solid"/>
          </a:ln>
        </p:spPr>
        <p:txBody>
          <a:bodyPr/>
          <a:lstStyle/>
          <a:p>
            <a:endParaRPr lang="en-ZA"/>
          </a:p>
        </p:txBody>
      </p:sp>
      <p:sp>
        <p:nvSpPr>
          <p:cNvPr id="44" name="Shape 42"/>
          <p:cNvSpPr/>
          <p:nvPr/>
        </p:nvSpPr>
        <p:spPr>
          <a:xfrm>
            <a:off x="10671048" y="813816"/>
            <a:ext cx="155448" cy="155448"/>
          </a:xfrm>
          <a:prstGeom prst="rect">
            <a:avLst/>
          </a:prstGeom>
          <a:solidFill>
            <a:srgbClr val="1F2933"/>
          </a:solidFill>
          <a:ln w="12700">
            <a:solidFill>
              <a:srgbClr val="1F2933"/>
            </a:solidFill>
            <a:prstDash val="solid"/>
          </a:ln>
        </p:spPr>
        <p:txBody>
          <a:bodyPr/>
          <a:lstStyle/>
          <a:p>
            <a:endParaRPr lang="en-ZA"/>
          </a:p>
        </p:txBody>
      </p:sp>
      <p:sp>
        <p:nvSpPr>
          <p:cNvPr id="45" name="Shape 43"/>
          <p:cNvSpPr/>
          <p:nvPr/>
        </p:nvSpPr>
        <p:spPr>
          <a:xfrm>
            <a:off x="10844784" y="813816"/>
            <a:ext cx="155448" cy="155448"/>
          </a:xfrm>
          <a:prstGeom prst="rect">
            <a:avLst/>
          </a:prstGeom>
          <a:solidFill>
            <a:srgbClr val="1F2933"/>
          </a:solidFill>
          <a:ln w="12700">
            <a:solidFill>
              <a:srgbClr val="1F2933"/>
            </a:solidFill>
            <a:prstDash val="solid"/>
          </a:ln>
        </p:spPr>
        <p:txBody>
          <a:bodyPr/>
          <a:lstStyle/>
          <a:p>
            <a:endParaRPr lang="en-ZA"/>
          </a:p>
        </p:txBody>
      </p:sp>
      <p:sp>
        <p:nvSpPr>
          <p:cNvPr id="46" name="Shape 44"/>
          <p:cNvSpPr/>
          <p:nvPr/>
        </p:nvSpPr>
        <p:spPr>
          <a:xfrm>
            <a:off x="11018520" y="813816"/>
            <a:ext cx="155448" cy="155448"/>
          </a:xfrm>
          <a:prstGeom prst="rect">
            <a:avLst/>
          </a:prstGeom>
          <a:solidFill>
            <a:srgbClr val="30363D"/>
          </a:solidFill>
          <a:ln w="12700">
            <a:solidFill>
              <a:srgbClr val="30363D"/>
            </a:solidFill>
            <a:prstDash val="solid"/>
          </a:ln>
        </p:spPr>
        <p:txBody>
          <a:bodyPr/>
          <a:lstStyle/>
          <a:p>
            <a:endParaRPr lang="en-ZA"/>
          </a:p>
        </p:txBody>
      </p:sp>
      <p:sp>
        <p:nvSpPr>
          <p:cNvPr id="47" name="Shape 45"/>
          <p:cNvSpPr/>
          <p:nvPr/>
        </p:nvSpPr>
        <p:spPr>
          <a:xfrm>
            <a:off x="11192256" y="813816"/>
            <a:ext cx="155448" cy="155448"/>
          </a:xfrm>
          <a:prstGeom prst="rect">
            <a:avLst/>
          </a:prstGeom>
          <a:solidFill>
            <a:srgbClr val="1F2933"/>
          </a:solidFill>
          <a:ln w="12700">
            <a:solidFill>
              <a:srgbClr val="1F2933"/>
            </a:solidFill>
            <a:prstDash val="solid"/>
          </a:ln>
        </p:spPr>
        <p:txBody>
          <a:bodyPr/>
          <a:lstStyle/>
          <a:p>
            <a:endParaRPr lang="en-ZA"/>
          </a:p>
        </p:txBody>
      </p:sp>
      <p:sp>
        <p:nvSpPr>
          <p:cNvPr id="48" name="Shape 46"/>
          <p:cNvSpPr/>
          <p:nvPr/>
        </p:nvSpPr>
        <p:spPr>
          <a:xfrm>
            <a:off x="7543800" y="987552"/>
            <a:ext cx="155448" cy="155448"/>
          </a:xfrm>
          <a:prstGeom prst="rect">
            <a:avLst/>
          </a:prstGeom>
          <a:solidFill>
            <a:srgbClr val="30363D"/>
          </a:solidFill>
          <a:ln w="12700">
            <a:solidFill>
              <a:srgbClr val="30363D"/>
            </a:solidFill>
            <a:prstDash val="solid"/>
          </a:ln>
        </p:spPr>
        <p:txBody>
          <a:bodyPr/>
          <a:lstStyle/>
          <a:p>
            <a:endParaRPr lang="en-ZA"/>
          </a:p>
        </p:txBody>
      </p:sp>
      <p:sp>
        <p:nvSpPr>
          <p:cNvPr id="49" name="Shape 47"/>
          <p:cNvSpPr/>
          <p:nvPr/>
        </p:nvSpPr>
        <p:spPr>
          <a:xfrm>
            <a:off x="7717536" y="987552"/>
            <a:ext cx="155448" cy="155448"/>
          </a:xfrm>
          <a:prstGeom prst="rect">
            <a:avLst/>
          </a:prstGeom>
          <a:solidFill>
            <a:srgbClr val="30363D"/>
          </a:solidFill>
          <a:ln w="12700">
            <a:solidFill>
              <a:srgbClr val="30363D"/>
            </a:solidFill>
            <a:prstDash val="solid"/>
          </a:ln>
        </p:spPr>
        <p:txBody>
          <a:bodyPr/>
          <a:lstStyle/>
          <a:p>
            <a:endParaRPr lang="en-ZA"/>
          </a:p>
        </p:txBody>
      </p:sp>
      <p:sp>
        <p:nvSpPr>
          <p:cNvPr id="50" name="Shape 48"/>
          <p:cNvSpPr/>
          <p:nvPr/>
        </p:nvSpPr>
        <p:spPr>
          <a:xfrm>
            <a:off x="7891272" y="987552"/>
            <a:ext cx="155448" cy="155448"/>
          </a:xfrm>
          <a:prstGeom prst="rect">
            <a:avLst/>
          </a:prstGeom>
          <a:solidFill>
            <a:srgbClr val="1F2933"/>
          </a:solidFill>
          <a:ln w="12700">
            <a:solidFill>
              <a:srgbClr val="1F2933"/>
            </a:solidFill>
            <a:prstDash val="solid"/>
          </a:ln>
        </p:spPr>
        <p:txBody>
          <a:bodyPr/>
          <a:lstStyle/>
          <a:p>
            <a:endParaRPr lang="en-ZA"/>
          </a:p>
        </p:txBody>
      </p:sp>
      <p:sp>
        <p:nvSpPr>
          <p:cNvPr id="51" name="Shape 49"/>
          <p:cNvSpPr/>
          <p:nvPr/>
        </p:nvSpPr>
        <p:spPr>
          <a:xfrm>
            <a:off x="8065008" y="987552"/>
            <a:ext cx="155448" cy="155448"/>
          </a:xfrm>
          <a:prstGeom prst="rect">
            <a:avLst/>
          </a:prstGeom>
          <a:solidFill>
            <a:srgbClr val="1F2933"/>
          </a:solidFill>
          <a:ln w="12700">
            <a:solidFill>
              <a:srgbClr val="1F2933"/>
            </a:solidFill>
            <a:prstDash val="solid"/>
          </a:ln>
        </p:spPr>
        <p:txBody>
          <a:bodyPr/>
          <a:lstStyle/>
          <a:p>
            <a:endParaRPr lang="en-ZA"/>
          </a:p>
        </p:txBody>
      </p:sp>
      <p:sp>
        <p:nvSpPr>
          <p:cNvPr id="52" name="Shape 50"/>
          <p:cNvSpPr/>
          <p:nvPr/>
        </p:nvSpPr>
        <p:spPr>
          <a:xfrm>
            <a:off x="8238744" y="987552"/>
            <a:ext cx="155448" cy="155448"/>
          </a:xfrm>
          <a:prstGeom prst="rect">
            <a:avLst/>
          </a:prstGeom>
          <a:solidFill>
            <a:srgbClr val="1F2933"/>
          </a:solidFill>
          <a:ln w="12700">
            <a:solidFill>
              <a:srgbClr val="1F2933"/>
            </a:solidFill>
            <a:prstDash val="solid"/>
          </a:ln>
        </p:spPr>
        <p:txBody>
          <a:bodyPr/>
          <a:lstStyle/>
          <a:p>
            <a:endParaRPr lang="en-ZA"/>
          </a:p>
        </p:txBody>
      </p:sp>
      <p:sp>
        <p:nvSpPr>
          <p:cNvPr id="53" name="Shape 51"/>
          <p:cNvSpPr/>
          <p:nvPr/>
        </p:nvSpPr>
        <p:spPr>
          <a:xfrm>
            <a:off x="8412480" y="987552"/>
            <a:ext cx="155448" cy="155448"/>
          </a:xfrm>
          <a:prstGeom prst="rect">
            <a:avLst/>
          </a:prstGeom>
          <a:solidFill>
            <a:srgbClr val="30363D"/>
          </a:solidFill>
          <a:ln w="12700">
            <a:solidFill>
              <a:srgbClr val="30363D"/>
            </a:solidFill>
            <a:prstDash val="solid"/>
          </a:ln>
        </p:spPr>
        <p:txBody>
          <a:bodyPr/>
          <a:lstStyle/>
          <a:p>
            <a:endParaRPr lang="en-ZA"/>
          </a:p>
        </p:txBody>
      </p:sp>
      <p:sp>
        <p:nvSpPr>
          <p:cNvPr id="54" name="Shape 52"/>
          <p:cNvSpPr/>
          <p:nvPr/>
        </p:nvSpPr>
        <p:spPr>
          <a:xfrm>
            <a:off x="8586216" y="987552"/>
            <a:ext cx="155448" cy="155448"/>
          </a:xfrm>
          <a:prstGeom prst="rect">
            <a:avLst/>
          </a:prstGeom>
          <a:solidFill>
            <a:srgbClr val="1F2933"/>
          </a:solidFill>
          <a:ln w="12700">
            <a:solidFill>
              <a:srgbClr val="1F2933"/>
            </a:solidFill>
            <a:prstDash val="solid"/>
          </a:ln>
        </p:spPr>
        <p:txBody>
          <a:bodyPr/>
          <a:lstStyle/>
          <a:p>
            <a:endParaRPr lang="en-ZA"/>
          </a:p>
        </p:txBody>
      </p:sp>
      <p:sp>
        <p:nvSpPr>
          <p:cNvPr id="55" name="Shape 53"/>
          <p:cNvSpPr/>
          <p:nvPr/>
        </p:nvSpPr>
        <p:spPr>
          <a:xfrm>
            <a:off x="8759952" y="987552"/>
            <a:ext cx="155448" cy="155448"/>
          </a:xfrm>
          <a:prstGeom prst="rect">
            <a:avLst/>
          </a:prstGeom>
          <a:solidFill>
            <a:srgbClr val="2EA043"/>
          </a:solidFill>
          <a:ln w="12700">
            <a:solidFill>
              <a:srgbClr val="2EA043"/>
            </a:solidFill>
            <a:prstDash val="solid"/>
          </a:ln>
        </p:spPr>
        <p:txBody>
          <a:bodyPr/>
          <a:lstStyle/>
          <a:p>
            <a:endParaRPr lang="en-ZA"/>
          </a:p>
        </p:txBody>
      </p:sp>
      <p:sp>
        <p:nvSpPr>
          <p:cNvPr id="56" name="Shape 54"/>
          <p:cNvSpPr/>
          <p:nvPr/>
        </p:nvSpPr>
        <p:spPr>
          <a:xfrm>
            <a:off x="8933688" y="987552"/>
            <a:ext cx="155448" cy="155448"/>
          </a:xfrm>
          <a:prstGeom prst="rect">
            <a:avLst/>
          </a:prstGeom>
          <a:solidFill>
            <a:srgbClr val="1F2933"/>
          </a:solidFill>
          <a:ln w="12700">
            <a:solidFill>
              <a:srgbClr val="1F2933"/>
            </a:solidFill>
            <a:prstDash val="solid"/>
          </a:ln>
        </p:spPr>
        <p:txBody>
          <a:bodyPr/>
          <a:lstStyle/>
          <a:p>
            <a:endParaRPr lang="en-ZA"/>
          </a:p>
        </p:txBody>
      </p:sp>
      <p:sp>
        <p:nvSpPr>
          <p:cNvPr id="57" name="Shape 55"/>
          <p:cNvSpPr/>
          <p:nvPr/>
        </p:nvSpPr>
        <p:spPr>
          <a:xfrm>
            <a:off x="9107424" y="987552"/>
            <a:ext cx="155448" cy="155448"/>
          </a:xfrm>
          <a:prstGeom prst="rect">
            <a:avLst/>
          </a:prstGeom>
          <a:solidFill>
            <a:srgbClr val="1F2933"/>
          </a:solidFill>
          <a:ln w="12700">
            <a:solidFill>
              <a:srgbClr val="1F2933"/>
            </a:solidFill>
            <a:prstDash val="solid"/>
          </a:ln>
        </p:spPr>
        <p:txBody>
          <a:bodyPr/>
          <a:lstStyle/>
          <a:p>
            <a:endParaRPr lang="en-ZA"/>
          </a:p>
        </p:txBody>
      </p:sp>
      <p:sp>
        <p:nvSpPr>
          <p:cNvPr id="58" name="Shape 56"/>
          <p:cNvSpPr/>
          <p:nvPr/>
        </p:nvSpPr>
        <p:spPr>
          <a:xfrm>
            <a:off x="9281160" y="987552"/>
            <a:ext cx="155448" cy="155448"/>
          </a:xfrm>
          <a:prstGeom prst="rect">
            <a:avLst/>
          </a:prstGeom>
          <a:solidFill>
            <a:srgbClr val="1F2933"/>
          </a:solidFill>
          <a:ln w="12700">
            <a:solidFill>
              <a:srgbClr val="1F2933"/>
            </a:solidFill>
            <a:prstDash val="solid"/>
          </a:ln>
        </p:spPr>
        <p:txBody>
          <a:bodyPr/>
          <a:lstStyle/>
          <a:p>
            <a:endParaRPr lang="en-ZA"/>
          </a:p>
        </p:txBody>
      </p:sp>
      <p:sp>
        <p:nvSpPr>
          <p:cNvPr id="59" name="Shape 57"/>
          <p:cNvSpPr/>
          <p:nvPr/>
        </p:nvSpPr>
        <p:spPr>
          <a:xfrm>
            <a:off x="9454896" y="987552"/>
            <a:ext cx="155448" cy="155448"/>
          </a:xfrm>
          <a:prstGeom prst="rect">
            <a:avLst/>
          </a:prstGeom>
          <a:solidFill>
            <a:srgbClr val="1F2933"/>
          </a:solidFill>
          <a:ln w="12700">
            <a:solidFill>
              <a:srgbClr val="1F2933"/>
            </a:solidFill>
            <a:prstDash val="solid"/>
          </a:ln>
        </p:spPr>
        <p:txBody>
          <a:bodyPr/>
          <a:lstStyle/>
          <a:p>
            <a:endParaRPr lang="en-ZA"/>
          </a:p>
        </p:txBody>
      </p:sp>
      <p:sp>
        <p:nvSpPr>
          <p:cNvPr id="60" name="Shape 58"/>
          <p:cNvSpPr/>
          <p:nvPr/>
        </p:nvSpPr>
        <p:spPr>
          <a:xfrm>
            <a:off x="9628632" y="987552"/>
            <a:ext cx="155448" cy="155448"/>
          </a:xfrm>
          <a:prstGeom prst="rect">
            <a:avLst/>
          </a:prstGeom>
          <a:solidFill>
            <a:srgbClr val="1F2933"/>
          </a:solidFill>
          <a:ln w="12700">
            <a:solidFill>
              <a:srgbClr val="1F2933"/>
            </a:solidFill>
            <a:prstDash val="solid"/>
          </a:ln>
        </p:spPr>
        <p:txBody>
          <a:bodyPr/>
          <a:lstStyle/>
          <a:p>
            <a:endParaRPr lang="en-ZA"/>
          </a:p>
        </p:txBody>
      </p:sp>
      <p:sp>
        <p:nvSpPr>
          <p:cNvPr id="61" name="Shape 59"/>
          <p:cNvSpPr/>
          <p:nvPr/>
        </p:nvSpPr>
        <p:spPr>
          <a:xfrm>
            <a:off x="9802368" y="987552"/>
            <a:ext cx="155448" cy="155448"/>
          </a:xfrm>
          <a:prstGeom prst="rect">
            <a:avLst/>
          </a:prstGeom>
          <a:solidFill>
            <a:srgbClr val="1F2933"/>
          </a:solidFill>
          <a:ln w="12700">
            <a:solidFill>
              <a:srgbClr val="1F2933"/>
            </a:solidFill>
            <a:prstDash val="solid"/>
          </a:ln>
        </p:spPr>
        <p:txBody>
          <a:bodyPr/>
          <a:lstStyle/>
          <a:p>
            <a:endParaRPr lang="en-ZA"/>
          </a:p>
        </p:txBody>
      </p:sp>
      <p:sp>
        <p:nvSpPr>
          <p:cNvPr id="62" name="Shape 60"/>
          <p:cNvSpPr/>
          <p:nvPr/>
        </p:nvSpPr>
        <p:spPr>
          <a:xfrm>
            <a:off x="9976104" y="987552"/>
            <a:ext cx="155448" cy="155448"/>
          </a:xfrm>
          <a:prstGeom prst="rect">
            <a:avLst/>
          </a:prstGeom>
          <a:solidFill>
            <a:srgbClr val="1F2933"/>
          </a:solidFill>
          <a:ln w="12700">
            <a:solidFill>
              <a:srgbClr val="1F2933"/>
            </a:solidFill>
            <a:prstDash val="solid"/>
          </a:ln>
        </p:spPr>
        <p:txBody>
          <a:bodyPr/>
          <a:lstStyle/>
          <a:p>
            <a:endParaRPr lang="en-ZA"/>
          </a:p>
        </p:txBody>
      </p:sp>
      <p:sp>
        <p:nvSpPr>
          <p:cNvPr id="63" name="Shape 61"/>
          <p:cNvSpPr/>
          <p:nvPr/>
        </p:nvSpPr>
        <p:spPr>
          <a:xfrm>
            <a:off x="10149840" y="987552"/>
            <a:ext cx="155448" cy="155448"/>
          </a:xfrm>
          <a:prstGeom prst="rect">
            <a:avLst/>
          </a:prstGeom>
          <a:solidFill>
            <a:srgbClr val="30363D"/>
          </a:solidFill>
          <a:ln w="12700">
            <a:solidFill>
              <a:srgbClr val="30363D"/>
            </a:solidFill>
            <a:prstDash val="solid"/>
          </a:ln>
        </p:spPr>
        <p:txBody>
          <a:bodyPr/>
          <a:lstStyle/>
          <a:p>
            <a:endParaRPr lang="en-ZA"/>
          </a:p>
        </p:txBody>
      </p:sp>
      <p:sp>
        <p:nvSpPr>
          <p:cNvPr id="64" name="Shape 62"/>
          <p:cNvSpPr/>
          <p:nvPr/>
        </p:nvSpPr>
        <p:spPr>
          <a:xfrm>
            <a:off x="10323576" y="987552"/>
            <a:ext cx="155448" cy="155448"/>
          </a:xfrm>
          <a:prstGeom prst="rect">
            <a:avLst/>
          </a:prstGeom>
          <a:solidFill>
            <a:srgbClr val="1F2933"/>
          </a:solidFill>
          <a:ln w="12700">
            <a:solidFill>
              <a:srgbClr val="1F2933"/>
            </a:solidFill>
            <a:prstDash val="solid"/>
          </a:ln>
        </p:spPr>
        <p:txBody>
          <a:bodyPr/>
          <a:lstStyle/>
          <a:p>
            <a:endParaRPr lang="en-ZA"/>
          </a:p>
        </p:txBody>
      </p:sp>
      <p:sp>
        <p:nvSpPr>
          <p:cNvPr id="65" name="Shape 63"/>
          <p:cNvSpPr/>
          <p:nvPr/>
        </p:nvSpPr>
        <p:spPr>
          <a:xfrm>
            <a:off x="10497312" y="987552"/>
            <a:ext cx="155448" cy="155448"/>
          </a:xfrm>
          <a:prstGeom prst="rect">
            <a:avLst/>
          </a:prstGeom>
          <a:solidFill>
            <a:srgbClr val="1F2933"/>
          </a:solidFill>
          <a:ln w="12700">
            <a:solidFill>
              <a:srgbClr val="1F2933"/>
            </a:solidFill>
            <a:prstDash val="solid"/>
          </a:ln>
        </p:spPr>
        <p:txBody>
          <a:bodyPr/>
          <a:lstStyle/>
          <a:p>
            <a:endParaRPr lang="en-ZA"/>
          </a:p>
        </p:txBody>
      </p:sp>
      <p:sp>
        <p:nvSpPr>
          <p:cNvPr id="66" name="Shape 64"/>
          <p:cNvSpPr/>
          <p:nvPr/>
        </p:nvSpPr>
        <p:spPr>
          <a:xfrm>
            <a:off x="10671048" y="987552"/>
            <a:ext cx="155448" cy="155448"/>
          </a:xfrm>
          <a:prstGeom prst="rect">
            <a:avLst/>
          </a:prstGeom>
          <a:solidFill>
            <a:srgbClr val="1F2933"/>
          </a:solidFill>
          <a:ln w="12700">
            <a:solidFill>
              <a:srgbClr val="1F2933"/>
            </a:solidFill>
            <a:prstDash val="solid"/>
          </a:ln>
        </p:spPr>
        <p:txBody>
          <a:bodyPr/>
          <a:lstStyle/>
          <a:p>
            <a:endParaRPr lang="en-ZA"/>
          </a:p>
        </p:txBody>
      </p:sp>
      <p:sp>
        <p:nvSpPr>
          <p:cNvPr id="67" name="Shape 65"/>
          <p:cNvSpPr/>
          <p:nvPr/>
        </p:nvSpPr>
        <p:spPr>
          <a:xfrm>
            <a:off x="10844784" y="987552"/>
            <a:ext cx="155448" cy="155448"/>
          </a:xfrm>
          <a:prstGeom prst="rect">
            <a:avLst/>
          </a:prstGeom>
          <a:solidFill>
            <a:srgbClr val="30363D"/>
          </a:solidFill>
          <a:ln w="12700">
            <a:solidFill>
              <a:srgbClr val="30363D"/>
            </a:solidFill>
            <a:prstDash val="solid"/>
          </a:ln>
        </p:spPr>
        <p:txBody>
          <a:bodyPr/>
          <a:lstStyle/>
          <a:p>
            <a:endParaRPr lang="en-ZA"/>
          </a:p>
        </p:txBody>
      </p:sp>
      <p:sp>
        <p:nvSpPr>
          <p:cNvPr id="68" name="Shape 66"/>
          <p:cNvSpPr/>
          <p:nvPr/>
        </p:nvSpPr>
        <p:spPr>
          <a:xfrm>
            <a:off x="11018520" y="987552"/>
            <a:ext cx="155448" cy="155448"/>
          </a:xfrm>
          <a:prstGeom prst="rect">
            <a:avLst/>
          </a:prstGeom>
          <a:solidFill>
            <a:srgbClr val="1F2933"/>
          </a:solidFill>
          <a:ln w="12700">
            <a:solidFill>
              <a:srgbClr val="1F2933"/>
            </a:solidFill>
            <a:prstDash val="solid"/>
          </a:ln>
        </p:spPr>
        <p:txBody>
          <a:bodyPr/>
          <a:lstStyle/>
          <a:p>
            <a:endParaRPr lang="en-ZA"/>
          </a:p>
        </p:txBody>
      </p:sp>
      <p:sp>
        <p:nvSpPr>
          <p:cNvPr id="69" name="Shape 67"/>
          <p:cNvSpPr/>
          <p:nvPr/>
        </p:nvSpPr>
        <p:spPr>
          <a:xfrm>
            <a:off x="11192256" y="987552"/>
            <a:ext cx="155448" cy="155448"/>
          </a:xfrm>
          <a:prstGeom prst="rect">
            <a:avLst/>
          </a:prstGeom>
          <a:solidFill>
            <a:srgbClr val="1F2933"/>
          </a:solidFill>
          <a:ln w="12700">
            <a:solidFill>
              <a:srgbClr val="1F2933"/>
            </a:solidFill>
            <a:prstDash val="solid"/>
          </a:ln>
        </p:spPr>
        <p:txBody>
          <a:bodyPr/>
          <a:lstStyle/>
          <a:p>
            <a:endParaRPr lang="en-ZA"/>
          </a:p>
        </p:txBody>
      </p:sp>
      <p:sp>
        <p:nvSpPr>
          <p:cNvPr id="70" name="Shape 68"/>
          <p:cNvSpPr/>
          <p:nvPr/>
        </p:nvSpPr>
        <p:spPr>
          <a:xfrm>
            <a:off x="7543800" y="1161288"/>
            <a:ext cx="155448" cy="155448"/>
          </a:xfrm>
          <a:prstGeom prst="rect">
            <a:avLst/>
          </a:prstGeom>
          <a:solidFill>
            <a:srgbClr val="30363D"/>
          </a:solidFill>
          <a:ln w="12700">
            <a:solidFill>
              <a:srgbClr val="30363D"/>
            </a:solidFill>
            <a:prstDash val="solid"/>
          </a:ln>
        </p:spPr>
        <p:txBody>
          <a:bodyPr/>
          <a:lstStyle/>
          <a:p>
            <a:endParaRPr lang="en-ZA"/>
          </a:p>
        </p:txBody>
      </p:sp>
      <p:sp>
        <p:nvSpPr>
          <p:cNvPr id="71" name="Shape 69"/>
          <p:cNvSpPr/>
          <p:nvPr/>
        </p:nvSpPr>
        <p:spPr>
          <a:xfrm>
            <a:off x="7717536" y="1161288"/>
            <a:ext cx="155448" cy="155448"/>
          </a:xfrm>
          <a:prstGeom prst="rect">
            <a:avLst/>
          </a:prstGeom>
          <a:solidFill>
            <a:srgbClr val="1F2933"/>
          </a:solidFill>
          <a:ln w="12700">
            <a:solidFill>
              <a:srgbClr val="1F2933"/>
            </a:solidFill>
            <a:prstDash val="solid"/>
          </a:ln>
        </p:spPr>
        <p:txBody>
          <a:bodyPr/>
          <a:lstStyle/>
          <a:p>
            <a:endParaRPr lang="en-ZA"/>
          </a:p>
        </p:txBody>
      </p:sp>
      <p:sp>
        <p:nvSpPr>
          <p:cNvPr id="72" name="Shape 70"/>
          <p:cNvSpPr/>
          <p:nvPr/>
        </p:nvSpPr>
        <p:spPr>
          <a:xfrm>
            <a:off x="7891272" y="1161288"/>
            <a:ext cx="155448" cy="155448"/>
          </a:xfrm>
          <a:prstGeom prst="rect">
            <a:avLst/>
          </a:prstGeom>
          <a:solidFill>
            <a:srgbClr val="1F2933"/>
          </a:solidFill>
          <a:ln w="12700">
            <a:solidFill>
              <a:srgbClr val="1F2933"/>
            </a:solidFill>
            <a:prstDash val="solid"/>
          </a:ln>
        </p:spPr>
        <p:txBody>
          <a:bodyPr/>
          <a:lstStyle/>
          <a:p>
            <a:endParaRPr lang="en-ZA"/>
          </a:p>
        </p:txBody>
      </p:sp>
      <p:sp>
        <p:nvSpPr>
          <p:cNvPr id="73" name="Shape 71"/>
          <p:cNvSpPr/>
          <p:nvPr/>
        </p:nvSpPr>
        <p:spPr>
          <a:xfrm>
            <a:off x="8065008" y="1161288"/>
            <a:ext cx="155448" cy="155448"/>
          </a:xfrm>
          <a:prstGeom prst="rect">
            <a:avLst/>
          </a:prstGeom>
          <a:solidFill>
            <a:srgbClr val="1F2933"/>
          </a:solidFill>
          <a:ln w="12700">
            <a:solidFill>
              <a:srgbClr val="1F2933"/>
            </a:solidFill>
            <a:prstDash val="solid"/>
          </a:ln>
        </p:spPr>
        <p:txBody>
          <a:bodyPr/>
          <a:lstStyle/>
          <a:p>
            <a:endParaRPr lang="en-ZA"/>
          </a:p>
        </p:txBody>
      </p:sp>
      <p:sp>
        <p:nvSpPr>
          <p:cNvPr id="74" name="Shape 72"/>
          <p:cNvSpPr/>
          <p:nvPr/>
        </p:nvSpPr>
        <p:spPr>
          <a:xfrm>
            <a:off x="8238744" y="1161288"/>
            <a:ext cx="155448" cy="155448"/>
          </a:xfrm>
          <a:prstGeom prst="rect">
            <a:avLst/>
          </a:prstGeom>
          <a:solidFill>
            <a:srgbClr val="1F2933"/>
          </a:solidFill>
          <a:ln w="12700">
            <a:solidFill>
              <a:srgbClr val="1F2933"/>
            </a:solidFill>
            <a:prstDash val="solid"/>
          </a:ln>
        </p:spPr>
        <p:txBody>
          <a:bodyPr/>
          <a:lstStyle/>
          <a:p>
            <a:endParaRPr lang="en-ZA"/>
          </a:p>
        </p:txBody>
      </p:sp>
      <p:sp>
        <p:nvSpPr>
          <p:cNvPr id="75" name="Shape 73"/>
          <p:cNvSpPr/>
          <p:nvPr/>
        </p:nvSpPr>
        <p:spPr>
          <a:xfrm>
            <a:off x="8412480" y="1161288"/>
            <a:ext cx="155448" cy="155448"/>
          </a:xfrm>
          <a:prstGeom prst="rect">
            <a:avLst/>
          </a:prstGeom>
          <a:solidFill>
            <a:srgbClr val="1F2933"/>
          </a:solidFill>
          <a:ln w="12700">
            <a:solidFill>
              <a:srgbClr val="1F2933"/>
            </a:solidFill>
            <a:prstDash val="solid"/>
          </a:ln>
        </p:spPr>
        <p:txBody>
          <a:bodyPr/>
          <a:lstStyle/>
          <a:p>
            <a:endParaRPr lang="en-ZA"/>
          </a:p>
        </p:txBody>
      </p:sp>
      <p:sp>
        <p:nvSpPr>
          <p:cNvPr id="76" name="Shape 74"/>
          <p:cNvSpPr/>
          <p:nvPr/>
        </p:nvSpPr>
        <p:spPr>
          <a:xfrm>
            <a:off x="8586216" y="1161288"/>
            <a:ext cx="155448" cy="155448"/>
          </a:xfrm>
          <a:prstGeom prst="rect">
            <a:avLst/>
          </a:prstGeom>
          <a:solidFill>
            <a:srgbClr val="1F2933"/>
          </a:solidFill>
          <a:ln w="12700">
            <a:solidFill>
              <a:srgbClr val="1F2933"/>
            </a:solidFill>
            <a:prstDash val="solid"/>
          </a:ln>
        </p:spPr>
        <p:txBody>
          <a:bodyPr/>
          <a:lstStyle/>
          <a:p>
            <a:endParaRPr lang="en-ZA"/>
          </a:p>
        </p:txBody>
      </p:sp>
      <p:sp>
        <p:nvSpPr>
          <p:cNvPr id="77" name="Shape 75"/>
          <p:cNvSpPr/>
          <p:nvPr/>
        </p:nvSpPr>
        <p:spPr>
          <a:xfrm>
            <a:off x="8759952" y="1161288"/>
            <a:ext cx="155448" cy="155448"/>
          </a:xfrm>
          <a:prstGeom prst="rect">
            <a:avLst/>
          </a:prstGeom>
          <a:solidFill>
            <a:srgbClr val="2EA043"/>
          </a:solidFill>
          <a:ln w="12700">
            <a:solidFill>
              <a:srgbClr val="2EA043"/>
            </a:solidFill>
            <a:prstDash val="solid"/>
          </a:ln>
        </p:spPr>
        <p:txBody>
          <a:bodyPr/>
          <a:lstStyle/>
          <a:p>
            <a:endParaRPr lang="en-ZA"/>
          </a:p>
        </p:txBody>
      </p:sp>
      <p:sp>
        <p:nvSpPr>
          <p:cNvPr id="78" name="Shape 76"/>
          <p:cNvSpPr/>
          <p:nvPr/>
        </p:nvSpPr>
        <p:spPr>
          <a:xfrm>
            <a:off x="8933688" y="1161288"/>
            <a:ext cx="155448" cy="155448"/>
          </a:xfrm>
          <a:prstGeom prst="rect">
            <a:avLst/>
          </a:prstGeom>
          <a:solidFill>
            <a:srgbClr val="1F2933"/>
          </a:solidFill>
          <a:ln w="12700">
            <a:solidFill>
              <a:srgbClr val="1F2933"/>
            </a:solidFill>
            <a:prstDash val="solid"/>
          </a:ln>
        </p:spPr>
        <p:txBody>
          <a:bodyPr/>
          <a:lstStyle/>
          <a:p>
            <a:endParaRPr lang="en-ZA"/>
          </a:p>
        </p:txBody>
      </p:sp>
      <p:sp>
        <p:nvSpPr>
          <p:cNvPr id="79" name="Shape 77"/>
          <p:cNvSpPr/>
          <p:nvPr/>
        </p:nvSpPr>
        <p:spPr>
          <a:xfrm>
            <a:off x="9107424" y="1161288"/>
            <a:ext cx="155448" cy="155448"/>
          </a:xfrm>
          <a:prstGeom prst="rect">
            <a:avLst/>
          </a:prstGeom>
          <a:solidFill>
            <a:srgbClr val="1F2933"/>
          </a:solidFill>
          <a:ln w="12700">
            <a:solidFill>
              <a:srgbClr val="1F2933"/>
            </a:solidFill>
            <a:prstDash val="solid"/>
          </a:ln>
        </p:spPr>
        <p:txBody>
          <a:bodyPr/>
          <a:lstStyle/>
          <a:p>
            <a:endParaRPr lang="en-ZA"/>
          </a:p>
        </p:txBody>
      </p:sp>
      <p:sp>
        <p:nvSpPr>
          <p:cNvPr id="80" name="Shape 78"/>
          <p:cNvSpPr/>
          <p:nvPr/>
        </p:nvSpPr>
        <p:spPr>
          <a:xfrm>
            <a:off x="9281160" y="1161288"/>
            <a:ext cx="155448" cy="155448"/>
          </a:xfrm>
          <a:prstGeom prst="rect">
            <a:avLst/>
          </a:prstGeom>
          <a:solidFill>
            <a:srgbClr val="1F2933"/>
          </a:solidFill>
          <a:ln w="12700">
            <a:solidFill>
              <a:srgbClr val="1F2933"/>
            </a:solidFill>
            <a:prstDash val="solid"/>
          </a:ln>
        </p:spPr>
        <p:txBody>
          <a:bodyPr/>
          <a:lstStyle/>
          <a:p>
            <a:endParaRPr lang="en-ZA"/>
          </a:p>
        </p:txBody>
      </p:sp>
      <p:sp>
        <p:nvSpPr>
          <p:cNvPr id="81" name="Shape 79"/>
          <p:cNvSpPr/>
          <p:nvPr/>
        </p:nvSpPr>
        <p:spPr>
          <a:xfrm>
            <a:off x="9454896" y="1161288"/>
            <a:ext cx="155448" cy="155448"/>
          </a:xfrm>
          <a:prstGeom prst="rect">
            <a:avLst/>
          </a:prstGeom>
          <a:solidFill>
            <a:srgbClr val="1F2933"/>
          </a:solidFill>
          <a:ln w="12700">
            <a:solidFill>
              <a:srgbClr val="1F2933"/>
            </a:solidFill>
            <a:prstDash val="solid"/>
          </a:ln>
        </p:spPr>
        <p:txBody>
          <a:bodyPr/>
          <a:lstStyle/>
          <a:p>
            <a:endParaRPr lang="en-ZA"/>
          </a:p>
        </p:txBody>
      </p:sp>
      <p:sp>
        <p:nvSpPr>
          <p:cNvPr id="82" name="Shape 80"/>
          <p:cNvSpPr/>
          <p:nvPr/>
        </p:nvSpPr>
        <p:spPr>
          <a:xfrm>
            <a:off x="9628632" y="1161288"/>
            <a:ext cx="155448" cy="155448"/>
          </a:xfrm>
          <a:prstGeom prst="rect">
            <a:avLst/>
          </a:prstGeom>
          <a:solidFill>
            <a:srgbClr val="1F2933"/>
          </a:solidFill>
          <a:ln w="12700">
            <a:solidFill>
              <a:srgbClr val="1F2933"/>
            </a:solidFill>
            <a:prstDash val="solid"/>
          </a:ln>
        </p:spPr>
        <p:txBody>
          <a:bodyPr/>
          <a:lstStyle/>
          <a:p>
            <a:endParaRPr lang="en-ZA"/>
          </a:p>
        </p:txBody>
      </p:sp>
      <p:sp>
        <p:nvSpPr>
          <p:cNvPr id="83" name="Shape 81"/>
          <p:cNvSpPr/>
          <p:nvPr/>
        </p:nvSpPr>
        <p:spPr>
          <a:xfrm>
            <a:off x="9802368" y="1161288"/>
            <a:ext cx="155448" cy="155448"/>
          </a:xfrm>
          <a:prstGeom prst="rect">
            <a:avLst/>
          </a:prstGeom>
          <a:solidFill>
            <a:srgbClr val="1F2933"/>
          </a:solidFill>
          <a:ln w="12700">
            <a:solidFill>
              <a:srgbClr val="1F2933"/>
            </a:solidFill>
            <a:prstDash val="solid"/>
          </a:ln>
        </p:spPr>
        <p:txBody>
          <a:bodyPr/>
          <a:lstStyle/>
          <a:p>
            <a:endParaRPr lang="en-ZA"/>
          </a:p>
        </p:txBody>
      </p:sp>
      <p:sp>
        <p:nvSpPr>
          <p:cNvPr id="84" name="Shape 82"/>
          <p:cNvSpPr/>
          <p:nvPr/>
        </p:nvSpPr>
        <p:spPr>
          <a:xfrm>
            <a:off x="9976104" y="1161288"/>
            <a:ext cx="155448" cy="155448"/>
          </a:xfrm>
          <a:prstGeom prst="rect">
            <a:avLst/>
          </a:prstGeom>
          <a:solidFill>
            <a:srgbClr val="1F2933"/>
          </a:solidFill>
          <a:ln w="12700">
            <a:solidFill>
              <a:srgbClr val="1F2933"/>
            </a:solidFill>
            <a:prstDash val="solid"/>
          </a:ln>
        </p:spPr>
        <p:txBody>
          <a:bodyPr/>
          <a:lstStyle/>
          <a:p>
            <a:endParaRPr lang="en-ZA"/>
          </a:p>
        </p:txBody>
      </p:sp>
      <p:sp>
        <p:nvSpPr>
          <p:cNvPr id="85" name="Shape 83"/>
          <p:cNvSpPr/>
          <p:nvPr/>
        </p:nvSpPr>
        <p:spPr>
          <a:xfrm>
            <a:off x="10149840" y="1161288"/>
            <a:ext cx="155448" cy="155448"/>
          </a:xfrm>
          <a:prstGeom prst="rect">
            <a:avLst/>
          </a:prstGeom>
          <a:solidFill>
            <a:srgbClr val="1F2933"/>
          </a:solidFill>
          <a:ln w="12700">
            <a:solidFill>
              <a:srgbClr val="1F2933"/>
            </a:solidFill>
            <a:prstDash val="solid"/>
          </a:ln>
        </p:spPr>
        <p:txBody>
          <a:bodyPr/>
          <a:lstStyle/>
          <a:p>
            <a:endParaRPr lang="en-ZA"/>
          </a:p>
        </p:txBody>
      </p:sp>
      <p:sp>
        <p:nvSpPr>
          <p:cNvPr id="86" name="Shape 84"/>
          <p:cNvSpPr/>
          <p:nvPr/>
        </p:nvSpPr>
        <p:spPr>
          <a:xfrm>
            <a:off x="10323576" y="1161288"/>
            <a:ext cx="155448" cy="155448"/>
          </a:xfrm>
          <a:prstGeom prst="rect">
            <a:avLst/>
          </a:prstGeom>
          <a:solidFill>
            <a:srgbClr val="1F2933"/>
          </a:solidFill>
          <a:ln w="12700">
            <a:solidFill>
              <a:srgbClr val="1F2933"/>
            </a:solidFill>
            <a:prstDash val="solid"/>
          </a:ln>
        </p:spPr>
        <p:txBody>
          <a:bodyPr/>
          <a:lstStyle/>
          <a:p>
            <a:endParaRPr lang="en-ZA"/>
          </a:p>
        </p:txBody>
      </p:sp>
      <p:sp>
        <p:nvSpPr>
          <p:cNvPr id="87" name="Shape 85"/>
          <p:cNvSpPr/>
          <p:nvPr/>
        </p:nvSpPr>
        <p:spPr>
          <a:xfrm>
            <a:off x="10497312" y="1161288"/>
            <a:ext cx="155448" cy="155448"/>
          </a:xfrm>
          <a:prstGeom prst="rect">
            <a:avLst/>
          </a:prstGeom>
          <a:solidFill>
            <a:srgbClr val="1F2933"/>
          </a:solidFill>
          <a:ln w="12700">
            <a:solidFill>
              <a:srgbClr val="1F2933"/>
            </a:solidFill>
            <a:prstDash val="solid"/>
          </a:ln>
        </p:spPr>
        <p:txBody>
          <a:bodyPr/>
          <a:lstStyle/>
          <a:p>
            <a:endParaRPr lang="en-ZA"/>
          </a:p>
        </p:txBody>
      </p:sp>
      <p:sp>
        <p:nvSpPr>
          <p:cNvPr id="88" name="Shape 86"/>
          <p:cNvSpPr/>
          <p:nvPr/>
        </p:nvSpPr>
        <p:spPr>
          <a:xfrm>
            <a:off x="10671048" y="1161288"/>
            <a:ext cx="155448" cy="155448"/>
          </a:xfrm>
          <a:prstGeom prst="rect">
            <a:avLst/>
          </a:prstGeom>
          <a:solidFill>
            <a:srgbClr val="1F2933"/>
          </a:solidFill>
          <a:ln w="12700">
            <a:solidFill>
              <a:srgbClr val="1F2933"/>
            </a:solidFill>
            <a:prstDash val="solid"/>
          </a:ln>
        </p:spPr>
        <p:txBody>
          <a:bodyPr/>
          <a:lstStyle/>
          <a:p>
            <a:endParaRPr lang="en-ZA"/>
          </a:p>
        </p:txBody>
      </p:sp>
      <p:sp>
        <p:nvSpPr>
          <p:cNvPr id="89" name="Shape 87"/>
          <p:cNvSpPr/>
          <p:nvPr/>
        </p:nvSpPr>
        <p:spPr>
          <a:xfrm>
            <a:off x="10844784" y="1161288"/>
            <a:ext cx="155448" cy="155448"/>
          </a:xfrm>
          <a:prstGeom prst="rect">
            <a:avLst/>
          </a:prstGeom>
          <a:solidFill>
            <a:srgbClr val="1F2933"/>
          </a:solidFill>
          <a:ln w="12700">
            <a:solidFill>
              <a:srgbClr val="1F2933"/>
            </a:solidFill>
            <a:prstDash val="solid"/>
          </a:ln>
        </p:spPr>
        <p:txBody>
          <a:bodyPr/>
          <a:lstStyle/>
          <a:p>
            <a:endParaRPr lang="en-ZA"/>
          </a:p>
        </p:txBody>
      </p:sp>
      <p:sp>
        <p:nvSpPr>
          <p:cNvPr id="90" name="Shape 88"/>
          <p:cNvSpPr/>
          <p:nvPr/>
        </p:nvSpPr>
        <p:spPr>
          <a:xfrm>
            <a:off x="11018520" y="1161288"/>
            <a:ext cx="155448" cy="155448"/>
          </a:xfrm>
          <a:prstGeom prst="rect">
            <a:avLst/>
          </a:prstGeom>
          <a:solidFill>
            <a:srgbClr val="1F2933"/>
          </a:solidFill>
          <a:ln w="12700">
            <a:solidFill>
              <a:srgbClr val="1F2933"/>
            </a:solidFill>
            <a:prstDash val="solid"/>
          </a:ln>
        </p:spPr>
        <p:txBody>
          <a:bodyPr/>
          <a:lstStyle/>
          <a:p>
            <a:endParaRPr lang="en-ZA"/>
          </a:p>
        </p:txBody>
      </p:sp>
      <p:sp>
        <p:nvSpPr>
          <p:cNvPr id="91" name="Shape 89"/>
          <p:cNvSpPr/>
          <p:nvPr/>
        </p:nvSpPr>
        <p:spPr>
          <a:xfrm>
            <a:off x="11192256" y="1161288"/>
            <a:ext cx="155448" cy="155448"/>
          </a:xfrm>
          <a:prstGeom prst="rect">
            <a:avLst/>
          </a:prstGeom>
          <a:solidFill>
            <a:srgbClr val="1F2933"/>
          </a:solidFill>
          <a:ln w="12700">
            <a:solidFill>
              <a:srgbClr val="1F2933"/>
            </a:solidFill>
            <a:prstDash val="solid"/>
          </a:ln>
        </p:spPr>
        <p:txBody>
          <a:bodyPr/>
          <a:lstStyle/>
          <a:p>
            <a:endParaRPr lang="en-ZA"/>
          </a:p>
        </p:txBody>
      </p:sp>
      <p:sp>
        <p:nvSpPr>
          <p:cNvPr id="92" name="Shape 90"/>
          <p:cNvSpPr/>
          <p:nvPr/>
        </p:nvSpPr>
        <p:spPr>
          <a:xfrm>
            <a:off x="7543800" y="1335024"/>
            <a:ext cx="155448" cy="155448"/>
          </a:xfrm>
          <a:prstGeom prst="rect">
            <a:avLst/>
          </a:prstGeom>
          <a:solidFill>
            <a:srgbClr val="1F2933"/>
          </a:solidFill>
          <a:ln w="12700">
            <a:solidFill>
              <a:srgbClr val="1F2933"/>
            </a:solidFill>
            <a:prstDash val="solid"/>
          </a:ln>
        </p:spPr>
        <p:txBody>
          <a:bodyPr/>
          <a:lstStyle/>
          <a:p>
            <a:endParaRPr lang="en-ZA"/>
          </a:p>
        </p:txBody>
      </p:sp>
      <p:sp>
        <p:nvSpPr>
          <p:cNvPr id="93" name="Shape 91"/>
          <p:cNvSpPr/>
          <p:nvPr/>
        </p:nvSpPr>
        <p:spPr>
          <a:xfrm>
            <a:off x="7717536" y="1335024"/>
            <a:ext cx="155448" cy="155448"/>
          </a:xfrm>
          <a:prstGeom prst="rect">
            <a:avLst/>
          </a:prstGeom>
          <a:solidFill>
            <a:srgbClr val="1F2933"/>
          </a:solidFill>
          <a:ln w="12700">
            <a:solidFill>
              <a:srgbClr val="1F2933"/>
            </a:solidFill>
            <a:prstDash val="solid"/>
          </a:ln>
        </p:spPr>
        <p:txBody>
          <a:bodyPr/>
          <a:lstStyle/>
          <a:p>
            <a:endParaRPr lang="en-ZA"/>
          </a:p>
        </p:txBody>
      </p:sp>
      <p:sp>
        <p:nvSpPr>
          <p:cNvPr id="94" name="Shape 92"/>
          <p:cNvSpPr/>
          <p:nvPr/>
        </p:nvSpPr>
        <p:spPr>
          <a:xfrm>
            <a:off x="7891272" y="1335024"/>
            <a:ext cx="155448" cy="155448"/>
          </a:xfrm>
          <a:prstGeom prst="rect">
            <a:avLst/>
          </a:prstGeom>
          <a:solidFill>
            <a:srgbClr val="1F2933"/>
          </a:solidFill>
          <a:ln w="12700">
            <a:solidFill>
              <a:srgbClr val="1F2933"/>
            </a:solidFill>
            <a:prstDash val="solid"/>
          </a:ln>
        </p:spPr>
        <p:txBody>
          <a:bodyPr/>
          <a:lstStyle/>
          <a:p>
            <a:endParaRPr lang="en-ZA"/>
          </a:p>
        </p:txBody>
      </p:sp>
      <p:sp>
        <p:nvSpPr>
          <p:cNvPr id="95" name="Shape 93"/>
          <p:cNvSpPr/>
          <p:nvPr/>
        </p:nvSpPr>
        <p:spPr>
          <a:xfrm>
            <a:off x="8065008" y="1335024"/>
            <a:ext cx="155448" cy="155448"/>
          </a:xfrm>
          <a:prstGeom prst="rect">
            <a:avLst/>
          </a:prstGeom>
          <a:solidFill>
            <a:srgbClr val="1F2933"/>
          </a:solidFill>
          <a:ln w="12700">
            <a:solidFill>
              <a:srgbClr val="1F2933"/>
            </a:solidFill>
            <a:prstDash val="solid"/>
          </a:ln>
        </p:spPr>
        <p:txBody>
          <a:bodyPr/>
          <a:lstStyle/>
          <a:p>
            <a:endParaRPr lang="en-ZA"/>
          </a:p>
        </p:txBody>
      </p:sp>
      <p:sp>
        <p:nvSpPr>
          <p:cNvPr id="96" name="Shape 94"/>
          <p:cNvSpPr/>
          <p:nvPr/>
        </p:nvSpPr>
        <p:spPr>
          <a:xfrm>
            <a:off x="8238744" y="1335024"/>
            <a:ext cx="155448" cy="155448"/>
          </a:xfrm>
          <a:prstGeom prst="rect">
            <a:avLst/>
          </a:prstGeom>
          <a:solidFill>
            <a:srgbClr val="1F2933"/>
          </a:solidFill>
          <a:ln w="12700">
            <a:solidFill>
              <a:srgbClr val="1F2933"/>
            </a:solidFill>
            <a:prstDash val="solid"/>
          </a:ln>
        </p:spPr>
        <p:txBody>
          <a:bodyPr/>
          <a:lstStyle/>
          <a:p>
            <a:endParaRPr lang="en-ZA"/>
          </a:p>
        </p:txBody>
      </p:sp>
      <p:sp>
        <p:nvSpPr>
          <p:cNvPr id="97" name="Shape 95"/>
          <p:cNvSpPr/>
          <p:nvPr/>
        </p:nvSpPr>
        <p:spPr>
          <a:xfrm>
            <a:off x="8412480" y="1335024"/>
            <a:ext cx="155448" cy="155448"/>
          </a:xfrm>
          <a:prstGeom prst="rect">
            <a:avLst/>
          </a:prstGeom>
          <a:solidFill>
            <a:srgbClr val="1F2933"/>
          </a:solidFill>
          <a:ln w="12700">
            <a:solidFill>
              <a:srgbClr val="1F2933"/>
            </a:solidFill>
            <a:prstDash val="solid"/>
          </a:ln>
        </p:spPr>
        <p:txBody>
          <a:bodyPr/>
          <a:lstStyle/>
          <a:p>
            <a:endParaRPr lang="en-ZA"/>
          </a:p>
        </p:txBody>
      </p:sp>
      <p:sp>
        <p:nvSpPr>
          <p:cNvPr id="98" name="Shape 96"/>
          <p:cNvSpPr/>
          <p:nvPr/>
        </p:nvSpPr>
        <p:spPr>
          <a:xfrm>
            <a:off x="8586216" y="1335024"/>
            <a:ext cx="155448" cy="155448"/>
          </a:xfrm>
          <a:prstGeom prst="rect">
            <a:avLst/>
          </a:prstGeom>
          <a:solidFill>
            <a:srgbClr val="1F2933"/>
          </a:solidFill>
          <a:ln w="12700">
            <a:solidFill>
              <a:srgbClr val="1F2933"/>
            </a:solidFill>
            <a:prstDash val="solid"/>
          </a:ln>
        </p:spPr>
        <p:txBody>
          <a:bodyPr/>
          <a:lstStyle/>
          <a:p>
            <a:endParaRPr lang="en-ZA"/>
          </a:p>
        </p:txBody>
      </p:sp>
      <p:sp>
        <p:nvSpPr>
          <p:cNvPr id="99" name="Shape 97"/>
          <p:cNvSpPr/>
          <p:nvPr/>
        </p:nvSpPr>
        <p:spPr>
          <a:xfrm>
            <a:off x="8759952" y="1335024"/>
            <a:ext cx="155448" cy="155448"/>
          </a:xfrm>
          <a:prstGeom prst="rect">
            <a:avLst/>
          </a:prstGeom>
          <a:solidFill>
            <a:srgbClr val="2EA043"/>
          </a:solidFill>
          <a:ln w="12700">
            <a:solidFill>
              <a:srgbClr val="2EA043"/>
            </a:solidFill>
            <a:prstDash val="solid"/>
          </a:ln>
        </p:spPr>
        <p:txBody>
          <a:bodyPr/>
          <a:lstStyle/>
          <a:p>
            <a:endParaRPr lang="en-ZA"/>
          </a:p>
        </p:txBody>
      </p:sp>
      <p:sp>
        <p:nvSpPr>
          <p:cNvPr id="100" name="Shape 98"/>
          <p:cNvSpPr/>
          <p:nvPr/>
        </p:nvSpPr>
        <p:spPr>
          <a:xfrm>
            <a:off x="8933688" y="1335024"/>
            <a:ext cx="155448" cy="155448"/>
          </a:xfrm>
          <a:prstGeom prst="rect">
            <a:avLst/>
          </a:prstGeom>
          <a:solidFill>
            <a:srgbClr val="1F2933"/>
          </a:solidFill>
          <a:ln w="12700">
            <a:solidFill>
              <a:srgbClr val="1F2933"/>
            </a:solidFill>
            <a:prstDash val="solid"/>
          </a:ln>
        </p:spPr>
        <p:txBody>
          <a:bodyPr/>
          <a:lstStyle/>
          <a:p>
            <a:endParaRPr lang="en-ZA"/>
          </a:p>
        </p:txBody>
      </p:sp>
      <p:sp>
        <p:nvSpPr>
          <p:cNvPr id="101" name="Shape 99"/>
          <p:cNvSpPr/>
          <p:nvPr/>
        </p:nvSpPr>
        <p:spPr>
          <a:xfrm>
            <a:off x="9107424" y="1335024"/>
            <a:ext cx="155448" cy="155448"/>
          </a:xfrm>
          <a:prstGeom prst="rect">
            <a:avLst/>
          </a:prstGeom>
          <a:solidFill>
            <a:srgbClr val="1F2933"/>
          </a:solidFill>
          <a:ln w="12700">
            <a:solidFill>
              <a:srgbClr val="1F2933"/>
            </a:solidFill>
            <a:prstDash val="solid"/>
          </a:ln>
        </p:spPr>
        <p:txBody>
          <a:bodyPr/>
          <a:lstStyle/>
          <a:p>
            <a:endParaRPr lang="en-ZA"/>
          </a:p>
        </p:txBody>
      </p:sp>
      <p:sp>
        <p:nvSpPr>
          <p:cNvPr id="102" name="Shape 100"/>
          <p:cNvSpPr/>
          <p:nvPr/>
        </p:nvSpPr>
        <p:spPr>
          <a:xfrm>
            <a:off x="9281160" y="1335024"/>
            <a:ext cx="155448" cy="155448"/>
          </a:xfrm>
          <a:prstGeom prst="rect">
            <a:avLst/>
          </a:prstGeom>
          <a:solidFill>
            <a:srgbClr val="1F2933"/>
          </a:solidFill>
          <a:ln w="12700">
            <a:solidFill>
              <a:srgbClr val="1F2933"/>
            </a:solidFill>
            <a:prstDash val="solid"/>
          </a:ln>
        </p:spPr>
        <p:txBody>
          <a:bodyPr/>
          <a:lstStyle/>
          <a:p>
            <a:endParaRPr lang="en-ZA"/>
          </a:p>
        </p:txBody>
      </p:sp>
      <p:sp>
        <p:nvSpPr>
          <p:cNvPr id="103" name="Shape 101"/>
          <p:cNvSpPr/>
          <p:nvPr/>
        </p:nvSpPr>
        <p:spPr>
          <a:xfrm>
            <a:off x="9454896" y="1335024"/>
            <a:ext cx="155448" cy="155448"/>
          </a:xfrm>
          <a:prstGeom prst="rect">
            <a:avLst/>
          </a:prstGeom>
          <a:solidFill>
            <a:srgbClr val="1F2933"/>
          </a:solidFill>
          <a:ln w="12700">
            <a:solidFill>
              <a:srgbClr val="1F2933"/>
            </a:solidFill>
            <a:prstDash val="solid"/>
          </a:ln>
        </p:spPr>
        <p:txBody>
          <a:bodyPr/>
          <a:lstStyle/>
          <a:p>
            <a:endParaRPr lang="en-ZA"/>
          </a:p>
        </p:txBody>
      </p:sp>
      <p:sp>
        <p:nvSpPr>
          <p:cNvPr id="104" name="Shape 102"/>
          <p:cNvSpPr/>
          <p:nvPr/>
        </p:nvSpPr>
        <p:spPr>
          <a:xfrm>
            <a:off x="9628632" y="1335024"/>
            <a:ext cx="155448" cy="155448"/>
          </a:xfrm>
          <a:prstGeom prst="rect">
            <a:avLst/>
          </a:prstGeom>
          <a:solidFill>
            <a:srgbClr val="30363D"/>
          </a:solidFill>
          <a:ln w="12700">
            <a:solidFill>
              <a:srgbClr val="30363D"/>
            </a:solidFill>
            <a:prstDash val="solid"/>
          </a:ln>
        </p:spPr>
        <p:txBody>
          <a:bodyPr/>
          <a:lstStyle/>
          <a:p>
            <a:endParaRPr lang="en-ZA"/>
          </a:p>
        </p:txBody>
      </p:sp>
      <p:sp>
        <p:nvSpPr>
          <p:cNvPr id="105" name="Shape 103"/>
          <p:cNvSpPr/>
          <p:nvPr/>
        </p:nvSpPr>
        <p:spPr>
          <a:xfrm>
            <a:off x="9802368" y="1335024"/>
            <a:ext cx="155448" cy="155448"/>
          </a:xfrm>
          <a:prstGeom prst="rect">
            <a:avLst/>
          </a:prstGeom>
          <a:solidFill>
            <a:srgbClr val="1F2933"/>
          </a:solidFill>
          <a:ln w="12700">
            <a:solidFill>
              <a:srgbClr val="1F2933"/>
            </a:solidFill>
            <a:prstDash val="solid"/>
          </a:ln>
        </p:spPr>
        <p:txBody>
          <a:bodyPr/>
          <a:lstStyle/>
          <a:p>
            <a:endParaRPr lang="en-ZA"/>
          </a:p>
        </p:txBody>
      </p:sp>
      <p:sp>
        <p:nvSpPr>
          <p:cNvPr id="106" name="Shape 104"/>
          <p:cNvSpPr/>
          <p:nvPr/>
        </p:nvSpPr>
        <p:spPr>
          <a:xfrm>
            <a:off x="9976104" y="1335024"/>
            <a:ext cx="155448" cy="155448"/>
          </a:xfrm>
          <a:prstGeom prst="rect">
            <a:avLst/>
          </a:prstGeom>
          <a:solidFill>
            <a:srgbClr val="30363D"/>
          </a:solidFill>
          <a:ln w="12700">
            <a:solidFill>
              <a:srgbClr val="30363D"/>
            </a:solidFill>
            <a:prstDash val="solid"/>
          </a:ln>
        </p:spPr>
        <p:txBody>
          <a:bodyPr/>
          <a:lstStyle/>
          <a:p>
            <a:endParaRPr lang="en-ZA"/>
          </a:p>
        </p:txBody>
      </p:sp>
      <p:sp>
        <p:nvSpPr>
          <p:cNvPr id="107" name="Shape 105"/>
          <p:cNvSpPr/>
          <p:nvPr/>
        </p:nvSpPr>
        <p:spPr>
          <a:xfrm>
            <a:off x="10149840" y="1335024"/>
            <a:ext cx="155448" cy="155448"/>
          </a:xfrm>
          <a:prstGeom prst="rect">
            <a:avLst/>
          </a:prstGeom>
          <a:solidFill>
            <a:srgbClr val="1F2933"/>
          </a:solidFill>
          <a:ln w="12700">
            <a:solidFill>
              <a:srgbClr val="1F2933"/>
            </a:solidFill>
            <a:prstDash val="solid"/>
          </a:ln>
        </p:spPr>
        <p:txBody>
          <a:bodyPr/>
          <a:lstStyle/>
          <a:p>
            <a:endParaRPr lang="en-ZA"/>
          </a:p>
        </p:txBody>
      </p:sp>
      <p:sp>
        <p:nvSpPr>
          <p:cNvPr id="108" name="Shape 106"/>
          <p:cNvSpPr/>
          <p:nvPr/>
        </p:nvSpPr>
        <p:spPr>
          <a:xfrm>
            <a:off x="10323576" y="1335024"/>
            <a:ext cx="155448" cy="155448"/>
          </a:xfrm>
          <a:prstGeom prst="rect">
            <a:avLst/>
          </a:prstGeom>
          <a:solidFill>
            <a:srgbClr val="1F2933"/>
          </a:solidFill>
          <a:ln w="12700">
            <a:solidFill>
              <a:srgbClr val="1F2933"/>
            </a:solidFill>
            <a:prstDash val="solid"/>
          </a:ln>
        </p:spPr>
        <p:txBody>
          <a:bodyPr/>
          <a:lstStyle/>
          <a:p>
            <a:endParaRPr lang="en-ZA"/>
          </a:p>
        </p:txBody>
      </p:sp>
      <p:sp>
        <p:nvSpPr>
          <p:cNvPr id="109" name="Shape 107"/>
          <p:cNvSpPr/>
          <p:nvPr/>
        </p:nvSpPr>
        <p:spPr>
          <a:xfrm>
            <a:off x="10497312" y="1335024"/>
            <a:ext cx="155448" cy="155448"/>
          </a:xfrm>
          <a:prstGeom prst="rect">
            <a:avLst/>
          </a:prstGeom>
          <a:solidFill>
            <a:srgbClr val="1F2933"/>
          </a:solidFill>
          <a:ln w="12700">
            <a:solidFill>
              <a:srgbClr val="1F2933"/>
            </a:solidFill>
            <a:prstDash val="solid"/>
          </a:ln>
        </p:spPr>
        <p:txBody>
          <a:bodyPr/>
          <a:lstStyle/>
          <a:p>
            <a:endParaRPr lang="en-ZA"/>
          </a:p>
        </p:txBody>
      </p:sp>
      <p:sp>
        <p:nvSpPr>
          <p:cNvPr id="110" name="Shape 108"/>
          <p:cNvSpPr/>
          <p:nvPr/>
        </p:nvSpPr>
        <p:spPr>
          <a:xfrm>
            <a:off x="10671048" y="1335024"/>
            <a:ext cx="155448" cy="155448"/>
          </a:xfrm>
          <a:prstGeom prst="rect">
            <a:avLst/>
          </a:prstGeom>
          <a:solidFill>
            <a:srgbClr val="1F2933"/>
          </a:solidFill>
          <a:ln w="12700">
            <a:solidFill>
              <a:srgbClr val="1F2933"/>
            </a:solidFill>
            <a:prstDash val="solid"/>
          </a:ln>
        </p:spPr>
        <p:txBody>
          <a:bodyPr/>
          <a:lstStyle/>
          <a:p>
            <a:endParaRPr lang="en-ZA"/>
          </a:p>
        </p:txBody>
      </p:sp>
      <p:sp>
        <p:nvSpPr>
          <p:cNvPr id="111" name="Shape 109"/>
          <p:cNvSpPr/>
          <p:nvPr/>
        </p:nvSpPr>
        <p:spPr>
          <a:xfrm>
            <a:off x="10844784" y="1335024"/>
            <a:ext cx="155448" cy="155448"/>
          </a:xfrm>
          <a:prstGeom prst="rect">
            <a:avLst/>
          </a:prstGeom>
          <a:solidFill>
            <a:srgbClr val="30363D"/>
          </a:solidFill>
          <a:ln w="12700">
            <a:solidFill>
              <a:srgbClr val="30363D"/>
            </a:solidFill>
            <a:prstDash val="solid"/>
          </a:ln>
        </p:spPr>
        <p:txBody>
          <a:bodyPr/>
          <a:lstStyle/>
          <a:p>
            <a:endParaRPr lang="en-ZA"/>
          </a:p>
        </p:txBody>
      </p:sp>
      <p:sp>
        <p:nvSpPr>
          <p:cNvPr id="112" name="Shape 110"/>
          <p:cNvSpPr/>
          <p:nvPr/>
        </p:nvSpPr>
        <p:spPr>
          <a:xfrm>
            <a:off x="11018520" y="1335024"/>
            <a:ext cx="155448" cy="155448"/>
          </a:xfrm>
          <a:prstGeom prst="rect">
            <a:avLst/>
          </a:prstGeom>
          <a:solidFill>
            <a:srgbClr val="1F2933"/>
          </a:solidFill>
          <a:ln w="12700">
            <a:solidFill>
              <a:srgbClr val="1F2933"/>
            </a:solidFill>
            <a:prstDash val="solid"/>
          </a:ln>
        </p:spPr>
        <p:txBody>
          <a:bodyPr/>
          <a:lstStyle/>
          <a:p>
            <a:endParaRPr lang="en-ZA"/>
          </a:p>
        </p:txBody>
      </p:sp>
      <p:sp>
        <p:nvSpPr>
          <p:cNvPr id="113" name="Shape 111"/>
          <p:cNvSpPr/>
          <p:nvPr/>
        </p:nvSpPr>
        <p:spPr>
          <a:xfrm>
            <a:off x="11192256" y="1335024"/>
            <a:ext cx="155448" cy="155448"/>
          </a:xfrm>
          <a:prstGeom prst="rect">
            <a:avLst/>
          </a:prstGeom>
          <a:solidFill>
            <a:srgbClr val="1F2933"/>
          </a:solidFill>
          <a:ln w="12700">
            <a:solidFill>
              <a:srgbClr val="1F2933"/>
            </a:solidFill>
            <a:prstDash val="solid"/>
          </a:ln>
        </p:spPr>
        <p:txBody>
          <a:bodyPr/>
          <a:lstStyle/>
          <a:p>
            <a:endParaRPr lang="en-ZA"/>
          </a:p>
        </p:txBody>
      </p:sp>
      <p:sp>
        <p:nvSpPr>
          <p:cNvPr id="114" name="Shape 112"/>
          <p:cNvSpPr/>
          <p:nvPr/>
        </p:nvSpPr>
        <p:spPr>
          <a:xfrm>
            <a:off x="7543800" y="1508760"/>
            <a:ext cx="155448" cy="155448"/>
          </a:xfrm>
          <a:prstGeom prst="rect">
            <a:avLst/>
          </a:prstGeom>
          <a:solidFill>
            <a:srgbClr val="30363D"/>
          </a:solidFill>
          <a:ln w="12700">
            <a:solidFill>
              <a:srgbClr val="30363D"/>
            </a:solidFill>
            <a:prstDash val="solid"/>
          </a:ln>
        </p:spPr>
        <p:txBody>
          <a:bodyPr/>
          <a:lstStyle/>
          <a:p>
            <a:endParaRPr lang="en-ZA"/>
          </a:p>
        </p:txBody>
      </p:sp>
      <p:sp>
        <p:nvSpPr>
          <p:cNvPr id="115" name="Shape 113"/>
          <p:cNvSpPr/>
          <p:nvPr/>
        </p:nvSpPr>
        <p:spPr>
          <a:xfrm>
            <a:off x="7717536" y="1508760"/>
            <a:ext cx="155448" cy="155448"/>
          </a:xfrm>
          <a:prstGeom prst="rect">
            <a:avLst/>
          </a:prstGeom>
          <a:solidFill>
            <a:srgbClr val="1F2933"/>
          </a:solidFill>
          <a:ln w="12700">
            <a:solidFill>
              <a:srgbClr val="1F2933"/>
            </a:solidFill>
            <a:prstDash val="solid"/>
          </a:ln>
        </p:spPr>
        <p:txBody>
          <a:bodyPr/>
          <a:lstStyle/>
          <a:p>
            <a:endParaRPr lang="en-ZA"/>
          </a:p>
        </p:txBody>
      </p:sp>
      <p:sp>
        <p:nvSpPr>
          <p:cNvPr id="116" name="Shape 114"/>
          <p:cNvSpPr/>
          <p:nvPr/>
        </p:nvSpPr>
        <p:spPr>
          <a:xfrm>
            <a:off x="7891272" y="1508760"/>
            <a:ext cx="155448" cy="155448"/>
          </a:xfrm>
          <a:prstGeom prst="rect">
            <a:avLst/>
          </a:prstGeom>
          <a:solidFill>
            <a:srgbClr val="1F2933"/>
          </a:solidFill>
          <a:ln w="12700">
            <a:solidFill>
              <a:srgbClr val="1F2933"/>
            </a:solidFill>
            <a:prstDash val="solid"/>
          </a:ln>
        </p:spPr>
        <p:txBody>
          <a:bodyPr/>
          <a:lstStyle/>
          <a:p>
            <a:endParaRPr lang="en-ZA"/>
          </a:p>
        </p:txBody>
      </p:sp>
      <p:sp>
        <p:nvSpPr>
          <p:cNvPr id="117" name="Shape 115"/>
          <p:cNvSpPr/>
          <p:nvPr/>
        </p:nvSpPr>
        <p:spPr>
          <a:xfrm>
            <a:off x="8065008" y="1508760"/>
            <a:ext cx="155448" cy="155448"/>
          </a:xfrm>
          <a:prstGeom prst="rect">
            <a:avLst/>
          </a:prstGeom>
          <a:solidFill>
            <a:srgbClr val="1F2933"/>
          </a:solidFill>
          <a:ln w="12700">
            <a:solidFill>
              <a:srgbClr val="1F2933"/>
            </a:solidFill>
            <a:prstDash val="solid"/>
          </a:ln>
        </p:spPr>
        <p:txBody>
          <a:bodyPr/>
          <a:lstStyle/>
          <a:p>
            <a:endParaRPr lang="en-ZA"/>
          </a:p>
        </p:txBody>
      </p:sp>
      <p:sp>
        <p:nvSpPr>
          <p:cNvPr id="118" name="Shape 116"/>
          <p:cNvSpPr/>
          <p:nvPr/>
        </p:nvSpPr>
        <p:spPr>
          <a:xfrm>
            <a:off x="8238744" y="1508760"/>
            <a:ext cx="155448" cy="155448"/>
          </a:xfrm>
          <a:prstGeom prst="rect">
            <a:avLst/>
          </a:prstGeom>
          <a:solidFill>
            <a:srgbClr val="1F2933"/>
          </a:solidFill>
          <a:ln w="12700">
            <a:solidFill>
              <a:srgbClr val="1F2933"/>
            </a:solidFill>
            <a:prstDash val="solid"/>
          </a:ln>
        </p:spPr>
        <p:txBody>
          <a:bodyPr/>
          <a:lstStyle/>
          <a:p>
            <a:endParaRPr lang="en-ZA"/>
          </a:p>
        </p:txBody>
      </p:sp>
      <p:sp>
        <p:nvSpPr>
          <p:cNvPr id="119" name="Shape 117"/>
          <p:cNvSpPr/>
          <p:nvPr/>
        </p:nvSpPr>
        <p:spPr>
          <a:xfrm>
            <a:off x="8412480" y="1508760"/>
            <a:ext cx="155448" cy="155448"/>
          </a:xfrm>
          <a:prstGeom prst="rect">
            <a:avLst/>
          </a:prstGeom>
          <a:solidFill>
            <a:srgbClr val="1F2933"/>
          </a:solidFill>
          <a:ln w="12700">
            <a:solidFill>
              <a:srgbClr val="1F2933"/>
            </a:solidFill>
            <a:prstDash val="solid"/>
          </a:ln>
        </p:spPr>
        <p:txBody>
          <a:bodyPr/>
          <a:lstStyle/>
          <a:p>
            <a:endParaRPr lang="en-ZA"/>
          </a:p>
        </p:txBody>
      </p:sp>
      <p:sp>
        <p:nvSpPr>
          <p:cNvPr id="120" name="Shape 118"/>
          <p:cNvSpPr/>
          <p:nvPr/>
        </p:nvSpPr>
        <p:spPr>
          <a:xfrm>
            <a:off x="8586216" y="1508760"/>
            <a:ext cx="155448" cy="155448"/>
          </a:xfrm>
          <a:prstGeom prst="rect">
            <a:avLst/>
          </a:prstGeom>
          <a:solidFill>
            <a:srgbClr val="1F2933"/>
          </a:solidFill>
          <a:ln w="12700">
            <a:solidFill>
              <a:srgbClr val="1F2933"/>
            </a:solidFill>
            <a:prstDash val="solid"/>
          </a:ln>
        </p:spPr>
        <p:txBody>
          <a:bodyPr/>
          <a:lstStyle/>
          <a:p>
            <a:endParaRPr lang="en-ZA"/>
          </a:p>
        </p:txBody>
      </p:sp>
      <p:sp>
        <p:nvSpPr>
          <p:cNvPr id="121" name="Shape 119"/>
          <p:cNvSpPr/>
          <p:nvPr/>
        </p:nvSpPr>
        <p:spPr>
          <a:xfrm>
            <a:off x="8759952" y="1508760"/>
            <a:ext cx="155448" cy="155448"/>
          </a:xfrm>
          <a:prstGeom prst="rect">
            <a:avLst/>
          </a:prstGeom>
          <a:solidFill>
            <a:srgbClr val="2EA043"/>
          </a:solidFill>
          <a:ln w="12700">
            <a:solidFill>
              <a:srgbClr val="2EA043"/>
            </a:solidFill>
            <a:prstDash val="solid"/>
          </a:ln>
        </p:spPr>
        <p:txBody>
          <a:bodyPr/>
          <a:lstStyle/>
          <a:p>
            <a:endParaRPr lang="en-ZA"/>
          </a:p>
        </p:txBody>
      </p:sp>
      <p:sp>
        <p:nvSpPr>
          <p:cNvPr id="122" name="Shape 120"/>
          <p:cNvSpPr/>
          <p:nvPr/>
        </p:nvSpPr>
        <p:spPr>
          <a:xfrm>
            <a:off x="8933688" y="1508760"/>
            <a:ext cx="155448" cy="155448"/>
          </a:xfrm>
          <a:prstGeom prst="rect">
            <a:avLst/>
          </a:prstGeom>
          <a:solidFill>
            <a:srgbClr val="1F2933"/>
          </a:solidFill>
          <a:ln w="12700">
            <a:solidFill>
              <a:srgbClr val="1F2933"/>
            </a:solidFill>
            <a:prstDash val="solid"/>
          </a:ln>
        </p:spPr>
        <p:txBody>
          <a:bodyPr/>
          <a:lstStyle/>
          <a:p>
            <a:endParaRPr lang="en-ZA"/>
          </a:p>
        </p:txBody>
      </p:sp>
      <p:sp>
        <p:nvSpPr>
          <p:cNvPr id="123" name="Shape 121"/>
          <p:cNvSpPr/>
          <p:nvPr/>
        </p:nvSpPr>
        <p:spPr>
          <a:xfrm>
            <a:off x="9107424" y="1508760"/>
            <a:ext cx="155448" cy="155448"/>
          </a:xfrm>
          <a:prstGeom prst="rect">
            <a:avLst/>
          </a:prstGeom>
          <a:solidFill>
            <a:srgbClr val="30363D"/>
          </a:solidFill>
          <a:ln w="12700">
            <a:solidFill>
              <a:srgbClr val="30363D"/>
            </a:solidFill>
            <a:prstDash val="solid"/>
          </a:ln>
        </p:spPr>
        <p:txBody>
          <a:bodyPr/>
          <a:lstStyle/>
          <a:p>
            <a:endParaRPr lang="en-ZA"/>
          </a:p>
        </p:txBody>
      </p:sp>
      <p:sp>
        <p:nvSpPr>
          <p:cNvPr id="124" name="Shape 122"/>
          <p:cNvSpPr/>
          <p:nvPr/>
        </p:nvSpPr>
        <p:spPr>
          <a:xfrm>
            <a:off x="9281160" y="1508760"/>
            <a:ext cx="155448" cy="155448"/>
          </a:xfrm>
          <a:prstGeom prst="rect">
            <a:avLst/>
          </a:prstGeom>
          <a:solidFill>
            <a:srgbClr val="1F2933"/>
          </a:solidFill>
          <a:ln w="12700">
            <a:solidFill>
              <a:srgbClr val="1F2933"/>
            </a:solidFill>
            <a:prstDash val="solid"/>
          </a:ln>
        </p:spPr>
        <p:txBody>
          <a:bodyPr/>
          <a:lstStyle/>
          <a:p>
            <a:endParaRPr lang="en-ZA"/>
          </a:p>
        </p:txBody>
      </p:sp>
      <p:sp>
        <p:nvSpPr>
          <p:cNvPr id="125" name="Shape 123"/>
          <p:cNvSpPr/>
          <p:nvPr/>
        </p:nvSpPr>
        <p:spPr>
          <a:xfrm>
            <a:off x="9454896" y="1508760"/>
            <a:ext cx="155448" cy="155448"/>
          </a:xfrm>
          <a:prstGeom prst="rect">
            <a:avLst/>
          </a:prstGeom>
          <a:solidFill>
            <a:srgbClr val="1F2933"/>
          </a:solidFill>
          <a:ln w="12700">
            <a:solidFill>
              <a:srgbClr val="1F2933"/>
            </a:solidFill>
            <a:prstDash val="solid"/>
          </a:ln>
        </p:spPr>
        <p:txBody>
          <a:bodyPr/>
          <a:lstStyle/>
          <a:p>
            <a:endParaRPr lang="en-ZA"/>
          </a:p>
        </p:txBody>
      </p:sp>
      <p:sp>
        <p:nvSpPr>
          <p:cNvPr id="126" name="Shape 124"/>
          <p:cNvSpPr/>
          <p:nvPr/>
        </p:nvSpPr>
        <p:spPr>
          <a:xfrm>
            <a:off x="9628632" y="1508760"/>
            <a:ext cx="155448" cy="155448"/>
          </a:xfrm>
          <a:prstGeom prst="rect">
            <a:avLst/>
          </a:prstGeom>
          <a:solidFill>
            <a:srgbClr val="1F2933"/>
          </a:solidFill>
          <a:ln w="12700">
            <a:solidFill>
              <a:srgbClr val="1F2933"/>
            </a:solidFill>
            <a:prstDash val="solid"/>
          </a:ln>
        </p:spPr>
        <p:txBody>
          <a:bodyPr/>
          <a:lstStyle/>
          <a:p>
            <a:endParaRPr lang="en-ZA"/>
          </a:p>
        </p:txBody>
      </p:sp>
      <p:sp>
        <p:nvSpPr>
          <p:cNvPr id="127" name="Shape 125"/>
          <p:cNvSpPr/>
          <p:nvPr/>
        </p:nvSpPr>
        <p:spPr>
          <a:xfrm>
            <a:off x="9802368" y="1508760"/>
            <a:ext cx="155448" cy="155448"/>
          </a:xfrm>
          <a:prstGeom prst="rect">
            <a:avLst/>
          </a:prstGeom>
          <a:solidFill>
            <a:srgbClr val="30363D"/>
          </a:solidFill>
          <a:ln w="12700">
            <a:solidFill>
              <a:srgbClr val="30363D"/>
            </a:solidFill>
            <a:prstDash val="solid"/>
          </a:ln>
        </p:spPr>
        <p:txBody>
          <a:bodyPr/>
          <a:lstStyle/>
          <a:p>
            <a:endParaRPr lang="en-ZA"/>
          </a:p>
        </p:txBody>
      </p:sp>
      <p:sp>
        <p:nvSpPr>
          <p:cNvPr id="128" name="Shape 126"/>
          <p:cNvSpPr/>
          <p:nvPr/>
        </p:nvSpPr>
        <p:spPr>
          <a:xfrm>
            <a:off x="9976104" y="1508760"/>
            <a:ext cx="155448" cy="155448"/>
          </a:xfrm>
          <a:prstGeom prst="rect">
            <a:avLst/>
          </a:prstGeom>
          <a:solidFill>
            <a:srgbClr val="1F2933"/>
          </a:solidFill>
          <a:ln w="12700">
            <a:solidFill>
              <a:srgbClr val="1F2933"/>
            </a:solidFill>
            <a:prstDash val="solid"/>
          </a:ln>
        </p:spPr>
        <p:txBody>
          <a:bodyPr/>
          <a:lstStyle/>
          <a:p>
            <a:endParaRPr lang="en-ZA"/>
          </a:p>
        </p:txBody>
      </p:sp>
      <p:sp>
        <p:nvSpPr>
          <p:cNvPr id="129" name="Shape 127"/>
          <p:cNvSpPr/>
          <p:nvPr/>
        </p:nvSpPr>
        <p:spPr>
          <a:xfrm>
            <a:off x="10149840" y="1508760"/>
            <a:ext cx="155448" cy="155448"/>
          </a:xfrm>
          <a:prstGeom prst="rect">
            <a:avLst/>
          </a:prstGeom>
          <a:solidFill>
            <a:srgbClr val="2EA043"/>
          </a:solidFill>
          <a:ln w="12700">
            <a:solidFill>
              <a:srgbClr val="2EA043"/>
            </a:solidFill>
            <a:prstDash val="solid"/>
          </a:ln>
        </p:spPr>
        <p:txBody>
          <a:bodyPr/>
          <a:lstStyle/>
          <a:p>
            <a:endParaRPr lang="en-ZA"/>
          </a:p>
        </p:txBody>
      </p:sp>
      <p:sp>
        <p:nvSpPr>
          <p:cNvPr id="130" name="Shape 128"/>
          <p:cNvSpPr/>
          <p:nvPr/>
        </p:nvSpPr>
        <p:spPr>
          <a:xfrm>
            <a:off x="10323576" y="1508760"/>
            <a:ext cx="155448" cy="155448"/>
          </a:xfrm>
          <a:prstGeom prst="rect">
            <a:avLst/>
          </a:prstGeom>
          <a:solidFill>
            <a:srgbClr val="1F2933"/>
          </a:solidFill>
          <a:ln w="12700">
            <a:solidFill>
              <a:srgbClr val="1F2933"/>
            </a:solidFill>
            <a:prstDash val="solid"/>
          </a:ln>
        </p:spPr>
        <p:txBody>
          <a:bodyPr/>
          <a:lstStyle/>
          <a:p>
            <a:endParaRPr lang="en-ZA"/>
          </a:p>
        </p:txBody>
      </p:sp>
      <p:sp>
        <p:nvSpPr>
          <p:cNvPr id="131" name="Shape 129"/>
          <p:cNvSpPr/>
          <p:nvPr/>
        </p:nvSpPr>
        <p:spPr>
          <a:xfrm>
            <a:off x="10497312" y="1508760"/>
            <a:ext cx="155448" cy="155448"/>
          </a:xfrm>
          <a:prstGeom prst="rect">
            <a:avLst/>
          </a:prstGeom>
          <a:solidFill>
            <a:srgbClr val="1F2933"/>
          </a:solidFill>
          <a:ln w="12700">
            <a:solidFill>
              <a:srgbClr val="1F2933"/>
            </a:solidFill>
            <a:prstDash val="solid"/>
          </a:ln>
        </p:spPr>
        <p:txBody>
          <a:bodyPr/>
          <a:lstStyle/>
          <a:p>
            <a:endParaRPr lang="en-ZA"/>
          </a:p>
        </p:txBody>
      </p:sp>
      <p:sp>
        <p:nvSpPr>
          <p:cNvPr id="132" name="Shape 130"/>
          <p:cNvSpPr/>
          <p:nvPr/>
        </p:nvSpPr>
        <p:spPr>
          <a:xfrm>
            <a:off x="10671048" y="1508760"/>
            <a:ext cx="155448" cy="155448"/>
          </a:xfrm>
          <a:prstGeom prst="rect">
            <a:avLst/>
          </a:prstGeom>
          <a:solidFill>
            <a:srgbClr val="1F2933"/>
          </a:solidFill>
          <a:ln w="12700">
            <a:solidFill>
              <a:srgbClr val="1F2933"/>
            </a:solidFill>
            <a:prstDash val="solid"/>
          </a:ln>
        </p:spPr>
        <p:txBody>
          <a:bodyPr/>
          <a:lstStyle/>
          <a:p>
            <a:endParaRPr lang="en-ZA"/>
          </a:p>
        </p:txBody>
      </p:sp>
      <p:sp>
        <p:nvSpPr>
          <p:cNvPr id="133" name="Shape 131"/>
          <p:cNvSpPr/>
          <p:nvPr/>
        </p:nvSpPr>
        <p:spPr>
          <a:xfrm>
            <a:off x="10844784" y="1508760"/>
            <a:ext cx="155448" cy="155448"/>
          </a:xfrm>
          <a:prstGeom prst="rect">
            <a:avLst/>
          </a:prstGeom>
          <a:solidFill>
            <a:srgbClr val="1F2933"/>
          </a:solidFill>
          <a:ln w="12700">
            <a:solidFill>
              <a:srgbClr val="1F2933"/>
            </a:solidFill>
            <a:prstDash val="solid"/>
          </a:ln>
        </p:spPr>
        <p:txBody>
          <a:bodyPr/>
          <a:lstStyle/>
          <a:p>
            <a:endParaRPr lang="en-ZA"/>
          </a:p>
        </p:txBody>
      </p:sp>
      <p:sp>
        <p:nvSpPr>
          <p:cNvPr id="134" name="Shape 132"/>
          <p:cNvSpPr/>
          <p:nvPr/>
        </p:nvSpPr>
        <p:spPr>
          <a:xfrm>
            <a:off x="11018520" y="1508760"/>
            <a:ext cx="155448" cy="155448"/>
          </a:xfrm>
          <a:prstGeom prst="rect">
            <a:avLst/>
          </a:prstGeom>
          <a:solidFill>
            <a:srgbClr val="1F2933"/>
          </a:solidFill>
          <a:ln w="12700">
            <a:solidFill>
              <a:srgbClr val="1F2933"/>
            </a:solidFill>
            <a:prstDash val="solid"/>
          </a:ln>
        </p:spPr>
        <p:txBody>
          <a:bodyPr/>
          <a:lstStyle/>
          <a:p>
            <a:endParaRPr lang="en-ZA"/>
          </a:p>
        </p:txBody>
      </p:sp>
      <p:sp>
        <p:nvSpPr>
          <p:cNvPr id="135" name="Shape 133"/>
          <p:cNvSpPr/>
          <p:nvPr/>
        </p:nvSpPr>
        <p:spPr>
          <a:xfrm>
            <a:off x="11192256" y="1508760"/>
            <a:ext cx="155448" cy="155448"/>
          </a:xfrm>
          <a:prstGeom prst="rect">
            <a:avLst/>
          </a:prstGeom>
          <a:solidFill>
            <a:srgbClr val="1F2933"/>
          </a:solidFill>
          <a:ln w="12700">
            <a:solidFill>
              <a:srgbClr val="1F2933"/>
            </a:solidFill>
            <a:prstDash val="solid"/>
          </a:ln>
        </p:spPr>
        <p:txBody>
          <a:bodyPr/>
          <a:lstStyle/>
          <a:p>
            <a:endParaRPr lang="en-ZA"/>
          </a:p>
        </p:txBody>
      </p:sp>
      <p:sp>
        <p:nvSpPr>
          <p:cNvPr id="136" name="Shape 134"/>
          <p:cNvSpPr/>
          <p:nvPr/>
        </p:nvSpPr>
        <p:spPr>
          <a:xfrm>
            <a:off x="7543800" y="1682496"/>
            <a:ext cx="155448" cy="155448"/>
          </a:xfrm>
          <a:prstGeom prst="rect">
            <a:avLst/>
          </a:prstGeom>
          <a:solidFill>
            <a:srgbClr val="1F2933"/>
          </a:solidFill>
          <a:ln w="12700">
            <a:solidFill>
              <a:srgbClr val="1F2933"/>
            </a:solidFill>
            <a:prstDash val="solid"/>
          </a:ln>
        </p:spPr>
        <p:txBody>
          <a:bodyPr/>
          <a:lstStyle/>
          <a:p>
            <a:endParaRPr lang="en-ZA"/>
          </a:p>
        </p:txBody>
      </p:sp>
      <p:sp>
        <p:nvSpPr>
          <p:cNvPr id="137" name="Shape 135"/>
          <p:cNvSpPr/>
          <p:nvPr/>
        </p:nvSpPr>
        <p:spPr>
          <a:xfrm>
            <a:off x="7717536" y="1682496"/>
            <a:ext cx="155448" cy="155448"/>
          </a:xfrm>
          <a:prstGeom prst="rect">
            <a:avLst/>
          </a:prstGeom>
          <a:solidFill>
            <a:srgbClr val="1F2933"/>
          </a:solidFill>
          <a:ln w="12700">
            <a:solidFill>
              <a:srgbClr val="1F2933"/>
            </a:solidFill>
            <a:prstDash val="solid"/>
          </a:ln>
        </p:spPr>
        <p:txBody>
          <a:bodyPr/>
          <a:lstStyle/>
          <a:p>
            <a:endParaRPr lang="en-ZA"/>
          </a:p>
        </p:txBody>
      </p:sp>
      <p:sp>
        <p:nvSpPr>
          <p:cNvPr id="138" name="Shape 136"/>
          <p:cNvSpPr/>
          <p:nvPr/>
        </p:nvSpPr>
        <p:spPr>
          <a:xfrm>
            <a:off x="7891272" y="1682496"/>
            <a:ext cx="155448" cy="155448"/>
          </a:xfrm>
          <a:prstGeom prst="rect">
            <a:avLst/>
          </a:prstGeom>
          <a:solidFill>
            <a:srgbClr val="30363D"/>
          </a:solidFill>
          <a:ln w="12700">
            <a:solidFill>
              <a:srgbClr val="30363D"/>
            </a:solidFill>
            <a:prstDash val="solid"/>
          </a:ln>
        </p:spPr>
        <p:txBody>
          <a:bodyPr/>
          <a:lstStyle/>
          <a:p>
            <a:endParaRPr lang="en-ZA"/>
          </a:p>
        </p:txBody>
      </p:sp>
      <p:sp>
        <p:nvSpPr>
          <p:cNvPr id="139" name="Shape 137"/>
          <p:cNvSpPr/>
          <p:nvPr/>
        </p:nvSpPr>
        <p:spPr>
          <a:xfrm>
            <a:off x="8065008" y="1682496"/>
            <a:ext cx="155448" cy="155448"/>
          </a:xfrm>
          <a:prstGeom prst="rect">
            <a:avLst/>
          </a:prstGeom>
          <a:solidFill>
            <a:srgbClr val="30363D"/>
          </a:solidFill>
          <a:ln w="12700">
            <a:solidFill>
              <a:srgbClr val="30363D"/>
            </a:solidFill>
            <a:prstDash val="solid"/>
          </a:ln>
        </p:spPr>
        <p:txBody>
          <a:bodyPr/>
          <a:lstStyle/>
          <a:p>
            <a:endParaRPr lang="en-ZA"/>
          </a:p>
        </p:txBody>
      </p:sp>
      <p:sp>
        <p:nvSpPr>
          <p:cNvPr id="140" name="Shape 138"/>
          <p:cNvSpPr/>
          <p:nvPr/>
        </p:nvSpPr>
        <p:spPr>
          <a:xfrm>
            <a:off x="8238744" y="1682496"/>
            <a:ext cx="155448" cy="155448"/>
          </a:xfrm>
          <a:prstGeom prst="rect">
            <a:avLst/>
          </a:prstGeom>
          <a:solidFill>
            <a:srgbClr val="1F2933"/>
          </a:solidFill>
          <a:ln w="12700">
            <a:solidFill>
              <a:srgbClr val="1F2933"/>
            </a:solidFill>
            <a:prstDash val="solid"/>
          </a:ln>
        </p:spPr>
        <p:txBody>
          <a:bodyPr/>
          <a:lstStyle/>
          <a:p>
            <a:endParaRPr lang="en-ZA"/>
          </a:p>
        </p:txBody>
      </p:sp>
      <p:sp>
        <p:nvSpPr>
          <p:cNvPr id="141" name="Shape 139"/>
          <p:cNvSpPr/>
          <p:nvPr/>
        </p:nvSpPr>
        <p:spPr>
          <a:xfrm>
            <a:off x="8412480" y="1682496"/>
            <a:ext cx="155448" cy="155448"/>
          </a:xfrm>
          <a:prstGeom prst="rect">
            <a:avLst/>
          </a:prstGeom>
          <a:solidFill>
            <a:srgbClr val="1F2933"/>
          </a:solidFill>
          <a:ln w="12700">
            <a:solidFill>
              <a:srgbClr val="1F2933"/>
            </a:solidFill>
            <a:prstDash val="solid"/>
          </a:ln>
        </p:spPr>
        <p:txBody>
          <a:bodyPr/>
          <a:lstStyle/>
          <a:p>
            <a:endParaRPr lang="en-ZA"/>
          </a:p>
        </p:txBody>
      </p:sp>
      <p:sp>
        <p:nvSpPr>
          <p:cNvPr id="142" name="Shape 140"/>
          <p:cNvSpPr/>
          <p:nvPr/>
        </p:nvSpPr>
        <p:spPr>
          <a:xfrm>
            <a:off x="8586216" y="1682496"/>
            <a:ext cx="155448" cy="155448"/>
          </a:xfrm>
          <a:prstGeom prst="rect">
            <a:avLst/>
          </a:prstGeom>
          <a:solidFill>
            <a:srgbClr val="3FB950"/>
          </a:solidFill>
          <a:ln w="12700">
            <a:solidFill>
              <a:srgbClr val="3FB950"/>
            </a:solidFill>
            <a:prstDash val="solid"/>
          </a:ln>
        </p:spPr>
        <p:txBody>
          <a:bodyPr/>
          <a:lstStyle/>
          <a:p>
            <a:endParaRPr lang="en-ZA"/>
          </a:p>
        </p:txBody>
      </p:sp>
      <p:sp>
        <p:nvSpPr>
          <p:cNvPr id="143" name="Shape 141"/>
          <p:cNvSpPr/>
          <p:nvPr/>
        </p:nvSpPr>
        <p:spPr>
          <a:xfrm>
            <a:off x="8759952" y="1682496"/>
            <a:ext cx="155448" cy="155448"/>
          </a:xfrm>
          <a:prstGeom prst="rect">
            <a:avLst/>
          </a:prstGeom>
          <a:solidFill>
            <a:srgbClr val="3FB950"/>
          </a:solidFill>
          <a:ln w="12700">
            <a:solidFill>
              <a:srgbClr val="3FB950"/>
            </a:solidFill>
            <a:prstDash val="solid"/>
          </a:ln>
        </p:spPr>
        <p:txBody>
          <a:bodyPr/>
          <a:lstStyle/>
          <a:p>
            <a:endParaRPr lang="en-ZA"/>
          </a:p>
        </p:txBody>
      </p:sp>
      <p:sp>
        <p:nvSpPr>
          <p:cNvPr id="144" name="Shape 142"/>
          <p:cNvSpPr/>
          <p:nvPr/>
        </p:nvSpPr>
        <p:spPr>
          <a:xfrm>
            <a:off x="8933688" y="1682496"/>
            <a:ext cx="155448" cy="155448"/>
          </a:xfrm>
          <a:prstGeom prst="rect">
            <a:avLst/>
          </a:prstGeom>
          <a:solidFill>
            <a:srgbClr val="3FB950"/>
          </a:solidFill>
          <a:ln w="12700">
            <a:solidFill>
              <a:srgbClr val="3FB950"/>
            </a:solidFill>
            <a:prstDash val="solid"/>
          </a:ln>
        </p:spPr>
        <p:txBody>
          <a:bodyPr/>
          <a:lstStyle/>
          <a:p>
            <a:endParaRPr lang="en-ZA"/>
          </a:p>
        </p:txBody>
      </p:sp>
      <p:sp>
        <p:nvSpPr>
          <p:cNvPr id="145" name="Shape 143"/>
          <p:cNvSpPr/>
          <p:nvPr/>
        </p:nvSpPr>
        <p:spPr>
          <a:xfrm>
            <a:off x="9107424" y="1682496"/>
            <a:ext cx="155448" cy="155448"/>
          </a:xfrm>
          <a:prstGeom prst="rect">
            <a:avLst/>
          </a:prstGeom>
          <a:solidFill>
            <a:srgbClr val="3FB950"/>
          </a:solidFill>
          <a:ln w="12700">
            <a:solidFill>
              <a:srgbClr val="3FB950"/>
            </a:solidFill>
            <a:prstDash val="solid"/>
          </a:ln>
        </p:spPr>
        <p:txBody>
          <a:bodyPr/>
          <a:lstStyle/>
          <a:p>
            <a:endParaRPr lang="en-ZA"/>
          </a:p>
        </p:txBody>
      </p:sp>
      <p:sp>
        <p:nvSpPr>
          <p:cNvPr id="146" name="Shape 144"/>
          <p:cNvSpPr/>
          <p:nvPr/>
        </p:nvSpPr>
        <p:spPr>
          <a:xfrm>
            <a:off x="9281160" y="1682496"/>
            <a:ext cx="155448" cy="155448"/>
          </a:xfrm>
          <a:prstGeom prst="rect">
            <a:avLst/>
          </a:prstGeom>
          <a:solidFill>
            <a:srgbClr val="3FB950"/>
          </a:solidFill>
          <a:ln w="12700">
            <a:solidFill>
              <a:srgbClr val="3FB950"/>
            </a:solidFill>
            <a:prstDash val="solid"/>
          </a:ln>
        </p:spPr>
        <p:txBody>
          <a:bodyPr/>
          <a:lstStyle/>
          <a:p>
            <a:endParaRPr lang="en-ZA"/>
          </a:p>
        </p:txBody>
      </p:sp>
      <p:sp>
        <p:nvSpPr>
          <p:cNvPr id="147" name="Shape 145"/>
          <p:cNvSpPr/>
          <p:nvPr/>
        </p:nvSpPr>
        <p:spPr>
          <a:xfrm>
            <a:off x="9454896" y="1682496"/>
            <a:ext cx="155448" cy="155448"/>
          </a:xfrm>
          <a:prstGeom prst="rect">
            <a:avLst/>
          </a:prstGeom>
          <a:solidFill>
            <a:srgbClr val="3FB950"/>
          </a:solidFill>
          <a:ln w="12700">
            <a:solidFill>
              <a:srgbClr val="3FB950"/>
            </a:solidFill>
            <a:prstDash val="solid"/>
          </a:ln>
        </p:spPr>
        <p:txBody>
          <a:bodyPr/>
          <a:lstStyle/>
          <a:p>
            <a:endParaRPr lang="en-ZA"/>
          </a:p>
        </p:txBody>
      </p:sp>
      <p:sp>
        <p:nvSpPr>
          <p:cNvPr id="148" name="Shape 146"/>
          <p:cNvSpPr/>
          <p:nvPr/>
        </p:nvSpPr>
        <p:spPr>
          <a:xfrm>
            <a:off x="9628632" y="1682496"/>
            <a:ext cx="155448" cy="155448"/>
          </a:xfrm>
          <a:prstGeom prst="rect">
            <a:avLst/>
          </a:prstGeom>
          <a:solidFill>
            <a:srgbClr val="3FB950"/>
          </a:solidFill>
          <a:ln w="12700">
            <a:solidFill>
              <a:srgbClr val="3FB950"/>
            </a:solidFill>
            <a:prstDash val="solid"/>
          </a:ln>
        </p:spPr>
        <p:txBody>
          <a:bodyPr/>
          <a:lstStyle/>
          <a:p>
            <a:endParaRPr lang="en-ZA"/>
          </a:p>
        </p:txBody>
      </p:sp>
      <p:sp>
        <p:nvSpPr>
          <p:cNvPr id="149" name="Shape 147"/>
          <p:cNvSpPr/>
          <p:nvPr/>
        </p:nvSpPr>
        <p:spPr>
          <a:xfrm>
            <a:off x="9802368" y="1682496"/>
            <a:ext cx="155448" cy="155448"/>
          </a:xfrm>
          <a:prstGeom prst="rect">
            <a:avLst/>
          </a:prstGeom>
          <a:solidFill>
            <a:srgbClr val="3FB950"/>
          </a:solidFill>
          <a:ln w="12700">
            <a:solidFill>
              <a:srgbClr val="3FB950"/>
            </a:solidFill>
            <a:prstDash val="solid"/>
          </a:ln>
        </p:spPr>
        <p:txBody>
          <a:bodyPr/>
          <a:lstStyle/>
          <a:p>
            <a:endParaRPr lang="en-ZA"/>
          </a:p>
        </p:txBody>
      </p:sp>
      <p:sp>
        <p:nvSpPr>
          <p:cNvPr id="150" name="Shape 148"/>
          <p:cNvSpPr/>
          <p:nvPr/>
        </p:nvSpPr>
        <p:spPr>
          <a:xfrm>
            <a:off x="9976104" y="1682496"/>
            <a:ext cx="155448" cy="155448"/>
          </a:xfrm>
          <a:prstGeom prst="rect">
            <a:avLst/>
          </a:prstGeom>
          <a:solidFill>
            <a:srgbClr val="3FB950"/>
          </a:solidFill>
          <a:ln w="12700">
            <a:solidFill>
              <a:srgbClr val="3FB950"/>
            </a:solidFill>
            <a:prstDash val="solid"/>
          </a:ln>
        </p:spPr>
        <p:txBody>
          <a:bodyPr/>
          <a:lstStyle/>
          <a:p>
            <a:endParaRPr lang="en-ZA"/>
          </a:p>
        </p:txBody>
      </p:sp>
      <p:sp>
        <p:nvSpPr>
          <p:cNvPr id="151" name="Shape 149"/>
          <p:cNvSpPr/>
          <p:nvPr/>
        </p:nvSpPr>
        <p:spPr>
          <a:xfrm>
            <a:off x="10149840" y="1682496"/>
            <a:ext cx="155448" cy="155448"/>
          </a:xfrm>
          <a:prstGeom prst="rect">
            <a:avLst/>
          </a:prstGeom>
          <a:solidFill>
            <a:srgbClr val="3FB950"/>
          </a:solidFill>
          <a:ln w="12700">
            <a:solidFill>
              <a:srgbClr val="3FB950"/>
            </a:solidFill>
            <a:prstDash val="solid"/>
          </a:ln>
        </p:spPr>
        <p:txBody>
          <a:bodyPr/>
          <a:lstStyle/>
          <a:p>
            <a:endParaRPr lang="en-ZA"/>
          </a:p>
        </p:txBody>
      </p:sp>
      <p:sp>
        <p:nvSpPr>
          <p:cNvPr id="152" name="Shape 150"/>
          <p:cNvSpPr/>
          <p:nvPr/>
        </p:nvSpPr>
        <p:spPr>
          <a:xfrm>
            <a:off x="10323576" y="1682496"/>
            <a:ext cx="155448" cy="155448"/>
          </a:xfrm>
          <a:prstGeom prst="rect">
            <a:avLst/>
          </a:prstGeom>
          <a:solidFill>
            <a:srgbClr val="3FB950"/>
          </a:solidFill>
          <a:ln w="12700">
            <a:solidFill>
              <a:srgbClr val="3FB950"/>
            </a:solidFill>
            <a:prstDash val="solid"/>
          </a:ln>
        </p:spPr>
        <p:txBody>
          <a:bodyPr/>
          <a:lstStyle/>
          <a:p>
            <a:endParaRPr lang="en-ZA"/>
          </a:p>
        </p:txBody>
      </p:sp>
      <p:sp>
        <p:nvSpPr>
          <p:cNvPr id="153" name="Shape 151"/>
          <p:cNvSpPr/>
          <p:nvPr/>
        </p:nvSpPr>
        <p:spPr>
          <a:xfrm>
            <a:off x="10497312" y="1682496"/>
            <a:ext cx="155448" cy="155448"/>
          </a:xfrm>
          <a:prstGeom prst="rect">
            <a:avLst/>
          </a:prstGeom>
          <a:solidFill>
            <a:srgbClr val="3FB950"/>
          </a:solidFill>
          <a:ln w="12700">
            <a:solidFill>
              <a:srgbClr val="3FB950"/>
            </a:solidFill>
            <a:prstDash val="solid"/>
          </a:ln>
        </p:spPr>
        <p:txBody>
          <a:bodyPr/>
          <a:lstStyle/>
          <a:p>
            <a:endParaRPr lang="en-ZA"/>
          </a:p>
        </p:txBody>
      </p:sp>
      <p:sp>
        <p:nvSpPr>
          <p:cNvPr id="154" name="Shape 152"/>
          <p:cNvSpPr/>
          <p:nvPr/>
        </p:nvSpPr>
        <p:spPr>
          <a:xfrm>
            <a:off x="10671048" y="1682496"/>
            <a:ext cx="155448" cy="155448"/>
          </a:xfrm>
          <a:prstGeom prst="rect">
            <a:avLst/>
          </a:prstGeom>
          <a:solidFill>
            <a:srgbClr val="30363D"/>
          </a:solidFill>
          <a:ln w="12700">
            <a:solidFill>
              <a:srgbClr val="30363D"/>
            </a:solidFill>
            <a:prstDash val="solid"/>
          </a:ln>
        </p:spPr>
        <p:txBody>
          <a:bodyPr/>
          <a:lstStyle/>
          <a:p>
            <a:endParaRPr lang="en-ZA"/>
          </a:p>
        </p:txBody>
      </p:sp>
      <p:sp>
        <p:nvSpPr>
          <p:cNvPr id="155" name="Shape 153"/>
          <p:cNvSpPr/>
          <p:nvPr/>
        </p:nvSpPr>
        <p:spPr>
          <a:xfrm>
            <a:off x="10844784" y="1682496"/>
            <a:ext cx="155448" cy="155448"/>
          </a:xfrm>
          <a:prstGeom prst="rect">
            <a:avLst/>
          </a:prstGeom>
          <a:solidFill>
            <a:srgbClr val="1F2933"/>
          </a:solidFill>
          <a:ln w="12700">
            <a:solidFill>
              <a:srgbClr val="1F2933"/>
            </a:solidFill>
            <a:prstDash val="solid"/>
          </a:ln>
        </p:spPr>
        <p:txBody>
          <a:bodyPr/>
          <a:lstStyle/>
          <a:p>
            <a:endParaRPr lang="en-ZA"/>
          </a:p>
        </p:txBody>
      </p:sp>
      <p:sp>
        <p:nvSpPr>
          <p:cNvPr id="156" name="Shape 154"/>
          <p:cNvSpPr/>
          <p:nvPr/>
        </p:nvSpPr>
        <p:spPr>
          <a:xfrm>
            <a:off x="11018520" y="1682496"/>
            <a:ext cx="155448" cy="155448"/>
          </a:xfrm>
          <a:prstGeom prst="rect">
            <a:avLst/>
          </a:prstGeom>
          <a:solidFill>
            <a:srgbClr val="1F2933"/>
          </a:solidFill>
          <a:ln w="12700">
            <a:solidFill>
              <a:srgbClr val="1F2933"/>
            </a:solidFill>
            <a:prstDash val="solid"/>
          </a:ln>
        </p:spPr>
        <p:txBody>
          <a:bodyPr/>
          <a:lstStyle/>
          <a:p>
            <a:endParaRPr lang="en-ZA"/>
          </a:p>
        </p:txBody>
      </p:sp>
      <p:sp>
        <p:nvSpPr>
          <p:cNvPr id="157" name="Shape 155"/>
          <p:cNvSpPr/>
          <p:nvPr/>
        </p:nvSpPr>
        <p:spPr>
          <a:xfrm>
            <a:off x="11192256" y="1682496"/>
            <a:ext cx="155448" cy="155448"/>
          </a:xfrm>
          <a:prstGeom prst="rect">
            <a:avLst/>
          </a:prstGeom>
          <a:solidFill>
            <a:srgbClr val="1F2933"/>
          </a:solidFill>
          <a:ln w="12700">
            <a:solidFill>
              <a:srgbClr val="1F2933"/>
            </a:solidFill>
            <a:prstDash val="solid"/>
          </a:ln>
        </p:spPr>
        <p:txBody>
          <a:bodyPr/>
          <a:lstStyle/>
          <a:p>
            <a:endParaRPr lang="en-ZA"/>
          </a:p>
        </p:txBody>
      </p:sp>
      <p:sp>
        <p:nvSpPr>
          <p:cNvPr id="158" name="Shape 156"/>
          <p:cNvSpPr/>
          <p:nvPr/>
        </p:nvSpPr>
        <p:spPr>
          <a:xfrm>
            <a:off x="7543800" y="1856232"/>
            <a:ext cx="155448" cy="155448"/>
          </a:xfrm>
          <a:prstGeom prst="rect">
            <a:avLst/>
          </a:prstGeom>
          <a:solidFill>
            <a:srgbClr val="1F2933"/>
          </a:solidFill>
          <a:ln w="12700">
            <a:solidFill>
              <a:srgbClr val="1F2933"/>
            </a:solidFill>
            <a:prstDash val="solid"/>
          </a:ln>
        </p:spPr>
        <p:txBody>
          <a:bodyPr/>
          <a:lstStyle/>
          <a:p>
            <a:endParaRPr lang="en-ZA"/>
          </a:p>
        </p:txBody>
      </p:sp>
      <p:sp>
        <p:nvSpPr>
          <p:cNvPr id="159" name="Shape 157"/>
          <p:cNvSpPr/>
          <p:nvPr/>
        </p:nvSpPr>
        <p:spPr>
          <a:xfrm>
            <a:off x="7717536" y="1856232"/>
            <a:ext cx="155448" cy="155448"/>
          </a:xfrm>
          <a:prstGeom prst="rect">
            <a:avLst/>
          </a:prstGeom>
          <a:solidFill>
            <a:srgbClr val="1F2933"/>
          </a:solidFill>
          <a:ln w="12700">
            <a:solidFill>
              <a:srgbClr val="1F2933"/>
            </a:solidFill>
            <a:prstDash val="solid"/>
          </a:ln>
        </p:spPr>
        <p:txBody>
          <a:bodyPr/>
          <a:lstStyle/>
          <a:p>
            <a:endParaRPr lang="en-ZA"/>
          </a:p>
        </p:txBody>
      </p:sp>
      <p:sp>
        <p:nvSpPr>
          <p:cNvPr id="160" name="Shape 158"/>
          <p:cNvSpPr/>
          <p:nvPr/>
        </p:nvSpPr>
        <p:spPr>
          <a:xfrm>
            <a:off x="7891272" y="1856232"/>
            <a:ext cx="155448" cy="155448"/>
          </a:xfrm>
          <a:prstGeom prst="rect">
            <a:avLst/>
          </a:prstGeom>
          <a:solidFill>
            <a:srgbClr val="1F2933"/>
          </a:solidFill>
          <a:ln w="12700">
            <a:solidFill>
              <a:srgbClr val="1F2933"/>
            </a:solidFill>
            <a:prstDash val="solid"/>
          </a:ln>
        </p:spPr>
        <p:txBody>
          <a:bodyPr/>
          <a:lstStyle/>
          <a:p>
            <a:endParaRPr lang="en-ZA"/>
          </a:p>
        </p:txBody>
      </p:sp>
      <p:sp>
        <p:nvSpPr>
          <p:cNvPr id="161" name="Shape 159"/>
          <p:cNvSpPr/>
          <p:nvPr/>
        </p:nvSpPr>
        <p:spPr>
          <a:xfrm>
            <a:off x="8065008" y="1856232"/>
            <a:ext cx="155448" cy="155448"/>
          </a:xfrm>
          <a:prstGeom prst="rect">
            <a:avLst/>
          </a:prstGeom>
          <a:solidFill>
            <a:srgbClr val="1F2933"/>
          </a:solidFill>
          <a:ln w="12700">
            <a:solidFill>
              <a:srgbClr val="1F2933"/>
            </a:solidFill>
            <a:prstDash val="solid"/>
          </a:ln>
        </p:spPr>
        <p:txBody>
          <a:bodyPr/>
          <a:lstStyle/>
          <a:p>
            <a:endParaRPr lang="en-ZA"/>
          </a:p>
        </p:txBody>
      </p:sp>
      <p:sp>
        <p:nvSpPr>
          <p:cNvPr id="162" name="Shape 160"/>
          <p:cNvSpPr/>
          <p:nvPr/>
        </p:nvSpPr>
        <p:spPr>
          <a:xfrm>
            <a:off x="8238744" y="1856232"/>
            <a:ext cx="155448" cy="155448"/>
          </a:xfrm>
          <a:prstGeom prst="rect">
            <a:avLst/>
          </a:prstGeom>
          <a:solidFill>
            <a:srgbClr val="1F2933"/>
          </a:solidFill>
          <a:ln w="12700">
            <a:solidFill>
              <a:srgbClr val="1F2933"/>
            </a:solidFill>
            <a:prstDash val="solid"/>
          </a:ln>
        </p:spPr>
        <p:txBody>
          <a:bodyPr/>
          <a:lstStyle/>
          <a:p>
            <a:endParaRPr lang="en-ZA"/>
          </a:p>
        </p:txBody>
      </p:sp>
      <p:sp>
        <p:nvSpPr>
          <p:cNvPr id="163" name="Shape 161"/>
          <p:cNvSpPr/>
          <p:nvPr/>
        </p:nvSpPr>
        <p:spPr>
          <a:xfrm>
            <a:off x="8412480" y="1856232"/>
            <a:ext cx="155448" cy="155448"/>
          </a:xfrm>
          <a:prstGeom prst="rect">
            <a:avLst/>
          </a:prstGeom>
          <a:solidFill>
            <a:srgbClr val="1F2933"/>
          </a:solidFill>
          <a:ln w="12700">
            <a:solidFill>
              <a:srgbClr val="1F2933"/>
            </a:solidFill>
            <a:prstDash val="solid"/>
          </a:ln>
        </p:spPr>
        <p:txBody>
          <a:bodyPr/>
          <a:lstStyle/>
          <a:p>
            <a:endParaRPr lang="en-ZA"/>
          </a:p>
        </p:txBody>
      </p:sp>
      <p:sp>
        <p:nvSpPr>
          <p:cNvPr id="164" name="Shape 162"/>
          <p:cNvSpPr/>
          <p:nvPr/>
        </p:nvSpPr>
        <p:spPr>
          <a:xfrm>
            <a:off x="8586216" y="1856232"/>
            <a:ext cx="155448" cy="155448"/>
          </a:xfrm>
          <a:prstGeom prst="rect">
            <a:avLst/>
          </a:prstGeom>
          <a:solidFill>
            <a:srgbClr val="1F2933"/>
          </a:solidFill>
          <a:ln w="12700">
            <a:solidFill>
              <a:srgbClr val="1F2933"/>
            </a:solidFill>
            <a:prstDash val="solid"/>
          </a:ln>
        </p:spPr>
        <p:txBody>
          <a:bodyPr/>
          <a:lstStyle/>
          <a:p>
            <a:endParaRPr lang="en-ZA"/>
          </a:p>
        </p:txBody>
      </p:sp>
      <p:sp>
        <p:nvSpPr>
          <p:cNvPr id="165" name="Shape 163"/>
          <p:cNvSpPr/>
          <p:nvPr/>
        </p:nvSpPr>
        <p:spPr>
          <a:xfrm>
            <a:off x="8759952" y="1856232"/>
            <a:ext cx="155448" cy="155448"/>
          </a:xfrm>
          <a:prstGeom prst="rect">
            <a:avLst/>
          </a:prstGeom>
          <a:solidFill>
            <a:srgbClr val="2EA043"/>
          </a:solidFill>
          <a:ln w="12700">
            <a:solidFill>
              <a:srgbClr val="2EA043"/>
            </a:solidFill>
            <a:prstDash val="solid"/>
          </a:ln>
        </p:spPr>
        <p:txBody>
          <a:bodyPr/>
          <a:lstStyle/>
          <a:p>
            <a:endParaRPr lang="en-ZA"/>
          </a:p>
        </p:txBody>
      </p:sp>
      <p:sp>
        <p:nvSpPr>
          <p:cNvPr id="166" name="Shape 164"/>
          <p:cNvSpPr/>
          <p:nvPr/>
        </p:nvSpPr>
        <p:spPr>
          <a:xfrm>
            <a:off x="8933688" y="1856232"/>
            <a:ext cx="155448" cy="155448"/>
          </a:xfrm>
          <a:prstGeom prst="rect">
            <a:avLst/>
          </a:prstGeom>
          <a:solidFill>
            <a:srgbClr val="1F2933"/>
          </a:solidFill>
          <a:ln w="12700">
            <a:solidFill>
              <a:srgbClr val="1F2933"/>
            </a:solidFill>
            <a:prstDash val="solid"/>
          </a:ln>
        </p:spPr>
        <p:txBody>
          <a:bodyPr/>
          <a:lstStyle/>
          <a:p>
            <a:endParaRPr lang="en-ZA"/>
          </a:p>
        </p:txBody>
      </p:sp>
      <p:sp>
        <p:nvSpPr>
          <p:cNvPr id="167" name="Shape 165"/>
          <p:cNvSpPr/>
          <p:nvPr/>
        </p:nvSpPr>
        <p:spPr>
          <a:xfrm>
            <a:off x="9107424" y="1856232"/>
            <a:ext cx="155448" cy="155448"/>
          </a:xfrm>
          <a:prstGeom prst="rect">
            <a:avLst/>
          </a:prstGeom>
          <a:solidFill>
            <a:srgbClr val="30363D"/>
          </a:solidFill>
          <a:ln w="12700">
            <a:solidFill>
              <a:srgbClr val="30363D"/>
            </a:solidFill>
            <a:prstDash val="solid"/>
          </a:ln>
        </p:spPr>
        <p:txBody>
          <a:bodyPr/>
          <a:lstStyle/>
          <a:p>
            <a:endParaRPr lang="en-ZA"/>
          </a:p>
        </p:txBody>
      </p:sp>
      <p:sp>
        <p:nvSpPr>
          <p:cNvPr id="168" name="Shape 166"/>
          <p:cNvSpPr/>
          <p:nvPr/>
        </p:nvSpPr>
        <p:spPr>
          <a:xfrm>
            <a:off x="9281160" y="1856232"/>
            <a:ext cx="155448" cy="155448"/>
          </a:xfrm>
          <a:prstGeom prst="rect">
            <a:avLst/>
          </a:prstGeom>
          <a:solidFill>
            <a:srgbClr val="30363D"/>
          </a:solidFill>
          <a:ln w="12700">
            <a:solidFill>
              <a:srgbClr val="30363D"/>
            </a:solidFill>
            <a:prstDash val="solid"/>
          </a:ln>
        </p:spPr>
        <p:txBody>
          <a:bodyPr/>
          <a:lstStyle/>
          <a:p>
            <a:endParaRPr lang="en-ZA"/>
          </a:p>
        </p:txBody>
      </p:sp>
      <p:sp>
        <p:nvSpPr>
          <p:cNvPr id="169" name="Shape 167"/>
          <p:cNvSpPr/>
          <p:nvPr/>
        </p:nvSpPr>
        <p:spPr>
          <a:xfrm>
            <a:off x="9454896" y="1856232"/>
            <a:ext cx="155448" cy="155448"/>
          </a:xfrm>
          <a:prstGeom prst="rect">
            <a:avLst/>
          </a:prstGeom>
          <a:solidFill>
            <a:srgbClr val="1F2933"/>
          </a:solidFill>
          <a:ln w="12700">
            <a:solidFill>
              <a:srgbClr val="1F2933"/>
            </a:solidFill>
            <a:prstDash val="solid"/>
          </a:ln>
        </p:spPr>
        <p:txBody>
          <a:bodyPr/>
          <a:lstStyle/>
          <a:p>
            <a:endParaRPr lang="en-ZA"/>
          </a:p>
        </p:txBody>
      </p:sp>
      <p:sp>
        <p:nvSpPr>
          <p:cNvPr id="170" name="Shape 168"/>
          <p:cNvSpPr/>
          <p:nvPr/>
        </p:nvSpPr>
        <p:spPr>
          <a:xfrm>
            <a:off x="9628632" y="1856232"/>
            <a:ext cx="155448" cy="155448"/>
          </a:xfrm>
          <a:prstGeom prst="rect">
            <a:avLst/>
          </a:prstGeom>
          <a:solidFill>
            <a:srgbClr val="1F2933"/>
          </a:solidFill>
          <a:ln w="12700">
            <a:solidFill>
              <a:srgbClr val="1F2933"/>
            </a:solidFill>
            <a:prstDash val="solid"/>
          </a:ln>
        </p:spPr>
        <p:txBody>
          <a:bodyPr/>
          <a:lstStyle/>
          <a:p>
            <a:endParaRPr lang="en-ZA"/>
          </a:p>
        </p:txBody>
      </p:sp>
      <p:sp>
        <p:nvSpPr>
          <p:cNvPr id="171" name="Shape 169"/>
          <p:cNvSpPr/>
          <p:nvPr/>
        </p:nvSpPr>
        <p:spPr>
          <a:xfrm>
            <a:off x="9802368" y="1856232"/>
            <a:ext cx="155448" cy="155448"/>
          </a:xfrm>
          <a:prstGeom prst="rect">
            <a:avLst/>
          </a:prstGeom>
          <a:solidFill>
            <a:srgbClr val="1F2933"/>
          </a:solidFill>
          <a:ln w="12700">
            <a:solidFill>
              <a:srgbClr val="1F2933"/>
            </a:solidFill>
            <a:prstDash val="solid"/>
          </a:ln>
        </p:spPr>
        <p:txBody>
          <a:bodyPr/>
          <a:lstStyle/>
          <a:p>
            <a:endParaRPr lang="en-ZA"/>
          </a:p>
        </p:txBody>
      </p:sp>
      <p:sp>
        <p:nvSpPr>
          <p:cNvPr id="172" name="Shape 170"/>
          <p:cNvSpPr/>
          <p:nvPr/>
        </p:nvSpPr>
        <p:spPr>
          <a:xfrm>
            <a:off x="9976104" y="1856232"/>
            <a:ext cx="155448" cy="155448"/>
          </a:xfrm>
          <a:prstGeom prst="rect">
            <a:avLst/>
          </a:prstGeom>
          <a:solidFill>
            <a:srgbClr val="1F2933"/>
          </a:solidFill>
          <a:ln w="12700">
            <a:solidFill>
              <a:srgbClr val="1F2933"/>
            </a:solidFill>
            <a:prstDash val="solid"/>
          </a:ln>
        </p:spPr>
        <p:txBody>
          <a:bodyPr/>
          <a:lstStyle/>
          <a:p>
            <a:endParaRPr lang="en-ZA"/>
          </a:p>
        </p:txBody>
      </p:sp>
      <p:sp>
        <p:nvSpPr>
          <p:cNvPr id="173" name="Shape 171"/>
          <p:cNvSpPr/>
          <p:nvPr/>
        </p:nvSpPr>
        <p:spPr>
          <a:xfrm>
            <a:off x="10149840" y="1856232"/>
            <a:ext cx="155448" cy="155448"/>
          </a:xfrm>
          <a:prstGeom prst="rect">
            <a:avLst/>
          </a:prstGeom>
          <a:solidFill>
            <a:srgbClr val="2EA043"/>
          </a:solidFill>
          <a:ln w="12700">
            <a:solidFill>
              <a:srgbClr val="2EA043"/>
            </a:solidFill>
            <a:prstDash val="solid"/>
          </a:ln>
        </p:spPr>
        <p:txBody>
          <a:bodyPr/>
          <a:lstStyle/>
          <a:p>
            <a:endParaRPr lang="en-ZA"/>
          </a:p>
        </p:txBody>
      </p:sp>
      <p:sp>
        <p:nvSpPr>
          <p:cNvPr id="174" name="Shape 172"/>
          <p:cNvSpPr/>
          <p:nvPr/>
        </p:nvSpPr>
        <p:spPr>
          <a:xfrm>
            <a:off x="10323576" y="1856232"/>
            <a:ext cx="155448" cy="155448"/>
          </a:xfrm>
          <a:prstGeom prst="rect">
            <a:avLst/>
          </a:prstGeom>
          <a:solidFill>
            <a:srgbClr val="1F2933"/>
          </a:solidFill>
          <a:ln w="12700">
            <a:solidFill>
              <a:srgbClr val="1F2933"/>
            </a:solidFill>
            <a:prstDash val="solid"/>
          </a:ln>
        </p:spPr>
        <p:txBody>
          <a:bodyPr/>
          <a:lstStyle/>
          <a:p>
            <a:endParaRPr lang="en-ZA"/>
          </a:p>
        </p:txBody>
      </p:sp>
      <p:sp>
        <p:nvSpPr>
          <p:cNvPr id="175" name="Shape 173"/>
          <p:cNvSpPr/>
          <p:nvPr/>
        </p:nvSpPr>
        <p:spPr>
          <a:xfrm>
            <a:off x="10497312" y="1856232"/>
            <a:ext cx="155448" cy="155448"/>
          </a:xfrm>
          <a:prstGeom prst="rect">
            <a:avLst/>
          </a:prstGeom>
          <a:solidFill>
            <a:srgbClr val="1F2933"/>
          </a:solidFill>
          <a:ln w="12700">
            <a:solidFill>
              <a:srgbClr val="1F2933"/>
            </a:solidFill>
            <a:prstDash val="solid"/>
          </a:ln>
        </p:spPr>
        <p:txBody>
          <a:bodyPr/>
          <a:lstStyle/>
          <a:p>
            <a:endParaRPr lang="en-ZA"/>
          </a:p>
        </p:txBody>
      </p:sp>
      <p:sp>
        <p:nvSpPr>
          <p:cNvPr id="176" name="Shape 174"/>
          <p:cNvSpPr/>
          <p:nvPr/>
        </p:nvSpPr>
        <p:spPr>
          <a:xfrm>
            <a:off x="10671048" y="1856232"/>
            <a:ext cx="155448" cy="155448"/>
          </a:xfrm>
          <a:prstGeom prst="rect">
            <a:avLst/>
          </a:prstGeom>
          <a:solidFill>
            <a:srgbClr val="1F2933"/>
          </a:solidFill>
          <a:ln w="12700">
            <a:solidFill>
              <a:srgbClr val="1F2933"/>
            </a:solidFill>
            <a:prstDash val="solid"/>
          </a:ln>
        </p:spPr>
        <p:txBody>
          <a:bodyPr/>
          <a:lstStyle/>
          <a:p>
            <a:endParaRPr lang="en-ZA"/>
          </a:p>
        </p:txBody>
      </p:sp>
      <p:sp>
        <p:nvSpPr>
          <p:cNvPr id="177" name="Shape 175"/>
          <p:cNvSpPr/>
          <p:nvPr/>
        </p:nvSpPr>
        <p:spPr>
          <a:xfrm>
            <a:off x="10844784" y="1856232"/>
            <a:ext cx="155448" cy="155448"/>
          </a:xfrm>
          <a:prstGeom prst="rect">
            <a:avLst/>
          </a:prstGeom>
          <a:solidFill>
            <a:srgbClr val="1F2933"/>
          </a:solidFill>
          <a:ln w="12700">
            <a:solidFill>
              <a:srgbClr val="1F2933"/>
            </a:solidFill>
            <a:prstDash val="solid"/>
          </a:ln>
        </p:spPr>
        <p:txBody>
          <a:bodyPr/>
          <a:lstStyle/>
          <a:p>
            <a:endParaRPr lang="en-ZA"/>
          </a:p>
        </p:txBody>
      </p:sp>
      <p:sp>
        <p:nvSpPr>
          <p:cNvPr id="178" name="Shape 176"/>
          <p:cNvSpPr/>
          <p:nvPr/>
        </p:nvSpPr>
        <p:spPr>
          <a:xfrm>
            <a:off x="11018520" y="1856232"/>
            <a:ext cx="155448" cy="155448"/>
          </a:xfrm>
          <a:prstGeom prst="rect">
            <a:avLst/>
          </a:prstGeom>
          <a:solidFill>
            <a:srgbClr val="1F2933"/>
          </a:solidFill>
          <a:ln w="12700">
            <a:solidFill>
              <a:srgbClr val="1F2933"/>
            </a:solidFill>
            <a:prstDash val="solid"/>
          </a:ln>
        </p:spPr>
        <p:txBody>
          <a:bodyPr/>
          <a:lstStyle/>
          <a:p>
            <a:endParaRPr lang="en-ZA"/>
          </a:p>
        </p:txBody>
      </p:sp>
      <p:sp>
        <p:nvSpPr>
          <p:cNvPr id="179" name="Shape 177"/>
          <p:cNvSpPr/>
          <p:nvPr/>
        </p:nvSpPr>
        <p:spPr>
          <a:xfrm>
            <a:off x="11192256" y="1856232"/>
            <a:ext cx="155448" cy="155448"/>
          </a:xfrm>
          <a:prstGeom prst="rect">
            <a:avLst/>
          </a:prstGeom>
          <a:solidFill>
            <a:srgbClr val="1F2933"/>
          </a:solidFill>
          <a:ln w="12700">
            <a:solidFill>
              <a:srgbClr val="1F2933"/>
            </a:solidFill>
            <a:prstDash val="solid"/>
          </a:ln>
        </p:spPr>
        <p:txBody>
          <a:bodyPr/>
          <a:lstStyle/>
          <a:p>
            <a:endParaRPr lang="en-ZA"/>
          </a:p>
        </p:txBody>
      </p:sp>
      <p:sp>
        <p:nvSpPr>
          <p:cNvPr id="180" name="Shape 178"/>
          <p:cNvSpPr/>
          <p:nvPr/>
        </p:nvSpPr>
        <p:spPr>
          <a:xfrm>
            <a:off x="7543800" y="2029968"/>
            <a:ext cx="155448" cy="155448"/>
          </a:xfrm>
          <a:prstGeom prst="rect">
            <a:avLst/>
          </a:prstGeom>
          <a:solidFill>
            <a:srgbClr val="1F2933"/>
          </a:solidFill>
          <a:ln w="12700">
            <a:solidFill>
              <a:srgbClr val="1F2933"/>
            </a:solidFill>
            <a:prstDash val="solid"/>
          </a:ln>
        </p:spPr>
        <p:txBody>
          <a:bodyPr/>
          <a:lstStyle/>
          <a:p>
            <a:endParaRPr lang="en-ZA"/>
          </a:p>
        </p:txBody>
      </p:sp>
      <p:sp>
        <p:nvSpPr>
          <p:cNvPr id="181" name="Shape 179"/>
          <p:cNvSpPr/>
          <p:nvPr/>
        </p:nvSpPr>
        <p:spPr>
          <a:xfrm>
            <a:off x="7717536" y="2029968"/>
            <a:ext cx="155448" cy="155448"/>
          </a:xfrm>
          <a:prstGeom prst="rect">
            <a:avLst/>
          </a:prstGeom>
          <a:solidFill>
            <a:srgbClr val="1F2933"/>
          </a:solidFill>
          <a:ln w="12700">
            <a:solidFill>
              <a:srgbClr val="1F2933"/>
            </a:solidFill>
            <a:prstDash val="solid"/>
          </a:ln>
        </p:spPr>
        <p:txBody>
          <a:bodyPr/>
          <a:lstStyle/>
          <a:p>
            <a:endParaRPr lang="en-ZA"/>
          </a:p>
        </p:txBody>
      </p:sp>
      <p:sp>
        <p:nvSpPr>
          <p:cNvPr id="182" name="Shape 180"/>
          <p:cNvSpPr/>
          <p:nvPr/>
        </p:nvSpPr>
        <p:spPr>
          <a:xfrm>
            <a:off x="7891272" y="2029968"/>
            <a:ext cx="155448" cy="155448"/>
          </a:xfrm>
          <a:prstGeom prst="rect">
            <a:avLst/>
          </a:prstGeom>
          <a:solidFill>
            <a:srgbClr val="1F2933"/>
          </a:solidFill>
          <a:ln w="12700">
            <a:solidFill>
              <a:srgbClr val="1F2933"/>
            </a:solidFill>
            <a:prstDash val="solid"/>
          </a:ln>
        </p:spPr>
        <p:txBody>
          <a:bodyPr/>
          <a:lstStyle/>
          <a:p>
            <a:endParaRPr lang="en-ZA"/>
          </a:p>
        </p:txBody>
      </p:sp>
      <p:sp>
        <p:nvSpPr>
          <p:cNvPr id="183" name="Shape 181"/>
          <p:cNvSpPr/>
          <p:nvPr/>
        </p:nvSpPr>
        <p:spPr>
          <a:xfrm>
            <a:off x="8065008" y="2029968"/>
            <a:ext cx="155448" cy="155448"/>
          </a:xfrm>
          <a:prstGeom prst="rect">
            <a:avLst/>
          </a:prstGeom>
          <a:solidFill>
            <a:srgbClr val="1F2933"/>
          </a:solidFill>
          <a:ln w="12700">
            <a:solidFill>
              <a:srgbClr val="1F2933"/>
            </a:solidFill>
            <a:prstDash val="solid"/>
          </a:ln>
        </p:spPr>
        <p:txBody>
          <a:bodyPr/>
          <a:lstStyle/>
          <a:p>
            <a:endParaRPr lang="en-ZA"/>
          </a:p>
        </p:txBody>
      </p:sp>
      <p:sp>
        <p:nvSpPr>
          <p:cNvPr id="184" name="Shape 182"/>
          <p:cNvSpPr/>
          <p:nvPr/>
        </p:nvSpPr>
        <p:spPr>
          <a:xfrm>
            <a:off x="8238744" y="2029968"/>
            <a:ext cx="155448" cy="155448"/>
          </a:xfrm>
          <a:prstGeom prst="rect">
            <a:avLst/>
          </a:prstGeom>
          <a:solidFill>
            <a:srgbClr val="1F2933"/>
          </a:solidFill>
          <a:ln w="12700">
            <a:solidFill>
              <a:srgbClr val="1F2933"/>
            </a:solidFill>
            <a:prstDash val="solid"/>
          </a:ln>
        </p:spPr>
        <p:txBody>
          <a:bodyPr/>
          <a:lstStyle/>
          <a:p>
            <a:endParaRPr lang="en-ZA"/>
          </a:p>
        </p:txBody>
      </p:sp>
      <p:sp>
        <p:nvSpPr>
          <p:cNvPr id="185" name="Shape 183"/>
          <p:cNvSpPr/>
          <p:nvPr/>
        </p:nvSpPr>
        <p:spPr>
          <a:xfrm>
            <a:off x="8412480" y="2029968"/>
            <a:ext cx="155448" cy="155448"/>
          </a:xfrm>
          <a:prstGeom prst="rect">
            <a:avLst/>
          </a:prstGeom>
          <a:solidFill>
            <a:srgbClr val="1F2933"/>
          </a:solidFill>
          <a:ln w="12700">
            <a:solidFill>
              <a:srgbClr val="1F2933"/>
            </a:solidFill>
            <a:prstDash val="solid"/>
          </a:ln>
        </p:spPr>
        <p:txBody>
          <a:bodyPr/>
          <a:lstStyle/>
          <a:p>
            <a:endParaRPr lang="en-ZA"/>
          </a:p>
        </p:txBody>
      </p:sp>
      <p:sp>
        <p:nvSpPr>
          <p:cNvPr id="186" name="Shape 184"/>
          <p:cNvSpPr/>
          <p:nvPr/>
        </p:nvSpPr>
        <p:spPr>
          <a:xfrm>
            <a:off x="8586216" y="2029968"/>
            <a:ext cx="155448" cy="155448"/>
          </a:xfrm>
          <a:prstGeom prst="rect">
            <a:avLst/>
          </a:prstGeom>
          <a:solidFill>
            <a:srgbClr val="1F2933"/>
          </a:solidFill>
          <a:ln w="12700">
            <a:solidFill>
              <a:srgbClr val="1F2933"/>
            </a:solidFill>
            <a:prstDash val="solid"/>
          </a:ln>
        </p:spPr>
        <p:txBody>
          <a:bodyPr/>
          <a:lstStyle/>
          <a:p>
            <a:endParaRPr lang="en-ZA"/>
          </a:p>
        </p:txBody>
      </p:sp>
      <p:sp>
        <p:nvSpPr>
          <p:cNvPr id="187" name="Shape 185"/>
          <p:cNvSpPr/>
          <p:nvPr/>
        </p:nvSpPr>
        <p:spPr>
          <a:xfrm>
            <a:off x="8759952" y="2029968"/>
            <a:ext cx="155448" cy="155448"/>
          </a:xfrm>
          <a:prstGeom prst="rect">
            <a:avLst/>
          </a:prstGeom>
          <a:solidFill>
            <a:srgbClr val="2EA043"/>
          </a:solidFill>
          <a:ln w="12700">
            <a:solidFill>
              <a:srgbClr val="2EA043"/>
            </a:solidFill>
            <a:prstDash val="solid"/>
          </a:ln>
        </p:spPr>
        <p:txBody>
          <a:bodyPr/>
          <a:lstStyle/>
          <a:p>
            <a:endParaRPr lang="en-ZA"/>
          </a:p>
        </p:txBody>
      </p:sp>
      <p:sp>
        <p:nvSpPr>
          <p:cNvPr id="188" name="Shape 186"/>
          <p:cNvSpPr/>
          <p:nvPr/>
        </p:nvSpPr>
        <p:spPr>
          <a:xfrm>
            <a:off x="8933688" y="2029968"/>
            <a:ext cx="155448" cy="155448"/>
          </a:xfrm>
          <a:prstGeom prst="rect">
            <a:avLst/>
          </a:prstGeom>
          <a:solidFill>
            <a:srgbClr val="1F2933"/>
          </a:solidFill>
          <a:ln w="12700">
            <a:solidFill>
              <a:srgbClr val="1F2933"/>
            </a:solidFill>
            <a:prstDash val="solid"/>
          </a:ln>
        </p:spPr>
        <p:txBody>
          <a:bodyPr/>
          <a:lstStyle/>
          <a:p>
            <a:endParaRPr lang="en-ZA"/>
          </a:p>
        </p:txBody>
      </p:sp>
      <p:sp>
        <p:nvSpPr>
          <p:cNvPr id="189" name="Shape 187"/>
          <p:cNvSpPr/>
          <p:nvPr/>
        </p:nvSpPr>
        <p:spPr>
          <a:xfrm>
            <a:off x="9107424" y="2029968"/>
            <a:ext cx="155448" cy="155448"/>
          </a:xfrm>
          <a:prstGeom prst="rect">
            <a:avLst/>
          </a:prstGeom>
          <a:solidFill>
            <a:srgbClr val="1F2933"/>
          </a:solidFill>
          <a:ln w="12700">
            <a:solidFill>
              <a:srgbClr val="1F2933"/>
            </a:solidFill>
            <a:prstDash val="solid"/>
          </a:ln>
        </p:spPr>
        <p:txBody>
          <a:bodyPr/>
          <a:lstStyle/>
          <a:p>
            <a:endParaRPr lang="en-ZA"/>
          </a:p>
        </p:txBody>
      </p:sp>
      <p:sp>
        <p:nvSpPr>
          <p:cNvPr id="190" name="Shape 188"/>
          <p:cNvSpPr/>
          <p:nvPr/>
        </p:nvSpPr>
        <p:spPr>
          <a:xfrm>
            <a:off x="9281160" y="2029968"/>
            <a:ext cx="155448" cy="155448"/>
          </a:xfrm>
          <a:prstGeom prst="rect">
            <a:avLst/>
          </a:prstGeom>
          <a:solidFill>
            <a:srgbClr val="30363D"/>
          </a:solidFill>
          <a:ln w="12700">
            <a:solidFill>
              <a:srgbClr val="30363D"/>
            </a:solidFill>
            <a:prstDash val="solid"/>
          </a:ln>
        </p:spPr>
        <p:txBody>
          <a:bodyPr/>
          <a:lstStyle/>
          <a:p>
            <a:endParaRPr lang="en-ZA"/>
          </a:p>
        </p:txBody>
      </p:sp>
      <p:sp>
        <p:nvSpPr>
          <p:cNvPr id="191" name="Shape 189"/>
          <p:cNvSpPr/>
          <p:nvPr/>
        </p:nvSpPr>
        <p:spPr>
          <a:xfrm>
            <a:off x="9454896" y="2029968"/>
            <a:ext cx="155448" cy="155448"/>
          </a:xfrm>
          <a:prstGeom prst="rect">
            <a:avLst/>
          </a:prstGeom>
          <a:solidFill>
            <a:srgbClr val="1F2933"/>
          </a:solidFill>
          <a:ln w="12700">
            <a:solidFill>
              <a:srgbClr val="1F2933"/>
            </a:solidFill>
            <a:prstDash val="solid"/>
          </a:ln>
        </p:spPr>
        <p:txBody>
          <a:bodyPr/>
          <a:lstStyle/>
          <a:p>
            <a:endParaRPr lang="en-ZA"/>
          </a:p>
        </p:txBody>
      </p:sp>
      <p:sp>
        <p:nvSpPr>
          <p:cNvPr id="192" name="Shape 190"/>
          <p:cNvSpPr/>
          <p:nvPr/>
        </p:nvSpPr>
        <p:spPr>
          <a:xfrm>
            <a:off x="9628632" y="2029968"/>
            <a:ext cx="155448" cy="155448"/>
          </a:xfrm>
          <a:prstGeom prst="rect">
            <a:avLst/>
          </a:prstGeom>
          <a:solidFill>
            <a:srgbClr val="1F2933"/>
          </a:solidFill>
          <a:ln w="12700">
            <a:solidFill>
              <a:srgbClr val="1F2933"/>
            </a:solidFill>
            <a:prstDash val="solid"/>
          </a:ln>
        </p:spPr>
        <p:txBody>
          <a:bodyPr/>
          <a:lstStyle/>
          <a:p>
            <a:endParaRPr lang="en-ZA"/>
          </a:p>
        </p:txBody>
      </p:sp>
      <p:sp>
        <p:nvSpPr>
          <p:cNvPr id="193" name="Shape 191"/>
          <p:cNvSpPr/>
          <p:nvPr/>
        </p:nvSpPr>
        <p:spPr>
          <a:xfrm>
            <a:off x="9802368" y="2029968"/>
            <a:ext cx="155448" cy="155448"/>
          </a:xfrm>
          <a:prstGeom prst="rect">
            <a:avLst/>
          </a:prstGeom>
          <a:solidFill>
            <a:srgbClr val="1F2933"/>
          </a:solidFill>
          <a:ln w="12700">
            <a:solidFill>
              <a:srgbClr val="1F2933"/>
            </a:solidFill>
            <a:prstDash val="solid"/>
          </a:ln>
        </p:spPr>
        <p:txBody>
          <a:bodyPr/>
          <a:lstStyle/>
          <a:p>
            <a:endParaRPr lang="en-ZA"/>
          </a:p>
        </p:txBody>
      </p:sp>
      <p:sp>
        <p:nvSpPr>
          <p:cNvPr id="194" name="Shape 192"/>
          <p:cNvSpPr/>
          <p:nvPr/>
        </p:nvSpPr>
        <p:spPr>
          <a:xfrm>
            <a:off x="9976104" y="2029968"/>
            <a:ext cx="155448" cy="155448"/>
          </a:xfrm>
          <a:prstGeom prst="rect">
            <a:avLst/>
          </a:prstGeom>
          <a:solidFill>
            <a:srgbClr val="1F2933"/>
          </a:solidFill>
          <a:ln w="12700">
            <a:solidFill>
              <a:srgbClr val="1F2933"/>
            </a:solidFill>
            <a:prstDash val="solid"/>
          </a:ln>
        </p:spPr>
        <p:txBody>
          <a:bodyPr/>
          <a:lstStyle/>
          <a:p>
            <a:endParaRPr lang="en-ZA"/>
          </a:p>
        </p:txBody>
      </p:sp>
      <p:sp>
        <p:nvSpPr>
          <p:cNvPr id="195" name="Shape 193"/>
          <p:cNvSpPr/>
          <p:nvPr/>
        </p:nvSpPr>
        <p:spPr>
          <a:xfrm>
            <a:off x="10149840" y="2029968"/>
            <a:ext cx="155448" cy="155448"/>
          </a:xfrm>
          <a:prstGeom prst="rect">
            <a:avLst/>
          </a:prstGeom>
          <a:solidFill>
            <a:srgbClr val="2EA043"/>
          </a:solidFill>
          <a:ln w="12700">
            <a:solidFill>
              <a:srgbClr val="2EA043"/>
            </a:solidFill>
            <a:prstDash val="solid"/>
          </a:ln>
        </p:spPr>
        <p:txBody>
          <a:bodyPr/>
          <a:lstStyle/>
          <a:p>
            <a:endParaRPr lang="en-ZA"/>
          </a:p>
        </p:txBody>
      </p:sp>
      <p:sp>
        <p:nvSpPr>
          <p:cNvPr id="196" name="Shape 194"/>
          <p:cNvSpPr/>
          <p:nvPr/>
        </p:nvSpPr>
        <p:spPr>
          <a:xfrm>
            <a:off x="10323576" y="2029968"/>
            <a:ext cx="155448" cy="155448"/>
          </a:xfrm>
          <a:prstGeom prst="rect">
            <a:avLst/>
          </a:prstGeom>
          <a:solidFill>
            <a:srgbClr val="1F2933"/>
          </a:solidFill>
          <a:ln w="12700">
            <a:solidFill>
              <a:srgbClr val="1F2933"/>
            </a:solidFill>
            <a:prstDash val="solid"/>
          </a:ln>
        </p:spPr>
        <p:txBody>
          <a:bodyPr/>
          <a:lstStyle/>
          <a:p>
            <a:endParaRPr lang="en-ZA"/>
          </a:p>
        </p:txBody>
      </p:sp>
      <p:sp>
        <p:nvSpPr>
          <p:cNvPr id="197" name="Shape 195"/>
          <p:cNvSpPr/>
          <p:nvPr/>
        </p:nvSpPr>
        <p:spPr>
          <a:xfrm>
            <a:off x="10497312" y="2029968"/>
            <a:ext cx="155448" cy="155448"/>
          </a:xfrm>
          <a:prstGeom prst="rect">
            <a:avLst/>
          </a:prstGeom>
          <a:solidFill>
            <a:srgbClr val="1F2933"/>
          </a:solidFill>
          <a:ln w="12700">
            <a:solidFill>
              <a:srgbClr val="1F2933"/>
            </a:solidFill>
            <a:prstDash val="solid"/>
          </a:ln>
        </p:spPr>
        <p:txBody>
          <a:bodyPr/>
          <a:lstStyle/>
          <a:p>
            <a:endParaRPr lang="en-ZA"/>
          </a:p>
        </p:txBody>
      </p:sp>
      <p:sp>
        <p:nvSpPr>
          <p:cNvPr id="198" name="Shape 196"/>
          <p:cNvSpPr/>
          <p:nvPr/>
        </p:nvSpPr>
        <p:spPr>
          <a:xfrm>
            <a:off x="10671048" y="2029968"/>
            <a:ext cx="155448" cy="155448"/>
          </a:xfrm>
          <a:prstGeom prst="rect">
            <a:avLst/>
          </a:prstGeom>
          <a:solidFill>
            <a:srgbClr val="1F2933"/>
          </a:solidFill>
          <a:ln w="12700">
            <a:solidFill>
              <a:srgbClr val="1F2933"/>
            </a:solidFill>
            <a:prstDash val="solid"/>
          </a:ln>
        </p:spPr>
        <p:txBody>
          <a:bodyPr/>
          <a:lstStyle/>
          <a:p>
            <a:endParaRPr lang="en-ZA"/>
          </a:p>
        </p:txBody>
      </p:sp>
      <p:sp>
        <p:nvSpPr>
          <p:cNvPr id="199" name="Shape 197"/>
          <p:cNvSpPr/>
          <p:nvPr/>
        </p:nvSpPr>
        <p:spPr>
          <a:xfrm>
            <a:off x="10844784" y="2029968"/>
            <a:ext cx="155448" cy="155448"/>
          </a:xfrm>
          <a:prstGeom prst="rect">
            <a:avLst/>
          </a:prstGeom>
          <a:solidFill>
            <a:srgbClr val="1F2933"/>
          </a:solidFill>
          <a:ln w="12700">
            <a:solidFill>
              <a:srgbClr val="1F2933"/>
            </a:solidFill>
            <a:prstDash val="solid"/>
          </a:ln>
        </p:spPr>
        <p:txBody>
          <a:bodyPr/>
          <a:lstStyle/>
          <a:p>
            <a:endParaRPr lang="en-ZA"/>
          </a:p>
        </p:txBody>
      </p:sp>
      <p:sp>
        <p:nvSpPr>
          <p:cNvPr id="200" name="Shape 198"/>
          <p:cNvSpPr/>
          <p:nvPr/>
        </p:nvSpPr>
        <p:spPr>
          <a:xfrm>
            <a:off x="11018520" y="2029968"/>
            <a:ext cx="155448" cy="155448"/>
          </a:xfrm>
          <a:prstGeom prst="rect">
            <a:avLst/>
          </a:prstGeom>
          <a:solidFill>
            <a:srgbClr val="1F2933"/>
          </a:solidFill>
          <a:ln w="12700">
            <a:solidFill>
              <a:srgbClr val="1F2933"/>
            </a:solidFill>
            <a:prstDash val="solid"/>
          </a:ln>
        </p:spPr>
        <p:txBody>
          <a:bodyPr/>
          <a:lstStyle/>
          <a:p>
            <a:endParaRPr lang="en-ZA"/>
          </a:p>
        </p:txBody>
      </p:sp>
      <p:sp>
        <p:nvSpPr>
          <p:cNvPr id="201" name="Shape 199"/>
          <p:cNvSpPr/>
          <p:nvPr/>
        </p:nvSpPr>
        <p:spPr>
          <a:xfrm>
            <a:off x="11192256" y="2029968"/>
            <a:ext cx="155448" cy="155448"/>
          </a:xfrm>
          <a:prstGeom prst="rect">
            <a:avLst/>
          </a:prstGeom>
          <a:solidFill>
            <a:srgbClr val="1F2933"/>
          </a:solidFill>
          <a:ln w="12700">
            <a:solidFill>
              <a:srgbClr val="1F2933"/>
            </a:solidFill>
            <a:prstDash val="solid"/>
          </a:ln>
        </p:spPr>
        <p:txBody>
          <a:bodyPr/>
          <a:lstStyle/>
          <a:p>
            <a:endParaRPr lang="en-ZA"/>
          </a:p>
        </p:txBody>
      </p:sp>
      <p:sp>
        <p:nvSpPr>
          <p:cNvPr id="202" name="Shape 200"/>
          <p:cNvSpPr/>
          <p:nvPr/>
        </p:nvSpPr>
        <p:spPr>
          <a:xfrm>
            <a:off x="7543800" y="2203704"/>
            <a:ext cx="155448" cy="155448"/>
          </a:xfrm>
          <a:prstGeom prst="rect">
            <a:avLst/>
          </a:prstGeom>
          <a:solidFill>
            <a:srgbClr val="30363D"/>
          </a:solidFill>
          <a:ln w="12700">
            <a:solidFill>
              <a:srgbClr val="30363D"/>
            </a:solidFill>
            <a:prstDash val="solid"/>
          </a:ln>
        </p:spPr>
        <p:txBody>
          <a:bodyPr/>
          <a:lstStyle/>
          <a:p>
            <a:endParaRPr lang="en-ZA"/>
          </a:p>
        </p:txBody>
      </p:sp>
      <p:sp>
        <p:nvSpPr>
          <p:cNvPr id="203" name="Shape 201"/>
          <p:cNvSpPr/>
          <p:nvPr/>
        </p:nvSpPr>
        <p:spPr>
          <a:xfrm>
            <a:off x="7717536" y="2203704"/>
            <a:ext cx="155448" cy="155448"/>
          </a:xfrm>
          <a:prstGeom prst="rect">
            <a:avLst/>
          </a:prstGeom>
          <a:solidFill>
            <a:srgbClr val="1F2933"/>
          </a:solidFill>
          <a:ln w="12700">
            <a:solidFill>
              <a:srgbClr val="1F2933"/>
            </a:solidFill>
            <a:prstDash val="solid"/>
          </a:ln>
        </p:spPr>
        <p:txBody>
          <a:bodyPr/>
          <a:lstStyle/>
          <a:p>
            <a:endParaRPr lang="en-ZA"/>
          </a:p>
        </p:txBody>
      </p:sp>
      <p:sp>
        <p:nvSpPr>
          <p:cNvPr id="204" name="Shape 202"/>
          <p:cNvSpPr/>
          <p:nvPr/>
        </p:nvSpPr>
        <p:spPr>
          <a:xfrm>
            <a:off x="7891272" y="2203704"/>
            <a:ext cx="155448" cy="155448"/>
          </a:xfrm>
          <a:prstGeom prst="rect">
            <a:avLst/>
          </a:prstGeom>
          <a:solidFill>
            <a:srgbClr val="30363D"/>
          </a:solidFill>
          <a:ln w="12700">
            <a:solidFill>
              <a:srgbClr val="30363D"/>
            </a:solidFill>
            <a:prstDash val="solid"/>
          </a:ln>
        </p:spPr>
        <p:txBody>
          <a:bodyPr/>
          <a:lstStyle/>
          <a:p>
            <a:endParaRPr lang="en-ZA"/>
          </a:p>
        </p:txBody>
      </p:sp>
      <p:sp>
        <p:nvSpPr>
          <p:cNvPr id="205" name="Shape 203"/>
          <p:cNvSpPr/>
          <p:nvPr/>
        </p:nvSpPr>
        <p:spPr>
          <a:xfrm>
            <a:off x="8065008" y="2203704"/>
            <a:ext cx="155448" cy="155448"/>
          </a:xfrm>
          <a:prstGeom prst="rect">
            <a:avLst/>
          </a:prstGeom>
          <a:solidFill>
            <a:srgbClr val="1F2933"/>
          </a:solidFill>
          <a:ln w="12700">
            <a:solidFill>
              <a:srgbClr val="1F2933"/>
            </a:solidFill>
            <a:prstDash val="solid"/>
          </a:ln>
        </p:spPr>
        <p:txBody>
          <a:bodyPr/>
          <a:lstStyle/>
          <a:p>
            <a:endParaRPr lang="en-ZA"/>
          </a:p>
        </p:txBody>
      </p:sp>
      <p:sp>
        <p:nvSpPr>
          <p:cNvPr id="206" name="Shape 204"/>
          <p:cNvSpPr/>
          <p:nvPr/>
        </p:nvSpPr>
        <p:spPr>
          <a:xfrm>
            <a:off x="8238744" y="2203704"/>
            <a:ext cx="155448" cy="155448"/>
          </a:xfrm>
          <a:prstGeom prst="rect">
            <a:avLst/>
          </a:prstGeom>
          <a:solidFill>
            <a:srgbClr val="1F2933"/>
          </a:solidFill>
          <a:ln w="12700">
            <a:solidFill>
              <a:srgbClr val="1F2933"/>
            </a:solidFill>
            <a:prstDash val="solid"/>
          </a:ln>
        </p:spPr>
        <p:txBody>
          <a:bodyPr/>
          <a:lstStyle/>
          <a:p>
            <a:endParaRPr lang="en-ZA"/>
          </a:p>
        </p:txBody>
      </p:sp>
      <p:sp>
        <p:nvSpPr>
          <p:cNvPr id="207" name="Shape 205"/>
          <p:cNvSpPr/>
          <p:nvPr/>
        </p:nvSpPr>
        <p:spPr>
          <a:xfrm>
            <a:off x="8412480" y="2203704"/>
            <a:ext cx="155448" cy="155448"/>
          </a:xfrm>
          <a:prstGeom prst="rect">
            <a:avLst/>
          </a:prstGeom>
          <a:solidFill>
            <a:srgbClr val="30363D"/>
          </a:solidFill>
          <a:ln w="12700">
            <a:solidFill>
              <a:srgbClr val="30363D"/>
            </a:solidFill>
            <a:prstDash val="solid"/>
          </a:ln>
        </p:spPr>
        <p:txBody>
          <a:bodyPr/>
          <a:lstStyle/>
          <a:p>
            <a:endParaRPr lang="en-ZA"/>
          </a:p>
        </p:txBody>
      </p:sp>
      <p:sp>
        <p:nvSpPr>
          <p:cNvPr id="208" name="Shape 206"/>
          <p:cNvSpPr/>
          <p:nvPr/>
        </p:nvSpPr>
        <p:spPr>
          <a:xfrm>
            <a:off x="8586216" y="2203704"/>
            <a:ext cx="155448" cy="155448"/>
          </a:xfrm>
          <a:prstGeom prst="rect">
            <a:avLst/>
          </a:prstGeom>
          <a:solidFill>
            <a:srgbClr val="1F2933"/>
          </a:solidFill>
          <a:ln w="12700">
            <a:solidFill>
              <a:srgbClr val="1F2933"/>
            </a:solidFill>
            <a:prstDash val="solid"/>
          </a:ln>
        </p:spPr>
        <p:txBody>
          <a:bodyPr/>
          <a:lstStyle/>
          <a:p>
            <a:endParaRPr lang="en-ZA"/>
          </a:p>
        </p:txBody>
      </p:sp>
      <p:sp>
        <p:nvSpPr>
          <p:cNvPr id="209" name="Shape 207"/>
          <p:cNvSpPr/>
          <p:nvPr/>
        </p:nvSpPr>
        <p:spPr>
          <a:xfrm>
            <a:off x="8759952" y="2203704"/>
            <a:ext cx="155448" cy="155448"/>
          </a:xfrm>
          <a:prstGeom prst="rect">
            <a:avLst/>
          </a:prstGeom>
          <a:solidFill>
            <a:srgbClr val="2EA043"/>
          </a:solidFill>
          <a:ln w="12700">
            <a:solidFill>
              <a:srgbClr val="2EA043"/>
            </a:solidFill>
            <a:prstDash val="solid"/>
          </a:ln>
        </p:spPr>
        <p:txBody>
          <a:bodyPr/>
          <a:lstStyle/>
          <a:p>
            <a:endParaRPr lang="en-ZA"/>
          </a:p>
        </p:txBody>
      </p:sp>
      <p:sp>
        <p:nvSpPr>
          <p:cNvPr id="210" name="Shape 208"/>
          <p:cNvSpPr/>
          <p:nvPr/>
        </p:nvSpPr>
        <p:spPr>
          <a:xfrm>
            <a:off x="8933688" y="2203704"/>
            <a:ext cx="155448" cy="155448"/>
          </a:xfrm>
          <a:prstGeom prst="rect">
            <a:avLst/>
          </a:prstGeom>
          <a:solidFill>
            <a:srgbClr val="30363D"/>
          </a:solidFill>
          <a:ln w="12700">
            <a:solidFill>
              <a:srgbClr val="30363D"/>
            </a:solidFill>
            <a:prstDash val="solid"/>
          </a:ln>
        </p:spPr>
        <p:txBody>
          <a:bodyPr/>
          <a:lstStyle/>
          <a:p>
            <a:endParaRPr lang="en-ZA"/>
          </a:p>
        </p:txBody>
      </p:sp>
      <p:sp>
        <p:nvSpPr>
          <p:cNvPr id="211" name="Shape 209"/>
          <p:cNvSpPr/>
          <p:nvPr/>
        </p:nvSpPr>
        <p:spPr>
          <a:xfrm>
            <a:off x="9107424" y="2203704"/>
            <a:ext cx="155448" cy="155448"/>
          </a:xfrm>
          <a:prstGeom prst="rect">
            <a:avLst/>
          </a:prstGeom>
          <a:solidFill>
            <a:srgbClr val="1F2933"/>
          </a:solidFill>
          <a:ln w="12700">
            <a:solidFill>
              <a:srgbClr val="1F2933"/>
            </a:solidFill>
            <a:prstDash val="solid"/>
          </a:ln>
        </p:spPr>
        <p:txBody>
          <a:bodyPr/>
          <a:lstStyle/>
          <a:p>
            <a:endParaRPr lang="en-ZA"/>
          </a:p>
        </p:txBody>
      </p:sp>
      <p:sp>
        <p:nvSpPr>
          <p:cNvPr id="212" name="Shape 210"/>
          <p:cNvSpPr/>
          <p:nvPr/>
        </p:nvSpPr>
        <p:spPr>
          <a:xfrm>
            <a:off x="9281160" y="2203704"/>
            <a:ext cx="155448" cy="155448"/>
          </a:xfrm>
          <a:prstGeom prst="rect">
            <a:avLst/>
          </a:prstGeom>
          <a:solidFill>
            <a:srgbClr val="1F2933"/>
          </a:solidFill>
          <a:ln w="12700">
            <a:solidFill>
              <a:srgbClr val="1F2933"/>
            </a:solidFill>
            <a:prstDash val="solid"/>
          </a:ln>
        </p:spPr>
        <p:txBody>
          <a:bodyPr/>
          <a:lstStyle/>
          <a:p>
            <a:endParaRPr lang="en-ZA"/>
          </a:p>
        </p:txBody>
      </p:sp>
      <p:sp>
        <p:nvSpPr>
          <p:cNvPr id="213" name="Shape 211"/>
          <p:cNvSpPr/>
          <p:nvPr/>
        </p:nvSpPr>
        <p:spPr>
          <a:xfrm>
            <a:off x="9454896" y="2203704"/>
            <a:ext cx="155448" cy="155448"/>
          </a:xfrm>
          <a:prstGeom prst="rect">
            <a:avLst/>
          </a:prstGeom>
          <a:solidFill>
            <a:srgbClr val="1F2933"/>
          </a:solidFill>
          <a:ln w="12700">
            <a:solidFill>
              <a:srgbClr val="1F2933"/>
            </a:solidFill>
            <a:prstDash val="solid"/>
          </a:ln>
        </p:spPr>
        <p:txBody>
          <a:bodyPr/>
          <a:lstStyle/>
          <a:p>
            <a:endParaRPr lang="en-ZA"/>
          </a:p>
        </p:txBody>
      </p:sp>
      <p:sp>
        <p:nvSpPr>
          <p:cNvPr id="214" name="Shape 212"/>
          <p:cNvSpPr/>
          <p:nvPr/>
        </p:nvSpPr>
        <p:spPr>
          <a:xfrm>
            <a:off x="9628632" y="2203704"/>
            <a:ext cx="155448" cy="155448"/>
          </a:xfrm>
          <a:prstGeom prst="rect">
            <a:avLst/>
          </a:prstGeom>
          <a:solidFill>
            <a:srgbClr val="1F2933"/>
          </a:solidFill>
          <a:ln w="12700">
            <a:solidFill>
              <a:srgbClr val="1F2933"/>
            </a:solidFill>
            <a:prstDash val="solid"/>
          </a:ln>
        </p:spPr>
        <p:txBody>
          <a:bodyPr/>
          <a:lstStyle/>
          <a:p>
            <a:endParaRPr lang="en-ZA"/>
          </a:p>
        </p:txBody>
      </p:sp>
      <p:sp>
        <p:nvSpPr>
          <p:cNvPr id="215" name="Shape 213"/>
          <p:cNvSpPr/>
          <p:nvPr/>
        </p:nvSpPr>
        <p:spPr>
          <a:xfrm>
            <a:off x="9802368" y="2203704"/>
            <a:ext cx="155448" cy="155448"/>
          </a:xfrm>
          <a:prstGeom prst="rect">
            <a:avLst/>
          </a:prstGeom>
          <a:solidFill>
            <a:srgbClr val="30363D"/>
          </a:solidFill>
          <a:ln w="12700">
            <a:solidFill>
              <a:srgbClr val="30363D"/>
            </a:solidFill>
            <a:prstDash val="solid"/>
          </a:ln>
        </p:spPr>
        <p:txBody>
          <a:bodyPr/>
          <a:lstStyle/>
          <a:p>
            <a:endParaRPr lang="en-ZA"/>
          </a:p>
        </p:txBody>
      </p:sp>
      <p:sp>
        <p:nvSpPr>
          <p:cNvPr id="216" name="Shape 214"/>
          <p:cNvSpPr/>
          <p:nvPr/>
        </p:nvSpPr>
        <p:spPr>
          <a:xfrm>
            <a:off x="9976104" y="2203704"/>
            <a:ext cx="155448" cy="155448"/>
          </a:xfrm>
          <a:prstGeom prst="rect">
            <a:avLst/>
          </a:prstGeom>
          <a:solidFill>
            <a:srgbClr val="30363D"/>
          </a:solidFill>
          <a:ln w="12700">
            <a:solidFill>
              <a:srgbClr val="30363D"/>
            </a:solidFill>
            <a:prstDash val="solid"/>
          </a:ln>
        </p:spPr>
        <p:txBody>
          <a:bodyPr/>
          <a:lstStyle/>
          <a:p>
            <a:endParaRPr lang="en-ZA"/>
          </a:p>
        </p:txBody>
      </p:sp>
      <p:sp>
        <p:nvSpPr>
          <p:cNvPr id="217" name="Shape 215"/>
          <p:cNvSpPr/>
          <p:nvPr/>
        </p:nvSpPr>
        <p:spPr>
          <a:xfrm>
            <a:off x="10149840" y="2203704"/>
            <a:ext cx="155448" cy="155448"/>
          </a:xfrm>
          <a:prstGeom prst="rect">
            <a:avLst/>
          </a:prstGeom>
          <a:solidFill>
            <a:srgbClr val="2EA043"/>
          </a:solidFill>
          <a:ln w="12700">
            <a:solidFill>
              <a:srgbClr val="2EA043"/>
            </a:solidFill>
            <a:prstDash val="solid"/>
          </a:ln>
        </p:spPr>
        <p:txBody>
          <a:bodyPr/>
          <a:lstStyle/>
          <a:p>
            <a:endParaRPr lang="en-ZA"/>
          </a:p>
        </p:txBody>
      </p:sp>
      <p:sp>
        <p:nvSpPr>
          <p:cNvPr id="218" name="Shape 216"/>
          <p:cNvSpPr/>
          <p:nvPr/>
        </p:nvSpPr>
        <p:spPr>
          <a:xfrm>
            <a:off x="10323576" y="2203704"/>
            <a:ext cx="155448" cy="155448"/>
          </a:xfrm>
          <a:prstGeom prst="rect">
            <a:avLst/>
          </a:prstGeom>
          <a:solidFill>
            <a:srgbClr val="1F2933"/>
          </a:solidFill>
          <a:ln w="12700">
            <a:solidFill>
              <a:srgbClr val="1F2933"/>
            </a:solidFill>
            <a:prstDash val="solid"/>
          </a:ln>
        </p:spPr>
        <p:txBody>
          <a:bodyPr/>
          <a:lstStyle/>
          <a:p>
            <a:endParaRPr lang="en-ZA"/>
          </a:p>
        </p:txBody>
      </p:sp>
      <p:sp>
        <p:nvSpPr>
          <p:cNvPr id="219" name="Shape 217"/>
          <p:cNvSpPr/>
          <p:nvPr/>
        </p:nvSpPr>
        <p:spPr>
          <a:xfrm>
            <a:off x="10497312" y="2203704"/>
            <a:ext cx="155448" cy="155448"/>
          </a:xfrm>
          <a:prstGeom prst="rect">
            <a:avLst/>
          </a:prstGeom>
          <a:solidFill>
            <a:srgbClr val="1F2933"/>
          </a:solidFill>
          <a:ln w="12700">
            <a:solidFill>
              <a:srgbClr val="1F2933"/>
            </a:solidFill>
            <a:prstDash val="solid"/>
          </a:ln>
        </p:spPr>
        <p:txBody>
          <a:bodyPr/>
          <a:lstStyle/>
          <a:p>
            <a:endParaRPr lang="en-ZA"/>
          </a:p>
        </p:txBody>
      </p:sp>
      <p:sp>
        <p:nvSpPr>
          <p:cNvPr id="220" name="Shape 218"/>
          <p:cNvSpPr/>
          <p:nvPr/>
        </p:nvSpPr>
        <p:spPr>
          <a:xfrm>
            <a:off x="10671048" y="2203704"/>
            <a:ext cx="155448" cy="155448"/>
          </a:xfrm>
          <a:prstGeom prst="rect">
            <a:avLst/>
          </a:prstGeom>
          <a:solidFill>
            <a:srgbClr val="1F2933"/>
          </a:solidFill>
          <a:ln w="12700">
            <a:solidFill>
              <a:srgbClr val="1F2933"/>
            </a:solidFill>
            <a:prstDash val="solid"/>
          </a:ln>
        </p:spPr>
        <p:txBody>
          <a:bodyPr/>
          <a:lstStyle/>
          <a:p>
            <a:endParaRPr lang="en-ZA"/>
          </a:p>
        </p:txBody>
      </p:sp>
      <p:sp>
        <p:nvSpPr>
          <p:cNvPr id="221" name="Shape 219"/>
          <p:cNvSpPr/>
          <p:nvPr/>
        </p:nvSpPr>
        <p:spPr>
          <a:xfrm>
            <a:off x="10844784" y="2203704"/>
            <a:ext cx="155448" cy="155448"/>
          </a:xfrm>
          <a:prstGeom prst="rect">
            <a:avLst/>
          </a:prstGeom>
          <a:solidFill>
            <a:srgbClr val="30363D"/>
          </a:solidFill>
          <a:ln w="12700">
            <a:solidFill>
              <a:srgbClr val="30363D"/>
            </a:solidFill>
            <a:prstDash val="solid"/>
          </a:ln>
        </p:spPr>
        <p:txBody>
          <a:bodyPr/>
          <a:lstStyle/>
          <a:p>
            <a:endParaRPr lang="en-ZA"/>
          </a:p>
        </p:txBody>
      </p:sp>
      <p:sp>
        <p:nvSpPr>
          <p:cNvPr id="222" name="Shape 220"/>
          <p:cNvSpPr/>
          <p:nvPr/>
        </p:nvSpPr>
        <p:spPr>
          <a:xfrm>
            <a:off x="11018520" y="2203704"/>
            <a:ext cx="155448" cy="155448"/>
          </a:xfrm>
          <a:prstGeom prst="rect">
            <a:avLst/>
          </a:prstGeom>
          <a:solidFill>
            <a:srgbClr val="30363D"/>
          </a:solidFill>
          <a:ln w="12700">
            <a:solidFill>
              <a:srgbClr val="30363D"/>
            </a:solidFill>
            <a:prstDash val="solid"/>
          </a:ln>
        </p:spPr>
        <p:txBody>
          <a:bodyPr/>
          <a:lstStyle/>
          <a:p>
            <a:endParaRPr lang="en-ZA"/>
          </a:p>
        </p:txBody>
      </p:sp>
      <p:sp>
        <p:nvSpPr>
          <p:cNvPr id="223" name="Shape 221"/>
          <p:cNvSpPr/>
          <p:nvPr/>
        </p:nvSpPr>
        <p:spPr>
          <a:xfrm>
            <a:off x="11192256" y="2203704"/>
            <a:ext cx="155448" cy="155448"/>
          </a:xfrm>
          <a:prstGeom prst="rect">
            <a:avLst/>
          </a:prstGeom>
          <a:solidFill>
            <a:srgbClr val="1F2933"/>
          </a:solidFill>
          <a:ln w="12700">
            <a:solidFill>
              <a:srgbClr val="1F2933"/>
            </a:solidFill>
            <a:prstDash val="solid"/>
          </a:ln>
        </p:spPr>
        <p:txBody>
          <a:bodyPr/>
          <a:lstStyle/>
          <a:p>
            <a:endParaRPr lang="en-ZA"/>
          </a:p>
        </p:txBody>
      </p:sp>
      <p:sp>
        <p:nvSpPr>
          <p:cNvPr id="224" name="Shape 222"/>
          <p:cNvSpPr/>
          <p:nvPr/>
        </p:nvSpPr>
        <p:spPr>
          <a:xfrm>
            <a:off x="7543800" y="2377440"/>
            <a:ext cx="155448" cy="155448"/>
          </a:xfrm>
          <a:prstGeom prst="rect">
            <a:avLst/>
          </a:prstGeom>
          <a:solidFill>
            <a:srgbClr val="1F2933"/>
          </a:solidFill>
          <a:ln w="12700">
            <a:solidFill>
              <a:srgbClr val="1F2933"/>
            </a:solidFill>
            <a:prstDash val="solid"/>
          </a:ln>
        </p:spPr>
        <p:txBody>
          <a:bodyPr/>
          <a:lstStyle/>
          <a:p>
            <a:endParaRPr lang="en-ZA"/>
          </a:p>
        </p:txBody>
      </p:sp>
      <p:sp>
        <p:nvSpPr>
          <p:cNvPr id="225" name="Shape 223"/>
          <p:cNvSpPr/>
          <p:nvPr/>
        </p:nvSpPr>
        <p:spPr>
          <a:xfrm>
            <a:off x="7717536" y="2377440"/>
            <a:ext cx="155448" cy="155448"/>
          </a:xfrm>
          <a:prstGeom prst="rect">
            <a:avLst/>
          </a:prstGeom>
          <a:solidFill>
            <a:srgbClr val="1F2933"/>
          </a:solidFill>
          <a:ln w="12700">
            <a:solidFill>
              <a:srgbClr val="1F2933"/>
            </a:solidFill>
            <a:prstDash val="solid"/>
          </a:ln>
        </p:spPr>
        <p:txBody>
          <a:bodyPr/>
          <a:lstStyle/>
          <a:p>
            <a:endParaRPr lang="en-ZA"/>
          </a:p>
        </p:txBody>
      </p:sp>
      <p:sp>
        <p:nvSpPr>
          <p:cNvPr id="226" name="Shape 224"/>
          <p:cNvSpPr/>
          <p:nvPr/>
        </p:nvSpPr>
        <p:spPr>
          <a:xfrm>
            <a:off x="7891272" y="2377440"/>
            <a:ext cx="155448" cy="155448"/>
          </a:xfrm>
          <a:prstGeom prst="rect">
            <a:avLst/>
          </a:prstGeom>
          <a:solidFill>
            <a:srgbClr val="1F2933"/>
          </a:solidFill>
          <a:ln w="12700">
            <a:solidFill>
              <a:srgbClr val="1F2933"/>
            </a:solidFill>
            <a:prstDash val="solid"/>
          </a:ln>
        </p:spPr>
        <p:txBody>
          <a:bodyPr/>
          <a:lstStyle/>
          <a:p>
            <a:endParaRPr lang="en-ZA"/>
          </a:p>
        </p:txBody>
      </p:sp>
      <p:sp>
        <p:nvSpPr>
          <p:cNvPr id="227" name="Shape 225"/>
          <p:cNvSpPr/>
          <p:nvPr/>
        </p:nvSpPr>
        <p:spPr>
          <a:xfrm>
            <a:off x="8065008" y="2377440"/>
            <a:ext cx="155448" cy="155448"/>
          </a:xfrm>
          <a:prstGeom prst="rect">
            <a:avLst/>
          </a:prstGeom>
          <a:solidFill>
            <a:srgbClr val="1F2933"/>
          </a:solidFill>
          <a:ln w="12700">
            <a:solidFill>
              <a:srgbClr val="1F2933"/>
            </a:solidFill>
            <a:prstDash val="solid"/>
          </a:ln>
        </p:spPr>
        <p:txBody>
          <a:bodyPr/>
          <a:lstStyle/>
          <a:p>
            <a:endParaRPr lang="en-ZA"/>
          </a:p>
        </p:txBody>
      </p:sp>
      <p:sp>
        <p:nvSpPr>
          <p:cNvPr id="228" name="Shape 226"/>
          <p:cNvSpPr/>
          <p:nvPr/>
        </p:nvSpPr>
        <p:spPr>
          <a:xfrm>
            <a:off x="8238744" y="2377440"/>
            <a:ext cx="155448" cy="155448"/>
          </a:xfrm>
          <a:prstGeom prst="rect">
            <a:avLst/>
          </a:prstGeom>
          <a:solidFill>
            <a:srgbClr val="1F2933"/>
          </a:solidFill>
          <a:ln w="12700">
            <a:solidFill>
              <a:srgbClr val="1F2933"/>
            </a:solidFill>
            <a:prstDash val="solid"/>
          </a:ln>
        </p:spPr>
        <p:txBody>
          <a:bodyPr/>
          <a:lstStyle/>
          <a:p>
            <a:endParaRPr lang="en-ZA"/>
          </a:p>
        </p:txBody>
      </p:sp>
      <p:sp>
        <p:nvSpPr>
          <p:cNvPr id="229" name="Shape 227"/>
          <p:cNvSpPr/>
          <p:nvPr/>
        </p:nvSpPr>
        <p:spPr>
          <a:xfrm>
            <a:off x="8412480" y="2377440"/>
            <a:ext cx="155448" cy="155448"/>
          </a:xfrm>
          <a:prstGeom prst="rect">
            <a:avLst/>
          </a:prstGeom>
          <a:solidFill>
            <a:srgbClr val="1F2933"/>
          </a:solidFill>
          <a:ln w="12700">
            <a:solidFill>
              <a:srgbClr val="1F2933"/>
            </a:solidFill>
            <a:prstDash val="solid"/>
          </a:ln>
        </p:spPr>
        <p:txBody>
          <a:bodyPr/>
          <a:lstStyle/>
          <a:p>
            <a:endParaRPr lang="en-ZA"/>
          </a:p>
        </p:txBody>
      </p:sp>
      <p:sp>
        <p:nvSpPr>
          <p:cNvPr id="230" name="Shape 228"/>
          <p:cNvSpPr/>
          <p:nvPr/>
        </p:nvSpPr>
        <p:spPr>
          <a:xfrm>
            <a:off x="8586216" y="2377440"/>
            <a:ext cx="155448" cy="155448"/>
          </a:xfrm>
          <a:prstGeom prst="rect">
            <a:avLst/>
          </a:prstGeom>
          <a:solidFill>
            <a:srgbClr val="1F2933"/>
          </a:solidFill>
          <a:ln w="12700">
            <a:solidFill>
              <a:srgbClr val="1F2933"/>
            </a:solidFill>
            <a:prstDash val="solid"/>
          </a:ln>
        </p:spPr>
        <p:txBody>
          <a:bodyPr/>
          <a:lstStyle/>
          <a:p>
            <a:endParaRPr lang="en-ZA"/>
          </a:p>
        </p:txBody>
      </p:sp>
      <p:sp>
        <p:nvSpPr>
          <p:cNvPr id="231" name="Shape 229"/>
          <p:cNvSpPr/>
          <p:nvPr/>
        </p:nvSpPr>
        <p:spPr>
          <a:xfrm>
            <a:off x="8759952" y="2377440"/>
            <a:ext cx="155448" cy="155448"/>
          </a:xfrm>
          <a:prstGeom prst="rect">
            <a:avLst/>
          </a:prstGeom>
          <a:solidFill>
            <a:srgbClr val="2EA043"/>
          </a:solidFill>
          <a:ln w="12700">
            <a:solidFill>
              <a:srgbClr val="2EA043"/>
            </a:solidFill>
            <a:prstDash val="solid"/>
          </a:ln>
        </p:spPr>
        <p:txBody>
          <a:bodyPr/>
          <a:lstStyle/>
          <a:p>
            <a:endParaRPr lang="en-ZA"/>
          </a:p>
        </p:txBody>
      </p:sp>
      <p:sp>
        <p:nvSpPr>
          <p:cNvPr id="232" name="Shape 230"/>
          <p:cNvSpPr/>
          <p:nvPr/>
        </p:nvSpPr>
        <p:spPr>
          <a:xfrm>
            <a:off x="8933688" y="2377440"/>
            <a:ext cx="155448" cy="155448"/>
          </a:xfrm>
          <a:prstGeom prst="rect">
            <a:avLst/>
          </a:prstGeom>
          <a:solidFill>
            <a:srgbClr val="1F2933"/>
          </a:solidFill>
          <a:ln w="12700">
            <a:solidFill>
              <a:srgbClr val="1F2933"/>
            </a:solidFill>
            <a:prstDash val="solid"/>
          </a:ln>
        </p:spPr>
        <p:txBody>
          <a:bodyPr/>
          <a:lstStyle/>
          <a:p>
            <a:endParaRPr lang="en-ZA"/>
          </a:p>
        </p:txBody>
      </p:sp>
      <p:sp>
        <p:nvSpPr>
          <p:cNvPr id="233" name="Shape 231"/>
          <p:cNvSpPr/>
          <p:nvPr/>
        </p:nvSpPr>
        <p:spPr>
          <a:xfrm>
            <a:off x="9107424" y="2377440"/>
            <a:ext cx="155448" cy="155448"/>
          </a:xfrm>
          <a:prstGeom prst="rect">
            <a:avLst/>
          </a:prstGeom>
          <a:solidFill>
            <a:srgbClr val="1F2933"/>
          </a:solidFill>
          <a:ln w="12700">
            <a:solidFill>
              <a:srgbClr val="1F2933"/>
            </a:solidFill>
            <a:prstDash val="solid"/>
          </a:ln>
        </p:spPr>
        <p:txBody>
          <a:bodyPr/>
          <a:lstStyle/>
          <a:p>
            <a:endParaRPr lang="en-ZA"/>
          </a:p>
        </p:txBody>
      </p:sp>
      <p:sp>
        <p:nvSpPr>
          <p:cNvPr id="234" name="Shape 232"/>
          <p:cNvSpPr/>
          <p:nvPr/>
        </p:nvSpPr>
        <p:spPr>
          <a:xfrm>
            <a:off x="9281160" y="2377440"/>
            <a:ext cx="155448" cy="155448"/>
          </a:xfrm>
          <a:prstGeom prst="rect">
            <a:avLst/>
          </a:prstGeom>
          <a:solidFill>
            <a:srgbClr val="1F2933"/>
          </a:solidFill>
          <a:ln w="12700">
            <a:solidFill>
              <a:srgbClr val="1F2933"/>
            </a:solidFill>
            <a:prstDash val="solid"/>
          </a:ln>
        </p:spPr>
        <p:txBody>
          <a:bodyPr/>
          <a:lstStyle/>
          <a:p>
            <a:endParaRPr lang="en-ZA"/>
          </a:p>
        </p:txBody>
      </p:sp>
      <p:sp>
        <p:nvSpPr>
          <p:cNvPr id="235" name="Shape 233"/>
          <p:cNvSpPr/>
          <p:nvPr/>
        </p:nvSpPr>
        <p:spPr>
          <a:xfrm>
            <a:off x="9454896" y="2377440"/>
            <a:ext cx="155448" cy="155448"/>
          </a:xfrm>
          <a:prstGeom prst="rect">
            <a:avLst/>
          </a:prstGeom>
          <a:solidFill>
            <a:srgbClr val="1F2933"/>
          </a:solidFill>
          <a:ln w="12700">
            <a:solidFill>
              <a:srgbClr val="1F2933"/>
            </a:solidFill>
            <a:prstDash val="solid"/>
          </a:ln>
        </p:spPr>
        <p:txBody>
          <a:bodyPr/>
          <a:lstStyle/>
          <a:p>
            <a:endParaRPr lang="en-ZA"/>
          </a:p>
        </p:txBody>
      </p:sp>
      <p:sp>
        <p:nvSpPr>
          <p:cNvPr id="236" name="Shape 234"/>
          <p:cNvSpPr/>
          <p:nvPr/>
        </p:nvSpPr>
        <p:spPr>
          <a:xfrm>
            <a:off x="9628632" y="2377440"/>
            <a:ext cx="155448" cy="155448"/>
          </a:xfrm>
          <a:prstGeom prst="rect">
            <a:avLst/>
          </a:prstGeom>
          <a:solidFill>
            <a:srgbClr val="1F2933"/>
          </a:solidFill>
          <a:ln w="12700">
            <a:solidFill>
              <a:srgbClr val="1F2933"/>
            </a:solidFill>
            <a:prstDash val="solid"/>
          </a:ln>
        </p:spPr>
        <p:txBody>
          <a:bodyPr/>
          <a:lstStyle/>
          <a:p>
            <a:endParaRPr lang="en-ZA"/>
          </a:p>
        </p:txBody>
      </p:sp>
      <p:sp>
        <p:nvSpPr>
          <p:cNvPr id="237" name="Shape 235"/>
          <p:cNvSpPr/>
          <p:nvPr/>
        </p:nvSpPr>
        <p:spPr>
          <a:xfrm>
            <a:off x="9802368" y="2377440"/>
            <a:ext cx="155448" cy="155448"/>
          </a:xfrm>
          <a:prstGeom prst="rect">
            <a:avLst/>
          </a:prstGeom>
          <a:solidFill>
            <a:srgbClr val="30363D"/>
          </a:solidFill>
          <a:ln w="12700">
            <a:solidFill>
              <a:srgbClr val="30363D"/>
            </a:solidFill>
            <a:prstDash val="solid"/>
          </a:ln>
        </p:spPr>
        <p:txBody>
          <a:bodyPr/>
          <a:lstStyle/>
          <a:p>
            <a:endParaRPr lang="en-ZA"/>
          </a:p>
        </p:txBody>
      </p:sp>
      <p:sp>
        <p:nvSpPr>
          <p:cNvPr id="238" name="Shape 236"/>
          <p:cNvSpPr/>
          <p:nvPr/>
        </p:nvSpPr>
        <p:spPr>
          <a:xfrm>
            <a:off x="9976104" y="2377440"/>
            <a:ext cx="155448" cy="155448"/>
          </a:xfrm>
          <a:prstGeom prst="rect">
            <a:avLst/>
          </a:prstGeom>
          <a:solidFill>
            <a:srgbClr val="1F2933"/>
          </a:solidFill>
          <a:ln w="12700">
            <a:solidFill>
              <a:srgbClr val="1F2933"/>
            </a:solidFill>
            <a:prstDash val="solid"/>
          </a:ln>
        </p:spPr>
        <p:txBody>
          <a:bodyPr/>
          <a:lstStyle/>
          <a:p>
            <a:endParaRPr lang="en-ZA"/>
          </a:p>
        </p:txBody>
      </p:sp>
      <p:sp>
        <p:nvSpPr>
          <p:cNvPr id="239" name="Shape 237"/>
          <p:cNvSpPr/>
          <p:nvPr/>
        </p:nvSpPr>
        <p:spPr>
          <a:xfrm>
            <a:off x="10149840" y="2377440"/>
            <a:ext cx="155448" cy="155448"/>
          </a:xfrm>
          <a:prstGeom prst="rect">
            <a:avLst/>
          </a:prstGeom>
          <a:solidFill>
            <a:srgbClr val="2EA043"/>
          </a:solidFill>
          <a:ln w="12700">
            <a:solidFill>
              <a:srgbClr val="2EA043"/>
            </a:solidFill>
            <a:prstDash val="solid"/>
          </a:ln>
        </p:spPr>
        <p:txBody>
          <a:bodyPr/>
          <a:lstStyle/>
          <a:p>
            <a:endParaRPr lang="en-ZA"/>
          </a:p>
        </p:txBody>
      </p:sp>
      <p:sp>
        <p:nvSpPr>
          <p:cNvPr id="240" name="Shape 238"/>
          <p:cNvSpPr/>
          <p:nvPr/>
        </p:nvSpPr>
        <p:spPr>
          <a:xfrm>
            <a:off x="10323576" y="2377440"/>
            <a:ext cx="155448" cy="155448"/>
          </a:xfrm>
          <a:prstGeom prst="rect">
            <a:avLst/>
          </a:prstGeom>
          <a:solidFill>
            <a:srgbClr val="1F2933"/>
          </a:solidFill>
          <a:ln w="12700">
            <a:solidFill>
              <a:srgbClr val="1F2933"/>
            </a:solidFill>
            <a:prstDash val="solid"/>
          </a:ln>
        </p:spPr>
        <p:txBody>
          <a:bodyPr/>
          <a:lstStyle/>
          <a:p>
            <a:endParaRPr lang="en-ZA"/>
          </a:p>
        </p:txBody>
      </p:sp>
      <p:sp>
        <p:nvSpPr>
          <p:cNvPr id="241" name="Shape 239"/>
          <p:cNvSpPr/>
          <p:nvPr/>
        </p:nvSpPr>
        <p:spPr>
          <a:xfrm>
            <a:off x="10497312" y="2377440"/>
            <a:ext cx="155448" cy="155448"/>
          </a:xfrm>
          <a:prstGeom prst="rect">
            <a:avLst/>
          </a:prstGeom>
          <a:solidFill>
            <a:srgbClr val="1F2933"/>
          </a:solidFill>
          <a:ln w="12700">
            <a:solidFill>
              <a:srgbClr val="1F2933"/>
            </a:solidFill>
            <a:prstDash val="solid"/>
          </a:ln>
        </p:spPr>
        <p:txBody>
          <a:bodyPr/>
          <a:lstStyle/>
          <a:p>
            <a:endParaRPr lang="en-ZA"/>
          </a:p>
        </p:txBody>
      </p:sp>
      <p:sp>
        <p:nvSpPr>
          <p:cNvPr id="242" name="Shape 240"/>
          <p:cNvSpPr/>
          <p:nvPr/>
        </p:nvSpPr>
        <p:spPr>
          <a:xfrm>
            <a:off x="10671048" y="2377440"/>
            <a:ext cx="155448" cy="155448"/>
          </a:xfrm>
          <a:prstGeom prst="rect">
            <a:avLst/>
          </a:prstGeom>
          <a:solidFill>
            <a:srgbClr val="1F2933"/>
          </a:solidFill>
          <a:ln w="12700">
            <a:solidFill>
              <a:srgbClr val="1F2933"/>
            </a:solidFill>
            <a:prstDash val="solid"/>
          </a:ln>
        </p:spPr>
        <p:txBody>
          <a:bodyPr/>
          <a:lstStyle/>
          <a:p>
            <a:endParaRPr lang="en-ZA"/>
          </a:p>
        </p:txBody>
      </p:sp>
      <p:sp>
        <p:nvSpPr>
          <p:cNvPr id="243" name="Shape 241"/>
          <p:cNvSpPr/>
          <p:nvPr/>
        </p:nvSpPr>
        <p:spPr>
          <a:xfrm>
            <a:off x="10844784" y="2377440"/>
            <a:ext cx="155448" cy="155448"/>
          </a:xfrm>
          <a:prstGeom prst="rect">
            <a:avLst/>
          </a:prstGeom>
          <a:solidFill>
            <a:srgbClr val="1F2933"/>
          </a:solidFill>
          <a:ln w="12700">
            <a:solidFill>
              <a:srgbClr val="1F2933"/>
            </a:solidFill>
            <a:prstDash val="solid"/>
          </a:ln>
        </p:spPr>
        <p:txBody>
          <a:bodyPr/>
          <a:lstStyle/>
          <a:p>
            <a:endParaRPr lang="en-ZA"/>
          </a:p>
        </p:txBody>
      </p:sp>
      <p:sp>
        <p:nvSpPr>
          <p:cNvPr id="244" name="Shape 242"/>
          <p:cNvSpPr/>
          <p:nvPr/>
        </p:nvSpPr>
        <p:spPr>
          <a:xfrm>
            <a:off x="11018520" y="2377440"/>
            <a:ext cx="155448" cy="155448"/>
          </a:xfrm>
          <a:prstGeom prst="rect">
            <a:avLst/>
          </a:prstGeom>
          <a:solidFill>
            <a:srgbClr val="1F2933"/>
          </a:solidFill>
          <a:ln w="12700">
            <a:solidFill>
              <a:srgbClr val="1F2933"/>
            </a:solidFill>
            <a:prstDash val="solid"/>
          </a:ln>
        </p:spPr>
        <p:txBody>
          <a:bodyPr/>
          <a:lstStyle/>
          <a:p>
            <a:endParaRPr lang="en-ZA"/>
          </a:p>
        </p:txBody>
      </p:sp>
      <p:sp>
        <p:nvSpPr>
          <p:cNvPr id="245" name="Shape 243"/>
          <p:cNvSpPr/>
          <p:nvPr/>
        </p:nvSpPr>
        <p:spPr>
          <a:xfrm>
            <a:off x="11192256" y="2377440"/>
            <a:ext cx="155448" cy="155448"/>
          </a:xfrm>
          <a:prstGeom prst="rect">
            <a:avLst/>
          </a:prstGeom>
          <a:solidFill>
            <a:srgbClr val="1F2933"/>
          </a:solidFill>
          <a:ln w="12700">
            <a:solidFill>
              <a:srgbClr val="1F2933"/>
            </a:solidFill>
            <a:prstDash val="solid"/>
          </a:ln>
        </p:spPr>
        <p:txBody>
          <a:bodyPr/>
          <a:lstStyle/>
          <a:p>
            <a:endParaRPr lang="en-ZA"/>
          </a:p>
        </p:txBody>
      </p:sp>
      <p:sp>
        <p:nvSpPr>
          <p:cNvPr id="246" name="Shape 244"/>
          <p:cNvSpPr/>
          <p:nvPr/>
        </p:nvSpPr>
        <p:spPr>
          <a:xfrm>
            <a:off x="7543800" y="2551176"/>
            <a:ext cx="155448" cy="155448"/>
          </a:xfrm>
          <a:prstGeom prst="rect">
            <a:avLst/>
          </a:prstGeom>
          <a:solidFill>
            <a:srgbClr val="2EA043"/>
          </a:solidFill>
          <a:ln w="12700">
            <a:solidFill>
              <a:srgbClr val="2EA043"/>
            </a:solidFill>
            <a:prstDash val="solid"/>
          </a:ln>
        </p:spPr>
        <p:txBody>
          <a:bodyPr/>
          <a:lstStyle/>
          <a:p>
            <a:endParaRPr lang="en-ZA"/>
          </a:p>
        </p:txBody>
      </p:sp>
      <p:sp>
        <p:nvSpPr>
          <p:cNvPr id="247" name="Shape 245"/>
          <p:cNvSpPr/>
          <p:nvPr/>
        </p:nvSpPr>
        <p:spPr>
          <a:xfrm>
            <a:off x="7717536" y="2551176"/>
            <a:ext cx="155448" cy="155448"/>
          </a:xfrm>
          <a:prstGeom prst="rect">
            <a:avLst/>
          </a:prstGeom>
          <a:solidFill>
            <a:srgbClr val="2EA043"/>
          </a:solidFill>
          <a:ln w="12700">
            <a:solidFill>
              <a:srgbClr val="2EA043"/>
            </a:solidFill>
            <a:prstDash val="solid"/>
          </a:ln>
        </p:spPr>
        <p:txBody>
          <a:bodyPr/>
          <a:lstStyle/>
          <a:p>
            <a:endParaRPr lang="en-ZA"/>
          </a:p>
        </p:txBody>
      </p:sp>
      <p:sp>
        <p:nvSpPr>
          <p:cNvPr id="248" name="Shape 246"/>
          <p:cNvSpPr/>
          <p:nvPr/>
        </p:nvSpPr>
        <p:spPr>
          <a:xfrm>
            <a:off x="7891272" y="2551176"/>
            <a:ext cx="155448" cy="155448"/>
          </a:xfrm>
          <a:prstGeom prst="rect">
            <a:avLst/>
          </a:prstGeom>
          <a:solidFill>
            <a:srgbClr val="2EA043"/>
          </a:solidFill>
          <a:ln w="12700">
            <a:solidFill>
              <a:srgbClr val="2EA043"/>
            </a:solidFill>
            <a:prstDash val="solid"/>
          </a:ln>
        </p:spPr>
        <p:txBody>
          <a:bodyPr/>
          <a:lstStyle/>
          <a:p>
            <a:endParaRPr lang="en-ZA"/>
          </a:p>
        </p:txBody>
      </p:sp>
      <p:sp>
        <p:nvSpPr>
          <p:cNvPr id="249" name="Shape 247"/>
          <p:cNvSpPr/>
          <p:nvPr/>
        </p:nvSpPr>
        <p:spPr>
          <a:xfrm>
            <a:off x="8065008" y="2551176"/>
            <a:ext cx="155448" cy="155448"/>
          </a:xfrm>
          <a:prstGeom prst="rect">
            <a:avLst/>
          </a:prstGeom>
          <a:solidFill>
            <a:srgbClr val="2EA043"/>
          </a:solidFill>
          <a:ln w="12700">
            <a:solidFill>
              <a:srgbClr val="2EA043"/>
            </a:solidFill>
            <a:prstDash val="solid"/>
          </a:ln>
        </p:spPr>
        <p:txBody>
          <a:bodyPr/>
          <a:lstStyle/>
          <a:p>
            <a:endParaRPr lang="en-ZA"/>
          </a:p>
        </p:txBody>
      </p:sp>
      <p:sp>
        <p:nvSpPr>
          <p:cNvPr id="250" name="Shape 248"/>
          <p:cNvSpPr/>
          <p:nvPr/>
        </p:nvSpPr>
        <p:spPr>
          <a:xfrm>
            <a:off x="8238744" y="2551176"/>
            <a:ext cx="155448" cy="155448"/>
          </a:xfrm>
          <a:prstGeom prst="rect">
            <a:avLst/>
          </a:prstGeom>
          <a:solidFill>
            <a:srgbClr val="2EA043"/>
          </a:solidFill>
          <a:ln w="12700">
            <a:solidFill>
              <a:srgbClr val="2EA043"/>
            </a:solidFill>
            <a:prstDash val="solid"/>
          </a:ln>
        </p:spPr>
        <p:txBody>
          <a:bodyPr/>
          <a:lstStyle/>
          <a:p>
            <a:endParaRPr lang="en-ZA"/>
          </a:p>
        </p:txBody>
      </p:sp>
      <p:sp>
        <p:nvSpPr>
          <p:cNvPr id="251" name="Shape 249"/>
          <p:cNvSpPr/>
          <p:nvPr/>
        </p:nvSpPr>
        <p:spPr>
          <a:xfrm>
            <a:off x="8412480" y="2551176"/>
            <a:ext cx="155448" cy="155448"/>
          </a:xfrm>
          <a:prstGeom prst="rect">
            <a:avLst/>
          </a:prstGeom>
          <a:solidFill>
            <a:srgbClr val="2EA043"/>
          </a:solidFill>
          <a:ln w="12700">
            <a:solidFill>
              <a:srgbClr val="2EA043"/>
            </a:solidFill>
            <a:prstDash val="solid"/>
          </a:ln>
        </p:spPr>
        <p:txBody>
          <a:bodyPr/>
          <a:lstStyle/>
          <a:p>
            <a:endParaRPr lang="en-ZA"/>
          </a:p>
        </p:txBody>
      </p:sp>
      <p:sp>
        <p:nvSpPr>
          <p:cNvPr id="252" name="Shape 250"/>
          <p:cNvSpPr/>
          <p:nvPr/>
        </p:nvSpPr>
        <p:spPr>
          <a:xfrm>
            <a:off x="8586216" y="2551176"/>
            <a:ext cx="155448" cy="155448"/>
          </a:xfrm>
          <a:prstGeom prst="rect">
            <a:avLst/>
          </a:prstGeom>
          <a:solidFill>
            <a:srgbClr val="2EA043"/>
          </a:solidFill>
          <a:ln w="12700">
            <a:solidFill>
              <a:srgbClr val="2EA043"/>
            </a:solidFill>
            <a:prstDash val="solid"/>
          </a:ln>
        </p:spPr>
        <p:txBody>
          <a:bodyPr/>
          <a:lstStyle/>
          <a:p>
            <a:endParaRPr lang="en-ZA"/>
          </a:p>
        </p:txBody>
      </p:sp>
      <p:sp>
        <p:nvSpPr>
          <p:cNvPr id="253" name="Shape 251"/>
          <p:cNvSpPr/>
          <p:nvPr/>
        </p:nvSpPr>
        <p:spPr>
          <a:xfrm>
            <a:off x="8759952" y="2551176"/>
            <a:ext cx="155448" cy="155448"/>
          </a:xfrm>
          <a:prstGeom prst="rect">
            <a:avLst/>
          </a:prstGeom>
          <a:solidFill>
            <a:srgbClr val="2EA043"/>
          </a:solidFill>
          <a:ln w="12700">
            <a:solidFill>
              <a:srgbClr val="2EA043"/>
            </a:solidFill>
            <a:prstDash val="solid"/>
          </a:ln>
        </p:spPr>
        <p:txBody>
          <a:bodyPr/>
          <a:lstStyle/>
          <a:p>
            <a:endParaRPr lang="en-ZA"/>
          </a:p>
        </p:txBody>
      </p:sp>
      <p:sp>
        <p:nvSpPr>
          <p:cNvPr id="254" name="Shape 252"/>
          <p:cNvSpPr/>
          <p:nvPr/>
        </p:nvSpPr>
        <p:spPr>
          <a:xfrm>
            <a:off x="8933688" y="2551176"/>
            <a:ext cx="155448" cy="155448"/>
          </a:xfrm>
          <a:prstGeom prst="rect">
            <a:avLst/>
          </a:prstGeom>
          <a:solidFill>
            <a:srgbClr val="2EA043"/>
          </a:solidFill>
          <a:ln w="12700">
            <a:solidFill>
              <a:srgbClr val="2EA043"/>
            </a:solidFill>
            <a:prstDash val="solid"/>
          </a:ln>
        </p:spPr>
        <p:txBody>
          <a:bodyPr/>
          <a:lstStyle/>
          <a:p>
            <a:endParaRPr lang="en-ZA"/>
          </a:p>
        </p:txBody>
      </p:sp>
      <p:sp>
        <p:nvSpPr>
          <p:cNvPr id="255" name="Shape 253"/>
          <p:cNvSpPr/>
          <p:nvPr/>
        </p:nvSpPr>
        <p:spPr>
          <a:xfrm>
            <a:off x="9107424" y="2551176"/>
            <a:ext cx="155448" cy="155448"/>
          </a:xfrm>
          <a:prstGeom prst="rect">
            <a:avLst/>
          </a:prstGeom>
          <a:solidFill>
            <a:srgbClr val="2EA043"/>
          </a:solidFill>
          <a:ln w="12700">
            <a:solidFill>
              <a:srgbClr val="2EA043"/>
            </a:solidFill>
            <a:prstDash val="solid"/>
          </a:ln>
        </p:spPr>
        <p:txBody>
          <a:bodyPr/>
          <a:lstStyle/>
          <a:p>
            <a:endParaRPr lang="en-ZA"/>
          </a:p>
        </p:txBody>
      </p:sp>
      <p:sp>
        <p:nvSpPr>
          <p:cNvPr id="256" name="Shape 254"/>
          <p:cNvSpPr/>
          <p:nvPr/>
        </p:nvSpPr>
        <p:spPr>
          <a:xfrm>
            <a:off x="9281160" y="2551176"/>
            <a:ext cx="155448" cy="155448"/>
          </a:xfrm>
          <a:prstGeom prst="rect">
            <a:avLst/>
          </a:prstGeom>
          <a:solidFill>
            <a:srgbClr val="2EA043"/>
          </a:solidFill>
          <a:ln w="12700">
            <a:solidFill>
              <a:srgbClr val="2EA043"/>
            </a:solidFill>
            <a:prstDash val="solid"/>
          </a:ln>
        </p:spPr>
        <p:txBody>
          <a:bodyPr/>
          <a:lstStyle/>
          <a:p>
            <a:endParaRPr lang="en-ZA"/>
          </a:p>
        </p:txBody>
      </p:sp>
      <p:sp>
        <p:nvSpPr>
          <p:cNvPr id="257" name="Shape 255"/>
          <p:cNvSpPr/>
          <p:nvPr/>
        </p:nvSpPr>
        <p:spPr>
          <a:xfrm>
            <a:off x="9454896" y="2551176"/>
            <a:ext cx="155448" cy="155448"/>
          </a:xfrm>
          <a:prstGeom prst="rect">
            <a:avLst/>
          </a:prstGeom>
          <a:solidFill>
            <a:srgbClr val="3FB950"/>
          </a:solidFill>
          <a:ln w="12700">
            <a:solidFill>
              <a:srgbClr val="3FB950"/>
            </a:solidFill>
            <a:prstDash val="solid"/>
          </a:ln>
        </p:spPr>
        <p:txBody>
          <a:bodyPr/>
          <a:lstStyle/>
          <a:p>
            <a:endParaRPr lang="en-ZA"/>
          </a:p>
        </p:txBody>
      </p:sp>
      <p:sp>
        <p:nvSpPr>
          <p:cNvPr id="258" name="Shape 256"/>
          <p:cNvSpPr/>
          <p:nvPr/>
        </p:nvSpPr>
        <p:spPr>
          <a:xfrm>
            <a:off x="9628632" y="2551176"/>
            <a:ext cx="155448" cy="155448"/>
          </a:xfrm>
          <a:prstGeom prst="rect">
            <a:avLst/>
          </a:prstGeom>
          <a:solidFill>
            <a:srgbClr val="2EA043"/>
          </a:solidFill>
          <a:ln w="12700">
            <a:solidFill>
              <a:srgbClr val="2EA043"/>
            </a:solidFill>
            <a:prstDash val="solid"/>
          </a:ln>
        </p:spPr>
        <p:txBody>
          <a:bodyPr/>
          <a:lstStyle/>
          <a:p>
            <a:endParaRPr lang="en-ZA"/>
          </a:p>
        </p:txBody>
      </p:sp>
      <p:sp>
        <p:nvSpPr>
          <p:cNvPr id="259" name="Shape 257"/>
          <p:cNvSpPr/>
          <p:nvPr/>
        </p:nvSpPr>
        <p:spPr>
          <a:xfrm>
            <a:off x="9802368" y="2551176"/>
            <a:ext cx="155448" cy="155448"/>
          </a:xfrm>
          <a:prstGeom prst="rect">
            <a:avLst/>
          </a:prstGeom>
          <a:solidFill>
            <a:srgbClr val="2EA043"/>
          </a:solidFill>
          <a:ln w="12700">
            <a:solidFill>
              <a:srgbClr val="2EA043"/>
            </a:solidFill>
            <a:prstDash val="solid"/>
          </a:ln>
        </p:spPr>
        <p:txBody>
          <a:bodyPr/>
          <a:lstStyle/>
          <a:p>
            <a:endParaRPr lang="en-ZA"/>
          </a:p>
        </p:txBody>
      </p:sp>
      <p:sp>
        <p:nvSpPr>
          <p:cNvPr id="260" name="Shape 258"/>
          <p:cNvSpPr/>
          <p:nvPr/>
        </p:nvSpPr>
        <p:spPr>
          <a:xfrm>
            <a:off x="9976104" y="2551176"/>
            <a:ext cx="155448" cy="155448"/>
          </a:xfrm>
          <a:prstGeom prst="rect">
            <a:avLst/>
          </a:prstGeom>
          <a:solidFill>
            <a:srgbClr val="2EA043"/>
          </a:solidFill>
          <a:ln w="12700">
            <a:solidFill>
              <a:srgbClr val="2EA043"/>
            </a:solidFill>
            <a:prstDash val="solid"/>
          </a:ln>
        </p:spPr>
        <p:txBody>
          <a:bodyPr/>
          <a:lstStyle/>
          <a:p>
            <a:endParaRPr lang="en-ZA"/>
          </a:p>
        </p:txBody>
      </p:sp>
      <p:sp>
        <p:nvSpPr>
          <p:cNvPr id="261" name="Shape 259"/>
          <p:cNvSpPr/>
          <p:nvPr/>
        </p:nvSpPr>
        <p:spPr>
          <a:xfrm>
            <a:off x="10149840" y="2551176"/>
            <a:ext cx="155448" cy="155448"/>
          </a:xfrm>
          <a:prstGeom prst="rect">
            <a:avLst/>
          </a:prstGeom>
          <a:solidFill>
            <a:srgbClr val="2EA043"/>
          </a:solidFill>
          <a:ln w="12700">
            <a:solidFill>
              <a:srgbClr val="2EA043"/>
            </a:solidFill>
            <a:prstDash val="solid"/>
          </a:ln>
        </p:spPr>
        <p:txBody>
          <a:bodyPr/>
          <a:lstStyle/>
          <a:p>
            <a:endParaRPr lang="en-ZA"/>
          </a:p>
        </p:txBody>
      </p:sp>
      <p:sp>
        <p:nvSpPr>
          <p:cNvPr id="262" name="Shape 260"/>
          <p:cNvSpPr/>
          <p:nvPr/>
        </p:nvSpPr>
        <p:spPr>
          <a:xfrm>
            <a:off x="10323576" y="2551176"/>
            <a:ext cx="155448" cy="155448"/>
          </a:xfrm>
          <a:prstGeom prst="rect">
            <a:avLst/>
          </a:prstGeom>
          <a:solidFill>
            <a:srgbClr val="2EA043"/>
          </a:solidFill>
          <a:ln w="12700">
            <a:solidFill>
              <a:srgbClr val="2EA043"/>
            </a:solidFill>
            <a:prstDash val="solid"/>
          </a:ln>
        </p:spPr>
        <p:txBody>
          <a:bodyPr/>
          <a:lstStyle/>
          <a:p>
            <a:endParaRPr lang="en-ZA"/>
          </a:p>
        </p:txBody>
      </p:sp>
      <p:sp>
        <p:nvSpPr>
          <p:cNvPr id="263" name="Shape 261"/>
          <p:cNvSpPr/>
          <p:nvPr/>
        </p:nvSpPr>
        <p:spPr>
          <a:xfrm>
            <a:off x="10497312" y="2551176"/>
            <a:ext cx="155448" cy="155448"/>
          </a:xfrm>
          <a:prstGeom prst="rect">
            <a:avLst/>
          </a:prstGeom>
          <a:solidFill>
            <a:srgbClr val="2EA043"/>
          </a:solidFill>
          <a:ln w="12700">
            <a:solidFill>
              <a:srgbClr val="2EA043"/>
            </a:solidFill>
            <a:prstDash val="solid"/>
          </a:ln>
        </p:spPr>
        <p:txBody>
          <a:bodyPr/>
          <a:lstStyle/>
          <a:p>
            <a:endParaRPr lang="en-ZA"/>
          </a:p>
        </p:txBody>
      </p:sp>
      <p:sp>
        <p:nvSpPr>
          <p:cNvPr id="264" name="Shape 262"/>
          <p:cNvSpPr/>
          <p:nvPr/>
        </p:nvSpPr>
        <p:spPr>
          <a:xfrm>
            <a:off x="10671048" y="2551176"/>
            <a:ext cx="155448" cy="155448"/>
          </a:xfrm>
          <a:prstGeom prst="rect">
            <a:avLst/>
          </a:prstGeom>
          <a:solidFill>
            <a:srgbClr val="2EA043"/>
          </a:solidFill>
          <a:ln w="12700">
            <a:solidFill>
              <a:srgbClr val="2EA043"/>
            </a:solidFill>
            <a:prstDash val="solid"/>
          </a:ln>
        </p:spPr>
        <p:txBody>
          <a:bodyPr/>
          <a:lstStyle/>
          <a:p>
            <a:endParaRPr lang="en-ZA"/>
          </a:p>
        </p:txBody>
      </p:sp>
      <p:sp>
        <p:nvSpPr>
          <p:cNvPr id="265" name="Shape 263"/>
          <p:cNvSpPr/>
          <p:nvPr/>
        </p:nvSpPr>
        <p:spPr>
          <a:xfrm>
            <a:off x="10844784" y="2551176"/>
            <a:ext cx="155448" cy="155448"/>
          </a:xfrm>
          <a:prstGeom prst="rect">
            <a:avLst/>
          </a:prstGeom>
          <a:solidFill>
            <a:srgbClr val="2EA043"/>
          </a:solidFill>
          <a:ln w="12700">
            <a:solidFill>
              <a:srgbClr val="2EA043"/>
            </a:solidFill>
            <a:prstDash val="solid"/>
          </a:ln>
        </p:spPr>
        <p:txBody>
          <a:bodyPr/>
          <a:lstStyle/>
          <a:p>
            <a:endParaRPr lang="en-ZA"/>
          </a:p>
        </p:txBody>
      </p:sp>
      <p:sp>
        <p:nvSpPr>
          <p:cNvPr id="266" name="Shape 264"/>
          <p:cNvSpPr/>
          <p:nvPr/>
        </p:nvSpPr>
        <p:spPr>
          <a:xfrm>
            <a:off x="11018520" y="2551176"/>
            <a:ext cx="155448" cy="155448"/>
          </a:xfrm>
          <a:prstGeom prst="rect">
            <a:avLst/>
          </a:prstGeom>
          <a:solidFill>
            <a:srgbClr val="2EA043"/>
          </a:solidFill>
          <a:ln w="12700">
            <a:solidFill>
              <a:srgbClr val="2EA043"/>
            </a:solidFill>
            <a:prstDash val="solid"/>
          </a:ln>
        </p:spPr>
        <p:txBody>
          <a:bodyPr/>
          <a:lstStyle/>
          <a:p>
            <a:endParaRPr lang="en-ZA"/>
          </a:p>
        </p:txBody>
      </p:sp>
      <p:sp>
        <p:nvSpPr>
          <p:cNvPr id="267" name="Shape 265"/>
          <p:cNvSpPr/>
          <p:nvPr/>
        </p:nvSpPr>
        <p:spPr>
          <a:xfrm>
            <a:off x="11192256" y="2551176"/>
            <a:ext cx="155448" cy="155448"/>
          </a:xfrm>
          <a:prstGeom prst="rect">
            <a:avLst/>
          </a:prstGeom>
          <a:solidFill>
            <a:srgbClr val="2EA043"/>
          </a:solidFill>
          <a:ln w="12700">
            <a:solidFill>
              <a:srgbClr val="2EA043"/>
            </a:solidFill>
            <a:prstDash val="solid"/>
          </a:ln>
        </p:spPr>
        <p:txBody>
          <a:bodyPr/>
          <a:lstStyle/>
          <a:p>
            <a:endParaRPr lang="en-ZA"/>
          </a:p>
        </p:txBody>
      </p:sp>
      <p:sp>
        <p:nvSpPr>
          <p:cNvPr id="268" name="Shape 266"/>
          <p:cNvSpPr/>
          <p:nvPr/>
        </p:nvSpPr>
        <p:spPr>
          <a:xfrm>
            <a:off x="7543800" y="2724912"/>
            <a:ext cx="155448" cy="155448"/>
          </a:xfrm>
          <a:prstGeom prst="rect">
            <a:avLst/>
          </a:prstGeom>
          <a:solidFill>
            <a:srgbClr val="1F2933"/>
          </a:solidFill>
          <a:ln w="12700">
            <a:solidFill>
              <a:srgbClr val="1F2933"/>
            </a:solidFill>
            <a:prstDash val="solid"/>
          </a:ln>
        </p:spPr>
        <p:txBody>
          <a:bodyPr/>
          <a:lstStyle/>
          <a:p>
            <a:endParaRPr lang="en-ZA"/>
          </a:p>
        </p:txBody>
      </p:sp>
      <p:sp>
        <p:nvSpPr>
          <p:cNvPr id="269" name="Shape 267"/>
          <p:cNvSpPr/>
          <p:nvPr/>
        </p:nvSpPr>
        <p:spPr>
          <a:xfrm>
            <a:off x="7717536" y="2724912"/>
            <a:ext cx="155448" cy="155448"/>
          </a:xfrm>
          <a:prstGeom prst="rect">
            <a:avLst/>
          </a:prstGeom>
          <a:solidFill>
            <a:srgbClr val="1F2933"/>
          </a:solidFill>
          <a:ln w="12700">
            <a:solidFill>
              <a:srgbClr val="1F2933"/>
            </a:solidFill>
            <a:prstDash val="solid"/>
          </a:ln>
        </p:spPr>
        <p:txBody>
          <a:bodyPr/>
          <a:lstStyle/>
          <a:p>
            <a:endParaRPr lang="en-ZA"/>
          </a:p>
        </p:txBody>
      </p:sp>
      <p:sp>
        <p:nvSpPr>
          <p:cNvPr id="270" name="Shape 268"/>
          <p:cNvSpPr/>
          <p:nvPr/>
        </p:nvSpPr>
        <p:spPr>
          <a:xfrm>
            <a:off x="7891272" y="2724912"/>
            <a:ext cx="155448" cy="155448"/>
          </a:xfrm>
          <a:prstGeom prst="rect">
            <a:avLst/>
          </a:prstGeom>
          <a:solidFill>
            <a:srgbClr val="30363D"/>
          </a:solidFill>
          <a:ln w="12700">
            <a:solidFill>
              <a:srgbClr val="30363D"/>
            </a:solidFill>
            <a:prstDash val="solid"/>
          </a:ln>
        </p:spPr>
        <p:txBody>
          <a:bodyPr/>
          <a:lstStyle/>
          <a:p>
            <a:endParaRPr lang="en-ZA"/>
          </a:p>
        </p:txBody>
      </p:sp>
      <p:sp>
        <p:nvSpPr>
          <p:cNvPr id="271" name="Shape 269"/>
          <p:cNvSpPr/>
          <p:nvPr/>
        </p:nvSpPr>
        <p:spPr>
          <a:xfrm>
            <a:off x="8065008" y="2724912"/>
            <a:ext cx="155448" cy="155448"/>
          </a:xfrm>
          <a:prstGeom prst="rect">
            <a:avLst/>
          </a:prstGeom>
          <a:solidFill>
            <a:srgbClr val="1F2933"/>
          </a:solidFill>
          <a:ln w="12700">
            <a:solidFill>
              <a:srgbClr val="1F2933"/>
            </a:solidFill>
            <a:prstDash val="solid"/>
          </a:ln>
        </p:spPr>
        <p:txBody>
          <a:bodyPr/>
          <a:lstStyle/>
          <a:p>
            <a:endParaRPr lang="en-ZA"/>
          </a:p>
        </p:txBody>
      </p:sp>
      <p:sp>
        <p:nvSpPr>
          <p:cNvPr id="272" name="Shape 270"/>
          <p:cNvSpPr/>
          <p:nvPr/>
        </p:nvSpPr>
        <p:spPr>
          <a:xfrm>
            <a:off x="8238744" y="2724912"/>
            <a:ext cx="155448" cy="155448"/>
          </a:xfrm>
          <a:prstGeom prst="rect">
            <a:avLst/>
          </a:prstGeom>
          <a:solidFill>
            <a:srgbClr val="1F2933"/>
          </a:solidFill>
          <a:ln w="12700">
            <a:solidFill>
              <a:srgbClr val="1F2933"/>
            </a:solidFill>
            <a:prstDash val="solid"/>
          </a:ln>
        </p:spPr>
        <p:txBody>
          <a:bodyPr/>
          <a:lstStyle/>
          <a:p>
            <a:endParaRPr lang="en-ZA"/>
          </a:p>
        </p:txBody>
      </p:sp>
      <p:sp>
        <p:nvSpPr>
          <p:cNvPr id="273" name="Shape 271"/>
          <p:cNvSpPr/>
          <p:nvPr/>
        </p:nvSpPr>
        <p:spPr>
          <a:xfrm>
            <a:off x="8412480" y="2724912"/>
            <a:ext cx="155448" cy="155448"/>
          </a:xfrm>
          <a:prstGeom prst="rect">
            <a:avLst/>
          </a:prstGeom>
          <a:solidFill>
            <a:srgbClr val="1F2933"/>
          </a:solidFill>
          <a:ln w="12700">
            <a:solidFill>
              <a:srgbClr val="1F2933"/>
            </a:solidFill>
            <a:prstDash val="solid"/>
          </a:ln>
        </p:spPr>
        <p:txBody>
          <a:bodyPr/>
          <a:lstStyle/>
          <a:p>
            <a:endParaRPr lang="en-ZA"/>
          </a:p>
        </p:txBody>
      </p:sp>
      <p:sp>
        <p:nvSpPr>
          <p:cNvPr id="274" name="Shape 272"/>
          <p:cNvSpPr/>
          <p:nvPr/>
        </p:nvSpPr>
        <p:spPr>
          <a:xfrm>
            <a:off x="8586216" y="2724912"/>
            <a:ext cx="155448" cy="155448"/>
          </a:xfrm>
          <a:prstGeom prst="rect">
            <a:avLst/>
          </a:prstGeom>
          <a:solidFill>
            <a:srgbClr val="1F2933"/>
          </a:solidFill>
          <a:ln w="12700">
            <a:solidFill>
              <a:srgbClr val="1F2933"/>
            </a:solidFill>
            <a:prstDash val="solid"/>
          </a:ln>
        </p:spPr>
        <p:txBody>
          <a:bodyPr/>
          <a:lstStyle/>
          <a:p>
            <a:endParaRPr lang="en-ZA"/>
          </a:p>
        </p:txBody>
      </p:sp>
      <p:sp>
        <p:nvSpPr>
          <p:cNvPr id="275" name="Shape 273"/>
          <p:cNvSpPr/>
          <p:nvPr/>
        </p:nvSpPr>
        <p:spPr>
          <a:xfrm>
            <a:off x="8759952" y="2724912"/>
            <a:ext cx="155448" cy="155448"/>
          </a:xfrm>
          <a:prstGeom prst="rect">
            <a:avLst/>
          </a:prstGeom>
          <a:solidFill>
            <a:srgbClr val="2EA043"/>
          </a:solidFill>
          <a:ln w="12700">
            <a:solidFill>
              <a:srgbClr val="2EA043"/>
            </a:solidFill>
            <a:prstDash val="solid"/>
          </a:ln>
        </p:spPr>
        <p:txBody>
          <a:bodyPr/>
          <a:lstStyle/>
          <a:p>
            <a:endParaRPr lang="en-ZA"/>
          </a:p>
        </p:txBody>
      </p:sp>
      <p:sp>
        <p:nvSpPr>
          <p:cNvPr id="276" name="Shape 274"/>
          <p:cNvSpPr/>
          <p:nvPr/>
        </p:nvSpPr>
        <p:spPr>
          <a:xfrm>
            <a:off x="8933688" y="2724912"/>
            <a:ext cx="155448" cy="155448"/>
          </a:xfrm>
          <a:prstGeom prst="rect">
            <a:avLst/>
          </a:prstGeom>
          <a:solidFill>
            <a:srgbClr val="1F2933"/>
          </a:solidFill>
          <a:ln w="12700">
            <a:solidFill>
              <a:srgbClr val="1F2933"/>
            </a:solidFill>
            <a:prstDash val="solid"/>
          </a:ln>
        </p:spPr>
        <p:txBody>
          <a:bodyPr/>
          <a:lstStyle/>
          <a:p>
            <a:endParaRPr lang="en-ZA"/>
          </a:p>
        </p:txBody>
      </p:sp>
      <p:sp>
        <p:nvSpPr>
          <p:cNvPr id="277" name="Shape 275"/>
          <p:cNvSpPr/>
          <p:nvPr/>
        </p:nvSpPr>
        <p:spPr>
          <a:xfrm>
            <a:off x="9107424" y="2724912"/>
            <a:ext cx="155448" cy="155448"/>
          </a:xfrm>
          <a:prstGeom prst="rect">
            <a:avLst/>
          </a:prstGeom>
          <a:solidFill>
            <a:srgbClr val="1F2933"/>
          </a:solidFill>
          <a:ln w="12700">
            <a:solidFill>
              <a:srgbClr val="1F2933"/>
            </a:solidFill>
            <a:prstDash val="solid"/>
          </a:ln>
        </p:spPr>
        <p:txBody>
          <a:bodyPr/>
          <a:lstStyle/>
          <a:p>
            <a:endParaRPr lang="en-ZA"/>
          </a:p>
        </p:txBody>
      </p:sp>
      <p:sp>
        <p:nvSpPr>
          <p:cNvPr id="278" name="Shape 276"/>
          <p:cNvSpPr/>
          <p:nvPr/>
        </p:nvSpPr>
        <p:spPr>
          <a:xfrm>
            <a:off x="9281160" y="2724912"/>
            <a:ext cx="155448" cy="155448"/>
          </a:xfrm>
          <a:prstGeom prst="rect">
            <a:avLst/>
          </a:prstGeom>
          <a:solidFill>
            <a:srgbClr val="1F2933"/>
          </a:solidFill>
          <a:ln w="12700">
            <a:solidFill>
              <a:srgbClr val="1F2933"/>
            </a:solidFill>
            <a:prstDash val="solid"/>
          </a:ln>
        </p:spPr>
        <p:txBody>
          <a:bodyPr/>
          <a:lstStyle/>
          <a:p>
            <a:endParaRPr lang="en-ZA"/>
          </a:p>
        </p:txBody>
      </p:sp>
      <p:sp>
        <p:nvSpPr>
          <p:cNvPr id="279" name="Shape 277"/>
          <p:cNvSpPr/>
          <p:nvPr/>
        </p:nvSpPr>
        <p:spPr>
          <a:xfrm>
            <a:off x="9454896" y="2724912"/>
            <a:ext cx="155448" cy="155448"/>
          </a:xfrm>
          <a:prstGeom prst="rect">
            <a:avLst/>
          </a:prstGeom>
          <a:solidFill>
            <a:srgbClr val="3FB950"/>
          </a:solidFill>
          <a:ln w="12700">
            <a:solidFill>
              <a:srgbClr val="3FB950"/>
            </a:solidFill>
            <a:prstDash val="solid"/>
          </a:ln>
        </p:spPr>
        <p:txBody>
          <a:bodyPr/>
          <a:lstStyle/>
          <a:p>
            <a:endParaRPr lang="en-ZA"/>
          </a:p>
        </p:txBody>
      </p:sp>
      <p:sp>
        <p:nvSpPr>
          <p:cNvPr id="280" name="Shape 278"/>
          <p:cNvSpPr/>
          <p:nvPr/>
        </p:nvSpPr>
        <p:spPr>
          <a:xfrm>
            <a:off x="9628632" y="2724912"/>
            <a:ext cx="155448" cy="155448"/>
          </a:xfrm>
          <a:prstGeom prst="rect">
            <a:avLst/>
          </a:prstGeom>
          <a:solidFill>
            <a:srgbClr val="1F2933"/>
          </a:solidFill>
          <a:ln w="12700">
            <a:solidFill>
              <a:srgbClr val="1F2933"/>
            </a:solidFill>
            <a:prstDash val="solid"/>
          </a:ln>
        </p:spPr>
        <p:txBody>
          <a:bodyPr/>
          <a:lstStyle/>
          <a:p>
            <a:endParaRPr lang="en-ZA"/>
          </a:p>
        </p:txBody>
      </p:sp>
      <p:sp>
        <p:nvSpPr>
          <p:cNvPr id="281" name="Shape 279"/>
          <p:cNvSpPr/>
          <p:nvPr/>
        </p:nvSpPr>
        <p:spPr>
          <a:xfrm>
            <a:off x="9802368" y="2724912"/>
            <a:ext cx="155448" cy="155448"/>
          </a:xfrm>
          <a:prstGeom prst="rect">
            <a:avLst/>
          </a:prstGeom>
          <a:solidFill>
            <a:srgbClr val="30363D"/>
          </a:solidFill>
          <a:ln w="12700">
            <a:solidFill>
              <a:srgbClr val="30363D"/>
            </a:solidFill>
            <a:prstDash val="solid"/>
          </a:ln>
        </p:spPr>
        <p:txBody>
          <a:bodyPr/>
          <a:lstStyle/>
          <a:p>
            <a:endParaRPr lang="en-ZA"/>
          </a:p>
        </p:txBody>
      </p:sp>
      <p:sp>
        <p:nvSpPr>
          <p:cNvPr id="282" name="Shape 280"/>
          <p:cNvSpPr/>
          <p:nvPr/>
        </p:nvSpPr>
        <p:spPr>
          <a:xfrm>
            <a:off x="9976104" y="2724912"/>
            <a:ext cx="155448" cy="155448"/>
          </a:xfrm>
          <a:prstGeom prst="rect">
            <a:avLst/>
          </a:prstGeom>
          <a:solidFill>
            <a:srgbClr val="1F2933"/>
          </a:solidFill>
          <a:ln w="12700">
            <a:solidFill>
              <a:srgbClr val="1F2933"/>
            </a:solidFill>
            <a:prstDash val="solid"/>
          </a:ln>
        </p:spPr>
        <p:txBody>
          <a:bodyPr/>
          <a:lstStyle/>
          <a:p>
            <a:endParaRPr lang="en-ZA"/>
          </a:p>
        </p:txBody>
      </p:sp>
      <p:sp>
        <p:nvSpPr>
          <p:cNvPr id="283" name="Shape 281"/>
          <p:cNvSpPr/>
          <p:nvPr/>
        </p:nvSpPr>
        <p:spPr>
          <a:xfrm>
            <a:off x="10149840" y="2724912"/>
            <a:ext cx="155448" cy="155448"/>
          </a:xfrm>
          <a:prstGeom prst="rect">
            <a:avLst/>
          </a:prstGeom>
          <a:solidFill>
            <a:srgbClr val="2EA043"/>
          </a:solidFill>
          <a:ln w="12700">
            <a:solidFill>
              <a:srgbClr val="2EA043"/>
            </a:solidFill>
            <a:prstDash val="solid"/>
          </a:ln>
        </p:spPr>
        <p:txBody>
          <a:bodyPr/>
          <a:lstStyle/>
          <a:p>
            <a:endParaRPr lang="en-ZA"/>
          </a:p>
        </p:txBody>
      </p:sp>
      <p:sp>
        <p:nvSpPr>
          <p:cNvPr id="284" name="Shape 282"/>
          <p:cNvSpPr/>
          <p:nvPr/>
        </p:nvSpPr>
        <p:spPr>
          <a:xfrm>
            <a:off x="10323576" y="2724912"/>
            <a:ext cx="155448" cy="155448"/>
          </a:xfrm>
          <a:prstGeom prst="rect">
            <a:avLst/>
          </a:prstGeom>
          <a:solidFill>
            <a:srgbClr val="30363D"/>
          </a:solidFill>
          <a:ln w="12700">
            <a:solidFill>
              <a:srgbClr val="30363D"/>
            </a:solidFill>
            <a:prstDash val="solid"/>
          </a:ln>
        </p:spPr>
        <p:txBody>
          <a:bodyPr/>
          <a:lstStyle/>
          <a:p>
            <a:endParaRPr lang="en-ZA"/>
          </a:p>
        </p:txBody>
      </p:sp>
      <p:sp>
        <p:nvSpPr>
          <p:cNvPr id="285" name="Shape 283"/>
          <p:cNvSpPr/>
          <p:nvPr/>
        </p:nvSpPr>
        <p:spPr>
          <a:xfrm>
            <a:off x="10497312" y="2724912"/>
            <a:ext cx="155448" cy="155448"/>
          </a:xfrm>
          <a:prstGeom prst="rect">
            <a:avLst/>
          </a:prstGeom>
          <a:solidFill>
            <a:srgbClr val="1F2933"/>
          </a:solidFill>
          <a:ln w="12700">
            <a:solidFill>
              <a:srgbClr val="1F2933"/>
            </a:solidFill>
            <a:prstDash val="solid"/>
          </a:ln>
        </p:spPr>
        <p:txBody>
          <a:bodyPr/>
          <a:lstStyle/>
          <a:p>
            <a:endParaRPr lang="en-ZA"/>
          </a:p>
        </p:txBody>
      </p:sp>
      <p:sp>
        <p:nvSpPr>
          <p:cNvPr id="286" name="Shape 284"/>
          <p:cNvSpPr/>
          <p:nvPr/>
        </p:nvSpPr>
        <p:spPr>
          <a:xfrm>
            <a:off x="10671048" y="2724912"/>
            <a:ext cx="155448" cy="155448"/>
          </a:xfrm>
          <a:prstGeom prst="rect">
            <a:avLst/>
          </a:prstGeom>
          <a:solidFill>
            <a:srgbClr val="1F2933"/>
          </a:solidFill>
          <a:ln w="12700">
            <a:solidFill>
              <a:srgbClr val="1F2933"/>
            </a:solidFill>
            <a:prstDash val="solid"/>
          </a:ln>
        </p:spPr>
        <p:txBody>
          <a:bodyPr/>
          <a:lstStyle/>
          <a:p>
            <a:endParaRPr lang="en-ZA"/>
          </a:p>
        </p:txBody>
      </p:sp>
      <p:sp>
        <p:nvSpPr>
          <p:cNvPr id="287" name="Shape 285"/>
          <p:cNvSpPr/>
          <p:nvPr/>
        </p:nvSpPr>
        <p:spPr>
          <a:xfrm>
            <a:off x="10844784" y="2724912"/>
            <a:ext cx="155448" cy="155448"/>
          </a:xfrm>
          <a:prstGeom prst="rect">
            <a:avLst/>
          </a:prstGeom>
          <a:solidFill>
            <a:srgbClr val="1F2933"/>
          </a:solidFill>
          <a:ln w="12700">
            <a:solidFill>
              <a:srgbClr val="1F2933"/>
            </a:solidFill>
            <a:prstDash val="solid"/>
          </a:ln>
        </p:spPr>
        <p:txBody>
          <a:bodyPr/>
          <a:lstStyle/>
          <a:p>
            <a:endParaRPr lang="en-ZA"/>
          </a:p>
        </p:txBody>
      </p:sp>
      <p:sp>
        <p:nvSpPr>
          <p:cNvPr id="288" name="Shape 286"/>
          <p:cNvSpPr/>
          <p:nvPr/>
        </p:nvSpPr>
        <p:spPr>
          <a:xfrm>
            <a:off x="11018520" y="2724912"/>
            <a:ext cx="155448" cy="155448"/>
          </a:xfrm>
          <a:prstGeom prst="rect">
            <a:avLst/>
          </a:prstGeom>
          <a:solidFill>
            <a:srgbClr val="1F2933"/>
          </a:solidFill>
          <a:ln w="12700">
            <a:solidFill>
              <a:srgbClr val="1F2933"/>
            </a:solidFill>
            <a:prstDash val="solid"/>
          </a:ln>
        </p:spPr>
        <p:txBody>
          <a:bodyPr/>
          <a:lstStyle/>
          <a:p>
            <a:endParaRPr lang="en-ZA"/>
          </a:p>
        </p:txBody>
      </p:sp>
      <p:sp>
        <p:nvSpPr>
          <p:cNvPr id="289" name="Shape 287"/>
          <p:cNvSpPr/>
          <p:nvPr/>
        </p:nvSpPr>
        <p:spPr>
          <a:xfrm>
            <a:off x="11192256" y="2724912"/>
            <a:ext cx="155448" cy="155448"/>
          </a:xfrm>
          <a:prstGeom prst="rect">
            <a:avLst/>
          </a:prstGeom>
          <a:solidFill>
            <a:srgbClr val="30363D"/>
          </a:solidFill>
          <a:ln w="12700">
            <a:solidFill>
              <a:srgbClr val="30363D"/>
            </a:solidFill>
            <a:prstDash val="solid"/>
          </a:ln>
        </p:spPr>
        <p:txBody>
          <a:bodyPr/>
          <a:lstStyle/>
          <a:p>
            <a:endParaRPr lang="en-ZA"/>
          </a:p>
        </p:txBody>
      </p:sp>
      <p:sp>
        <p:nvSpPr>
          <p:cNvPr id="290" name="Shape 288"/>
          <p:cNvSpPr/>
          <p:nvPr/>
        </p:nvSpPr>
        <p:spPr>
          <a:xfrm>
            <a:off x="7543800" y="2898648"/>
            <a:ext cx="155448" cy="155448"/>
          </a:xfrm>
          <a:prstGeom prst="rect">
            <a:avLst/>
          </a:prstGeom>
          <a:solidFill>
            <a:srgbClr val="1F2933"/>
          </a:solidFill>
          <a:ln w="12700">
            <a:solidFill>
              <a:srgbClr val="1F2933"/>
            </a:solidFill>
            <a:prstDash val="solid"/>
          </a:ln>
        </p:spPr>
        <p:txBody>
          <a:bodyPr/>
          <a:lstStyle/>
          <a:p>
            <a:endParaRPr lang="en-ZA"/>
          </a:p>
        </p:txBody>
      </p:sp>
      <p:sp>
        <p:nvSpPr>
          <p:cNvPr id="291" name="Shape 289"/>
          <p:cNvSpPr/>
          <p:nvPr/>
        </p:nvSpPr>
        <p:spPr>
          <a:xfrm>
            <a:off x="7717536" y="2898648"/>
            <a:ext cx="155448" cy="155448"/>
          </a:xfrm>
          <a:prstGeom prst="rect">
            <a:avLst/>
          </a:prstGeom>
          <a:solidFill>
            <a:srgbClr val="30363D"/>
          </a:solidFill>
          <a:ln w="12700">
            <a:solidFill>
              <a:srgbClr val="30363D"/>
            </a:solidFill>
            <a:prstDash val="solid"/>
          </a:ln>
        </p:spPr>
        <p:txBody>
          <a:bodyPr/>
          <a:lstStyle/>
          <a:p>
            <a:endParaRPr lang="en-ZA"/>
          </a:p>
        </p:txBody>
      </p:sp>
      <p:sp>
        <p:nvSpPr>
          <p:cNvPr id="292" name="Shape 290"/>
          <p:cNvSpPr/>
          <p:nvPr/>
        </p:nvSpPr>
        <p:spPr>
          <a:xfrm>
            <a:off x="7891272" y="2898648"/>
            <a:ext cx="155448" cy="155448"/>
          </a:xfrm>
          <a:prstGeom prst="rect">
            <a:avLst/>
          </a:prstGeom>
          <a:solidFill>
            <a:srgbClr val="30363D"/>
          </a:solidFill>
          <a:ln w="12700">
            <a:solidFill>
              <a:srgbClr val="30363D"/>
            </a:solidFill>
            <a:prstDash val="solid"/>
          </a:ln>
        </p:spPr>
        <p:txBody>
          <a:bodyPr/>
          <a:lstStyle/>
          <a:p>
            <a:endParaRPr lang="en-ZA"/>
          </a:p>
        </p:txBody>
      </p:sp>
      <p:sp>
        <p:nvSpPr>
          <p:cNvPr id="293" name="Shape 291"/>
          <p:cNvSpPr/>
          <p:nvPr/>
        </p:nvSpPr>
        <p:spPr>
          <a:xfrm>
            <a:off x="8065008" y="2898648"/>
            <a:ext cx="155448" cy="155448"/>
          </a:xfrm>
          <a:prstGeom prst="rect">
            <a:avLst/>
          </a:prstGeom>
          <a:solidFill>
            <a:srgbClr val="1F2933"/>
          </a:solidFill>
          <a:ln w="12700">
            <a:solidFill>
              <a:srgbClr val="1F2933"/>
            </a:solidFill>
            <a:prstDash val="solid"/>
          </a:ln>
        </p:spPr>
        <p:txBody>
          <a:bodyPr/>
          <a:lstStyle/>
          <a:p>
            <a:endParaRPr lang="en-ZA"/>
          </a:p>
        </p:txBody>
      </p:sp>
      <p:sp>
        <p:nvSpPr>
          <p:cNvPr id="294" name="Shape 292"/>
          <p:cNvSpPr/>
          <p:nvPr/>
        </p:nvSpPr>
        <p:spPr>
          <a:xfrm>
            <a:off x="8238744" y="2898648"/>
            <a:ext cx="155448" cy="155448"/>
          </a:xfrm>
          <a:prstGeom prst="rect">
            <a:avLst/>
          </a:prstGeom>
          <a:solidFill>
            <a:srgbClr val="1F2933"/>
          </a:solidFill>
          <a:ln w="12700">
            <a:solidFill>
              <a:srgbClr val="1F2933"/>
            </a:solidFill>
            <a:prstDash val="solid"/>
          </a:ln>
        </p:spPr>
        <p:txBody>
          <a:bodyPr/>
          <a:lstStyle/>
          <a:p>
            <a:endParaRPr lang="en-ZA"/>
          </a:p>
        </p:txBody>
      </p:sp>
      <p:sp>
        <p:nvSpPr>
          <p:cNvPr id="295" name="Shape 293"/>
          <p:cNvSpPr/>
          <p:nvPr/>
        </p:nvSpPr>
        <p:spPr>
          <a:xfrm>
            <a:off x="8412480" y="2898648"/>
            <a:ext cx="155448" cy="155448"/>
          </a:xfrm>
          <a:prstGeom prst="rect">
            <a:avLst/>
          </a:prstGeom>
          <a:solidFill>
            <a:srgbClr val="1F2933"/>
          </a:solidFill>
          <a:ln w="12700">
            <a:solidFill>
              <a:srgbClr val="1F2933"/>
            </a:solidFill>
            <a:prstDash val="solid"/>
          </a:ln>
        </p:spPr>
        <p:txBody>
          <a:bodyPr/>
          <a:lstStyle/>
          <a:p>
            <a:endParaRPr lang="en-ZA"/>
          </a:p>
        </p:txBody>
      </p:sp>
      <p:sp>
        <p:nvSpPr>
          <p:cNvPr id="296" name="Shape 294"/>
          <p:cNvSpPr/>
          <p:nvPr/>
        </p:nvSpPr>
        <p:spPr>
          <a:xfrm>
            <a:off x="8586216" y="2898648"/>
            <a:ext cx="155448" cy="155448"/>
          </a:xfrm>
          <a:prstGeom prst="rect">
            <a:avLst/>
          </a:prstGeom>
          <a:solidFill>
            <a:srgbClr val="1F2933"/>
          </a:solidFill>
          <a:ln w="12700">
            <a:solidFill>
              <a:srgbClr val="1F2933"/>
            </a:solidFill>
            <a:prstDash val="solid"/>
          </a:ln>
        </p:spPr>
        <p:txBody>
          <a:bodyPr/>
          <a:lstStyle/>
          <a:p>
            <a:endParaRPr lang="en-ZA"/>
          </a:p>
        </p:txBody>
      </p:sp>
      <p:sp>
        <p:nvSpPr>
          <p:cNvPr id="297" name="Shape 295"/>
          <p:cNvSpPr/>
          <p:nvPr/>
        </p:nvSpPr>
        <p:spPr>
          <a:xfrm>
            <a:off x="8759952" y="2898648"/>
            <a:ext cx="155448" cy="155448"/>
          </a:xfrm>
          <a:prstGeom prst="rect">
            <a:avLst/>
          </a:prstGeom>
          <a:solidFill>
            <a:srgbClr val="2EA043"/>
          </a:solidFill>
          <a:ln w="12700">
            <a:solidFill>
              <a:srgbClr val="2EA043"/>
            </a:solidFill>
            <a:prstDash val="solid"/>
          </a:ln>
        </p:spPr>
        <p:txBody>
          <a:bodyPr/>
          <a:lstStyle/>
          <a:p>
            <a:endParaRPr lang="en-ZA"/>
          </a:p>
        </p:txBody>
      </p:sp>
      <p:sp>
        <p:nvSpPr>
          <p:cNvPr id="298" name="Shape 296"/>
          <p:cNvSpPr/>
          <p:nvPr/>
        </p:nvSpPr>
        <p:spPr>
          <a:xfrm>
            <a:off x="8933688" y="2898648"/>
            <a:ext cx="155448" cy="155448"/>
          </a:xfrm>
          <a:prstGeom prst="rect">
            <a:avLst/>
          </a:prstGeom>
          <a:solidFill>
            <a:srgbClr val="1F2933"/>
          </a:solidFill>
          <a:ln w="12700">
            <a:solidFill>
              <a:srgbClr val="1F2933"/>
            </a:solidFill>
            <a:prstDash val="solid"/>
          </a:ln>
        </p:spPr>
        <p:txBody>
          <a:bodyPr/>
          <a:lstStyle/>
          <a:p>
            <a:endParaRPr lang="en-ZA"/>
          </a:p>
        </p:txBody>
      </p:sp>
      <p:sp>
        <p:nvSpPr>
          <p:cNvPr id="299" name="Shape 297"/>
          <p:cNvSpPr/>
          <p:nvPr/>
        </p:nvSpPr>
        <p:spPr>
          <a:xfrm>
            <a:off x="9107424" y="2898648"/>
            <a:ext cx="155448" cy="155448"/>
          </a:xfrm>
          <a:prstGeom prst="rect">
            <a:avLst/>
          </a:prstGeom>
          <a:solidFill>
            <a:srgbClr val="30363D"/>
          </a:solidFill>
          <a:ln w="12700">
            <a:solidFill>
              <a:srgbClr val="30363D"/>
            </a:solidFill>
            <a:prstDash val="solid"/>
          </a:ln>
        </p:spPr>
        <p:txBody>
          <a:bodyPr/>
          <a:lstStyle/>
          <a:p>
            <a:endParaRPr lang="en-ZA"/>
          </a:p>
        </p:txBody>
      </p:sp>
      <p:sp>
        <p:nvSpPr>
          <p:cNvPr id="300" name="Shape 298"/>
          <p:cNvSpPr/>
          <p:nvPr/>
        </p:nvSpPr>
        <p:spPr>
          <a:xfrm>
            <a:off x="9281160" y="2898648"/>
            <a:ext cx="155448" cy="155448"/>
          </a:xfrm>
          <a:prstGeom prst="rect">
            <a:avLst/>
          </a:prstGeom>
          <a:solidFill>
            <a:srgbClr val="1F2933"/>
          </a:solidFill>
          <a:ln w="12700">
            <a:solidFill>
              <a:srgbClr val="1F2933"/>
            </a:solidFill>
            <a:prstDash val="solid"/>
          </a:ln>
        </p:spPr>
        <p:txBody>
          <a:bodyPr/>
          <a:lstStyle/>
          <a:p>
            <a:endParaRPr lang="en-ZA"/>
          </a:p>
        </p:txBody>
      </p:sp>
      <p:sp>
        <p:nvSpPr>
          <p:cNvPr id="301" name="Shape 299"/>
          <p:cNvSpPr/>
          <p:nvPr/>
        </p:nvSpPr>
        <p:spPr>
          <a:xfrm>
            <a:off x="9454896" y="2898648"/>
            <a:ext cx="155448" cy="155448"/>
          </a:xfrm>
          <a:prstGeom prst="rect">
            <a:avLst/>
          </a:prstGeom>
          <a:solidFill>
            <a:srgbClr val="3FB950"/>
          </a:solidFill>
          <a:ln w="12700">
            <a:solidFill>
              <a:srgbClr val="3FB950"/>
            </a:solidFill>
            <a:prstDash val="solid"/>
          </a:ln>
        </p:spPr>
        <p:txBody>
          <a:bodyPr/>
          <a:lstStyle/>
          <a:p>
            <a:endParaRPr lang="en-ZA"/>
          </a:p>
        </p:txBody>
      </p:sp>
      <p:sp>
        <p:nvSpPr>
          <p:cNvPr id="302" name="Shape 300"/>
          <p:cNvSpPr/>
          <p:nvPr/>
        </p:nvSpPr>
        <p:spPr>
          <a:xfrm>
            <a:off x="9628632" y="2898648"/>
            <a:ext cx="155448" cy="155448"/>
          </a:xfrm>
          <a:prstGeom prst="rect">
            <a:avLst/>
          </a:prstGeom>
          <a:solidFill>
            <a:srgbClr val="1F2933"/>
          </a:solidFill>
          <a:ln w="12700">
            <a:solidFill>
              <a:srgbClr val="1F2933"/>
            </a:solidFill>
            <a:prstDash val="solid"/>
          </a:ln>
        </p:spPr>
        <p:txBody>
          <a:bodyPr/>
          <a:lstStyle/>
          <a:p>
            <a:endParaRPr lang="en-ZA"/>
          </a:p>
        </p:txBody>
      </p:sp>
      <p:sp>
        <p:nvSpPr>
          <p:cNvPr id="303" name="Shape 301"/>
          <p:cNvSpPr/>
          <p:nvPr/>
        </p:nvSpPr>
        <p:spPr>
          <a:xfrm>
            <a:off x="9802368" y="2898648"/>
            <a:ext cx="155448" cy="155448"/>
          </a:xfrm>
          <a:prstGeom prst="rect">
            <a:avLst/>
          </a:prstGeom>
          <a:solidFill>
            <a:srgbClr val="1F2933"/>
          </a:solidFill>
          <a:ln w="12700">
            <a:solidFill>
              <a:srgbClr val="1F2933"/>
            </a:solidFill>
            <a:prstDash val="solid"/>
          </a:ln>
        </p:spPr>
        <p:txBody>
          <a:bodyPr/>
          <a:lstStyle/>
          <a:p>
            <a:endParaRPr lang="en-ZA"/>
          </a:p>
        </p:txBody>
      </p:sp>
      <p:sp>
        <p:nvSpPr>
          <p:cNvPr id="304" name="Shape 302"/>
          <p:cNvSpPr/>
          <p:nvPr/>
        </p:nvSpPr>
        <p:spPr>
          <a:xfrm>
            <a:off x="9976104" y="2898648"/>
            <a:ext cx="155448" cy="155448"/>
          </a:xfrm>
          <a:prstGeom prst="rect">
            <a:avLst/>
          </a:prstGeom>
          <a:solidFill>
            <a:srgbClr val="1F2933"/>
          </a:solidFill>
          <a:ln w="12700">
            <a:solidFill>
              <a:srgbClr val="1F2933"/>
            </a:solidFill>
            <a:prstDash val="solid"/>
          </a:ln>
        </p:spPr>
        <p:txBody>
          <a:bodyPr/>
          <a:lstStyle/>
          <a:p>
            <a:endParaRPr lang="en-ZA"/>
          </a:p>
        </p:txBody>
      </p:sp>
      <p:sp>
        <p:nvSpPr>
          <p:cNvPr id="305" name="Shape 303"/>
          <p:cNvSpPr/>
          <p:nvPr/>
        </p:nvSpPr>
        <p:spPr>
          <a:xfrm>
            <a:off x="10149840" y="2898648"/>
            <a:ext cx="155448" cy="155448"/>
          </a:xfrm>
          <a:prstGeom prst="rect">
            <a:avLst/>
          </a:prstGeom>
          <a:solidFill>
            <a:srgbClr val="2EA043"/>
          </a:solidFill>
          <a:ln w="12700">
            <a:solidFill>
              <a:srgbClr val="2EA043"/>
            </a:solidFill>
            <a:prstDash val="solid"/>
          </a:ln>
        </p:spPr>
        <p:txBody>
          <a:bodyPr/>
          <a:lstStyle/>
          <a:p>
            <a:endParaRPr lang="en-ZA"/>
          </a:p>
        </p:txBody>
      </p:sp>
      <p:sp>
        <p:nvSpPr>
          <p:cNvPr id="306" name="Shape 304"/>
          <p:cNvSpPr/>
          <p:nvPr/>
        </p:nvSpPr>
        <p:spPr>
          <a:xfrm>
            <a:off x="10323576" y="2898648"/>
            <a:ext cx="155448" cy="155448"/>
          </a:xfrm>
          <a:prstGeom prst="rect">
            <a:avLst/>
          </a:prstGeom>
          <a:solidFill>
            <a:srgbClr val="1F2933"/>
          </a:solidFill>
          <a:ln w="12700">
            <a:solidFill>
              <a:srgbClr val="1F2933"/>
            </a:solidFill>
            <a:prstDash val="solid"/>
          </a:ln>
        </p:spPr>
        <p:txBody>
          <a:bodyPr/>
          <a:lstStyle/>
          <a:p>
            <a:endParaRPr lang="en-ZA"/>
          </a:p>
        </p:txBody>
      </p:sp>
      <p:sp>
        <p:nvSpPr>
          <p:cNvPr id="307" name="Shape 305"/>
          <p:cNvSpPr/>
          <p:nvPr/>
        </p:nvSpPr>
        <p:spPr>
          <a:xfrm>
            <a:off x="10497312" y="2898648"/>
            <a:ext cx="155448" cy="155448"/>
          </a:xfrm>
          <a:prstGeom prst="rect">
            <a:avLst/>
          </a:prstGeom>
          <a:solidFill>
            <a:srgbClr val="1F2933"/>
          </a:solidFill>
          <a:ln w="12700">
            <a:solidFill>
              <a:srgbClr val="1F2933"/>
            </a:solidFill>
            <a:prstDash val="solid"/>
          </a:ln>
        </p:spPr>
        <p:txBody>
          <a:bodyPr/>
          <a:lstStyle/>
          <a:p>
            <a:endParaRPr lang="en-ZA"/>
          </a:p>
        </p:txBody>
      </p:sp>
      <p:sp>
        <p:nvSpPr>
          <p:cNvPr id="308" name="Shape 306"/>
          <p:cNvSpPr/>
          <p:nvPr/>
        </p:nvSpPr>
        <p:spPr>
          <a:xfrm>
            <a:off x="10671048" y="2898648"/>
            <a:ext cx="155448" cy="155448"/>
          </a:xfrm>
          <a:prstGeom prst="rect">
            <a:avLst/>
          </a:prstGeom>
          <a:solidFill>
            <a:srgbClr val="1F2933"/>
          </a:solidFill>
          <a:ln w="12700">
            <a:solidFill>
              <a:srgbClr val="1F2933"/>
            </a:solidFill>
            <a:prstDash val="solid"/>
          </a:ln>
        </p:spPr>
        <p:txBody>
          <a:bodyPr/>
          <a:lstStyle/>
          <a:p>
            <a:endParaRPr lang="en-ZA"/>
          </a:p>
        </p:txBody>
      </p:sp>
      <p:sp>
        <p:nvSpPr>
          <p:cNvPr id="309" name="Shape 307"/>
          <p:cNvSpPr/>
          <p:nvPr/>
        </p:nvSpPr>
        <p:spPr>
          <a:xfrm>
            <a:off x="10844784" y="2898648"/>
            <a:ext cx="155448" cy="155448"/>
          </a:xfrm>
          <a:prstGeom prst="rect">
            <a:avLst/>
          </a:prstGeom>
          <a:solidFill>
            <a:srgbClr val="1F2933"/>
          </a:solidFill>
          <a:ln w="12700">
            <a:solidFill>
              <a:srgbClr val="1F2933"/>
            </a:solidFill>
            <a:prstDash val="solid"/>
          </a:ln>
        </p:spPr>
        <p:txBody>
          <a:bodyPr/>
          <a:lstStyle/>
          <a:p>
            <a:endParaRPr lang="en-ZA"/>
          </a:p>
        </p:txBody>
      </p:sp>
      <p:sp>
        <p:nvSpPr>
          <p:cNvPr id="310" name="Shape 308"/>
          <p:cNvSpPr/>
          <p:nvPr/>
        </p:nvSpPr>
        <p:spPr>
          <a:xfrm>
            <a:off x="11018520" y="2898648"/>
            <a:ext cx="155448" cy="155448"/>
          </a:xfrm>
          <a:prstGeom prst="rect">
            <a:avLst/>
          </a:prstGeom>
          <a:solidFill>
            <a:srgbClr val="1F2933"/>
          </a:solidFill>
          <a:ln w="12700">
            <a:solidFill>
              <a:srgbClr val="1F2933"/>
            </a:solidFill>
            <a:prstDash val="solid"/>
          </a:ln>
        </p:spPr>
        <p:txBody>
          <a:bodyPr/>
          <a:lstStyle/>
          <a:p>
            <a:endParaRPr lang="en-ZA"/>
          </a:p>
        </p:txBody>
      </p:sp>
      <p:sp>
        <p:nvSpPr>
          <p:cNvPr id="311" name="Shape 309"/>
          <p:cNvSpPr/>
          <p:nvPr/>
        </p:nvSpPr>
        <p:spPr>
          <a:xfrm>
            <a:off x="11192256" y="2898648"/>
            <a:ext cx="155448" cy="155448"/>
          </a:xfrm>
          <a:prstGeom prst="rect">
            <a:avLst/>
          </a:prstGeom>
          <a:solidFill>
            <a:srgbClr val="1F2933"/>
          </a:solidFill>
          <a:ln w="12700">
            <a:solidFill>
              <a:srgbClr val="1F2933"/>
            </a:solidFill>
            <a:prstDash val="solid"/>
          </a:ln>
        </p:spPr>
        <p:txBody>
          <a:bodyPr/>
          <a:lstStyle/>
          <a:p>
            <a:endParaRPr lang="en-ZA"/>
          </a:p>
        </p:txBody>
      </p:sp>
      <p:sp>
        <p:nvSpPr>
          <p:cNvPr id="312" name="Shape 310"/>
          <p:cNvSpPr/>
          <p:nvPr/>
        </p:nvSpPr>
        <p:spPr>
          <a:xfrm>
            <a:off x="7543800" y="3072384"/>
            <a:ext cx="155448" cy="155448"/>
          </a:xfrm>
          <a:prstGeom prst="rect">
            <a:avLst/>
          </a:prstGeom>
          <a:solidFill>
            <a:srgbClr val="1F2933"/>
          </a:solidFill>
          <a:ln w="12700">
            <a:solidFill>
              <a:srgbClr val="1F2933"/>
            </a:solidFill>
            <a:prstDash val="solid"/>
          </a:ln>
        </p:spPr>
        <p:txBody>
          <a:bodyPr/>
          <a:lstStyle/>
          <a:p>
            <a:endParaRPr lang="en-ZA"/>
          </a:p>
        </p:txBody>
      </p:sp>
      <p:sp>
        <p:nvSpPr>
          <p:cNvPr id="313" name="Shape 311"/>
          <p:cNvSpPr/>
          <p:nvPr/>
        </p:nvSpPr>
        <p:spPr>
          <a:xfrm>
            <a:off x="7717536" y="3072384"/>
            <a:ext cx="155448" cy="155448"/>
          </a:xfrm>
          <a:prstGeom prst="rect">
            <a:avLst/>
          </a:prstGeom>
          <a:solidFill>
            <a:srgbClr val="1F2933"/>
          </a:solidFill>
          <a:ln w="12700">
            <a:solidFill>
              <a:srgbClr val="1F2933"/>
            </a:solidFill>
            <a:prstDash val="solid"/>
          </a:ln>
        </p:spPr>
        <p:txBody>
          <a:bodyPr/>
          <a:lstStyle/>
          <a:p>
            <a:endParaRPr lang="en-ZA"/>
          </a:p>
        </p:txBody>
      </p:sp>
      <p:sp>
        <p:nvSpPr>
          <p:cNvPr id="314" name="Shape 312"/>
          <p:cNvSpPr/>
          <p:nvPr/>
        </p:nvSpPr>
        <p:spPr>
          <a:xfrm>
            <a:off x="7891272" y="3072384"/>
            <a:ext cx="155448" cy="155448"/>
          </a:xfrm>
          <a:prstGeom prst="rect">
            <a:avLst/>
          </a:prstGeom>
          <a:solidFill>
            <a:srgbClr val="1F2933"/>
          </a:solidFill>
          <a:ln w="12700">
            <a:solidFill>
              <a:srgbClr val="1F2933"/>
            </a:solidFill>
            <a:prstDash val="solid"/>
          </a:ln>
        </p:spPr>
        <p:txBody>
          <a:bodyPr/>
          <a:lstStyle/>
          <a:p>
            <a:endParaRPr lang="en-ZA"/>
          </a:p>
        </p:txBody>
      </p:sp>
      <p:sp>
        <p:nvSpPr>
          <p:cNvPr id="315" name="Shape 313"/>
          <p:cNvSpPr/>
          <p:nvPr/>
        </p:nvSpPr>
        <p:spPr>
          <a:xfrm>
            <a:off x="8065008" y="3072384"/>
            <a:ext cx="155448" cy="155448"/>
          </a:xfrm>
          <a:prstGeom prst="rect">
            <a:avLst/>
          </a:prstGeom>
          <a:solidFill>
            <a:srgbClr val="1F2933"/>
          </a:solidFill>
          <a:ln w="12700">
            <a:solidFill>
              <a:srgbClr val="1F2933"/>
            </a:solidFill>
            <a:prstDash val="solid"/>
          </a:ln>
        </p:spPr>
        <p:txBody>
          <a:bodyPr/>
          <a:lstStyle/>
          <a:p>
            <a:endParaRPr lang="en-ZA"/>
          </a:p>
        </p:txBody>
      </p:sp>
      <p:sp>
        <p:nvSpPr>
          <p:cNvPr id="316" name="Shape 314"/>
          <p:cNvSpPr/>
          <p:nvPr/>
        </p:nvSpPr>
        <p:spPr>
          <a:xfrm>
            <a:off x="8238744" y="3072384"/>
            <a:ext cx="155448" cy="155448"/>
          </a:xfrm>
          <a:prstGeom prst="rect">
            <a:avLst/>
          </a:prstGeom>
          <a:solidFill>
            <a:srgbClr val="1F2933"/>
          </a:solidFill>
          <a:ln w="12700">
            <a:solidFill>
              <a:srgbClr val="1F2933"/>
            </a:solidFill>
            <a:prstDash val="solid"/>
          </a:ln>
        </p:spPr>
        <p:txBody>
          <a:bodyPr/>
          <a:lstStyle/>
          <a:p>
            <a:endParaRPr lang="en-ZA"/>
          </a:p>
        </p:txBody>
      </p:sp>
      <p:sp>
        <p:nvSpPr>
          <p:cNvPr id="317" name="Shape 315"/>
          <p:cNvSpPr/>
          <p:nvPr/>
        </p:nvSpPr>
        <p:spPr>
          <a:xfrm>
            <a:off x="8412480" y="3072384"/>
            <a:ext cx="155448" cy="155448"/>
          </a:xfrm>
          <a:prstGeom prst="rect">
            <a:avLst/>
          </a:prstGeom>
          <a:solidFill>
            <a:srgbClr val="1F2933"/>
          </a:solidFill>
          <a:ln w="12700">
            <a:solidFill>
              <a:srgbClr val="1F2933"/>
            </a:solidFill>
            <a:prstDash val="solid"/>
          </a:ln>
        </p:spPr>
        <p:txBody>
          <a:bodyPr/>
          <a:lstStyle/>
          <a:p>
            <a:endParaRPr lang="en-ZA"/>
          </a:p>
        </p:txBody>
      </p:sp>
      <p:sp>
        <p:nvSpPr>
          <p:cNvPr id="318" name="Shape 316"/>
          <p:cNvSpPr/>
          <p:nvPr/>
        </p:nvSpPr>
        <p:spPr>
          <a:xfrm>
            <a:off x="8586216" y="3072384"/>
            <a:ext cx="155448" cy="155448"/>
          </a:xfrm>
          <a:prstGeom prst="rect">
            <a:avLst/>
          </a:prstGeom>
          <a:solidFill>
            <a:srgbClr val="1F2933"/>
          </a:solidFill>
          <a:ln w="12700">
            <a:solidFill>
              <a:srgbClr val="1F2933"/>
            </a:solidFill>
            <a:prstDash val="solid"/>
          </a:ln>
        </p:spPr>
        <p:txBody>
          <a:bodyPr/>
          <a:lstStyle/>
          <a:p>
            <a:endParaRPr lang="en-ZA"/>
          </a:p>
        </p:txBody>
      </p:sp>
      <p:sp>
        <p:nvSpPr>
          <p:cNvPr id="319" name="Shape 317"/>
          <p:cNvSpPr/>
          <p:nvPr/>
        </p:nvSpPr>
        <p:spPr>
          <a:xfrm>
            <a:off x="8759952" y="3072384"/>
            <a:ext cx="155448" cy="155448"/>
          </a:xfrm>
          <a:prstGeom prst="rect">
            <a:avLst/>
          </a:prstGeom>
          <a:solidFill>
            <a:srgbClr val="2EA043"/>
          </a:solidFill>
          <a:ln w="12700">
            <a:solidFill>
              <a:srgbClr val="2EA043"/>
            </a:solidFill>
            <a:prstDash val="solid"/>
          </a:ln>
        </p:spPr>
        <p:txBody>
          <a:bodyPr/>
          <a:lstStyle/>
          <a:p>
            <a:endParaRPr lang="en-ZA"/>
          </a:p>
        </p:txBody>
      </p:sp>
      <p:sp>
        <p:nvSpPr>
          <p:cNvPr id="320" name="Shape 318"/>
          <p:cNvSpPr/>
          <p:nvPr/>
        </p:nvSpPr>
        <p:spPr>
          <a:xfrm>
            <a:off x="8933688" y="3072384"/>
            <a:ext cx="155448" cy="155448"/>
          </a:xfrm>
          <a:prstGeom prst="rect">
            <a:avLst/>
          </a:prstGeom>
          <a:solidFill>
            <a:srgbClr val="1F2933"/>
          </a:solidFill>
          <a:ln w="12700">
            <a:solidFill>
              <a:srgbClr val="1F2933"/>
            </a:solidFill>
            <a:prstDash val="solid"/>
          </a:ln>
        </p:spPr>
        <p:txBody>
          <a:bodyPr/>
          <a:lstStyle/>
          <a:p>
            <a:endParaRPr lang="en-ZA"/>
          </a:p>
        </p:txBody>
      </p:sp>
      <p:sp>
        <p:nvSpPr>
          <p:cNvPr id="321" name="Shape 319"/>
          <p:cNvSpPr/>
          <p:nvPr/>
        </p:nvSpPr>
        <p:spPr>
          <a:xfrm>
            <a:off x="9107424" y="3072384"/>
            <a:ext cx="155448" cy="155448"/>
          </a:xfrm>
          <a:prstGeom prst="rect">
            <a:avLst/>
          </a:prstGeom>
          <a:solidFill>
            <a:srgbClr val="1F2933"/>
          </a:solidFill>
          <a:ln w="12700">
            <a:solidFill>
              <a:srgbClr val="1F2933"/>
            </a:solidFill>
            <a:prstDash val="solid"/>
          </a:ln>
        </p:spPr>
        <p:txBody>
          <a:bodyPr/>
          <a:lstStyle/>
          <a:p>
            <a:endParaRPr lang="en-ZA"/>
          </a:p>
        </p:txBody>
      </p:sp>
      <p:sp>
        <p:nvSpPr>
          <p:cNvPr id="322" name="Shape 320"/>
          <p:cNvSpPr/>
          <p:nvPr/>
        </p:nvSpPr>
        <p:spPr>
          <a:xfrm>
            <a:off x="9281160" y="3072384"/>
            <a:ext cx="155448" cy="155448"/>
          </a:xfrm>
          <a:prstGeom prst="rect">
            <a:avLst/>
          </a:prstGeom>
          <a:solidFill>
            <a:srgbClr val="1F2933"/>
          </a:solidFill>
          <a:ln w="12700">
            <a:solidFill>
              <a:srgbClr val="1F2933"/>
            </a:solidFill>
            <a:prstDash val="solid"/>
          </a:ln>
        </p:spPr>
        <p:txBody>
          <a:bodyPr/>
          <a:lstStyle/>
          <a:p>
            <a:endParaRPr lang="en-ZA"/>
          </a:p>
        </p:txBody>
      </p:sp>
      <p:sp>
        <p:nvSpPr>
          <p:cNvPr id="323" name="Shape 321"/>
          <p:cNvSpPr/>
          <p:nvPr/>
        </p:nvSpPr>
        <p:spPr>
          <a:xfrm>
            <a:off x="9454896" y="3072384"/>
            <a:ext cx="155448" cy="155448"/>
          </a:xfrm>
          <a:prstGeom prst="rect">
            <a:avLst/>
          </a:prstGeom>
          <a:solidFill>
            <a:srgbClr val="3FB950"/>
          </a:solidFill>
          <a:ln w="12700">
            <a:solidFill>
              <a:srgbClr val="3FB950"/>
            </a:solidFill>
            <a:prstDash val="solid"/>
          </a:ln>
        </p:spPr>
        <p:txBody>
          <a:bodyPr/>
          <a:lstStyle/>
          <a:p>
            <a:endParaRPr lang="en-ZA"/>
          </a:p>
        </p:txBody>
      </p:sp>
      <p:sp>
        <p:nvSpPr>
          <p:cNvPr id="324" name="Shape 322"/>
          <p:cNvSpPr/>
          <p:nvPr/>
        </p:nvSpPr>
        <p:spPr>
          <a:xfrm>
            <a:off x="9628632" y="3072384"/>
            <a:ext cx="155448" cy="155448"/>
          </a:xfrm>
          <a:prstGeom prst="rect">
            <a:avLst/>
          </a:prstGeom>
          <a:solidFill>
            <a:srgbClr val="30363D"/>
          </a:solidFill>
          <a:ln w="12700">
            <a:solidFill>
              <a:srgbClr val="30363D"/>
            </a:solidFill>
            <a:prstDash val="solid"/>
          </a:ln>
        </p:spPr>
        <p:txBody>
          <a:bodyPr/>
          <a:lstStyle/>
          <a:p>
            <a:endParaRPr lang="en-ZA"/>
          </a:p>
        </p:txBody>
      </p:sp>
      <p:sp>
        <p:nvSpPr>
          <p:cNvPr id="325" name="Shape 323"/>
          <p:cNvSpPr/>
          <p:nvPr/>
        </p:nvSpPr>
        <p:spPr>
          <a:xfrm>
            <a:off x="9802368" y="3072384"/>
            <a:ext cx="155448" cy="155448"/>
          </a:xfrm>
          <a:prstGeom prst="rect">
            <a:avLst/>
          </a:prstGeom>
          <a:solidFill>
            <a:srgbClr val="1F2933"/>
          </a:solidFill>
          <a:ln w="12700">
            <a:solidFill>
              <a:srgbClr val="1F2933"/>
            </a:solidFill>
            <a:prstDash val="solid"/>
          </a:ln>
        </p:spPr>
        <p:txBody>
          <a:bodyPr/>
          <a:lstStyle/>
          <a:p>
            <a:endParaRPr lang="en-ZA"/>
          </a:p>
        </p:txBody>
      </p:sp>
      <p:sp>
        <p:nvSpPr>
          <p:cNvPr id="326" name="Shape 324"/>
          <p:cNvSpPr/>
          <p:nvPr/>
        </p:nvSpPr>
        <p:spPr>
          <a:xfrm>
            <a:off x="9976104" y="3072384"/>
            <a:ext cx="155448" cy="155448"/>
          </a:xfrm>
          <a:prstGeom prst="rect">
            <a:avLst/>
          </a:prstGeom>
          <a:solidFill>
            <a:srgbClr val="1F2933"/>
          </a:solidFill>
          <a:ln w="12700">
            <a:solidFill>
              <a:srgbClr val="1F2933"/>
            </a:solidFill>
            <a:prstDash val="solid"/>
          </a:ln>
        </p:spPr>
        <p:txBody>
          <a:bodyPr/>
          <a:lstStyle/>
          <a:p>
            <a:endParaRPr lang="en-ZA"/>
          </a:p>
        </p:txBody>
      </p:sp>
      <p:sp>
        <p:nvSpPr>
          <p:cNvPr id="327" name="Shape 325"/>
          <p:cNvSpPr/>
          <p:nvPr/>
        </p:nvSpPr>
        <p:spPr>
          <a:xfrm>
            <a:off x="10149840" y="3072384"/>
            <a:ext cx="155448" cy="155448"/>
          </a:xfrm>
          <a:prstGeom prst="rect">
            <a:avLst/>
          </a:prstGeom>
          <a:solidFill>
            <a:srgbClr val="2EA043"/>
          </a:solidFill>
          <a:ln w="12700">
            <a:solidFill>
              <a:srgbClr val="2EA043"/>
            </a:solidFill>
            <a:prstDash val="solid"/>
          </a:ln>
        </p:spPr>
        <p:txBody>
          <a:bodyPr/>
          <a:lstStyle/>
          <a:p>
            <a:endParaRPr lang="en-ZA"/>
          </a:p>
        </p:txBody>
      </p:sp>
      <p:sp>
        <p:nvSpPr>
          <p:cNvPr id="328" name="Shape 326"/>
          <p:cNvSpPr/>
          <p:nvPr/>
        </p:nvSpPr>
        <p:spPr>
          <a:xfrm>
            <a:off x="10323576" y="3072384"/>
            <a:ext cx="155448" cy="155448"/>
          </a:xfrm>
          <a:prstGeom prst="rect">
            <a:avLst/>
          </a:prstGeom>
          <a:solidFill>
            <a:srgbClr val="1F2933"/>
          </a:solidFill>
          <a:ln w="12700">
            <a:solidFill>
              <a:srgbClr val="1F2933"/>
            </a:solidFill>
            <a:prstDash val="solid"/>
          </a:ln>
        </p:spPr>
        <p:txBody>
          <a:bodyPr/>
          <a:lstStyle/>
          <a:p>
            <a:endParaRPr lang="en-ZA"/>
          </a:p>
        </p:txBody>
      </p:sp>
      <p:sp>
        <p:nvSpPr>
          <p:cNvPr id="329" name="Shape 327"/>
          <p:cNvSpPr/>
          <p:nvPr/>
        </p:nvSpPr>
        <p:spPr>
          <a:xfrm>
            <a:off x="10497312" y="3072384"/>
            <a:ext cx="155448" cy="155448"/>
          </a:xfrm>
          <a:prstGeom prst="rect">
            <a:avLst/>
          </a:prstGeom>
          <a:solidFill>
            <a:srgbClr val="1F2933"/>
          </a:solidFill>
          <a:ln w="12700">
            <a:solidFill>
              <a:srgbClr val="1F2933"/>
            </a:solidFill>
            <a:prstDash val="solid"/>
          </a:ln>
        </p:spPr>
        <p:txBody>
          <a:bodyPr/>
          <a:lstStyle/>
          <a:p>
            <a:endParaRPr lang="en-ZA"/>
          </a:p>
        </p:txBody>
      </p:sp>
      <p:sp>
        <p:nvSpPr>
          <p:cNvPr id="330" name="Shape 328"/>
          <p:cNvSpPr/>
          <p:nvPr/>
        </p:nvSpPr>
        <p:spPr>
          <a:xfrm>
            <a:off x="10671048" y="3072384"/>
            <a:ext cx="155448" cy="155448"/>
          </a:xfrm>
          <a:prstGeom prst="rect">
            <a:avLst/>
          </a:prstGeom>
          <a:solidFill>
            <a:srgbClr val="1F2933"/>
          </a:solidFill>
          <a:ln w="12700">
            <a:solidFill>
              <a:srgbClr val="1F2933"/>
            </a:solidFill>
            <a:prstDash val="solid"/>
          </a:ln>
        </p:spPr>
        <p:txBody>
          <a:bodyPr/>
          <a:lstStyle/>
          <a:p>
            <a:endParaRPr lang="en-ZA"/>
          </a:p>
        </p:txBody>
      </p:sp>
      <p:sp>
        <p:nvSpPr>
          <p:cNvPr id="331" name="Shape 329"/>
          <p:cNvSpPr/>
          <p:nvPr/>
        </p:nvSpPr>
        <p:spPr>
          <a:xfrm>
            <a:off x="10844784" y="3072384"/>
            <a:ext cx="155448" cy="155448"/>
          </a:xfrm>
          <a:prstGeom prst="rect">
            <a:avLst/>
          </a:prstGeom>
          <a:solidFill>
            <a:srgbClr val="1F2933"/>
          </a:solidFill>
          <a:ln w="12700">
            <a:solidFill>
              <a:srgbClr val="1F2933"/>
            </a:solidFill>
            <a:prstDash val="solid"/>
          </a:ln>
        </p:spPr>
        <p:txBody>
          <a:bodyPr/>
          <a:lstStyle/>
          <a:p>
            <a:endParaRPr lang="en-ZA"/>
          </a:p>
        </p:txBody>
      </p:sp>
      <p:sp>
        <p:nvSpPr>
          <p:cNvPr id="332" name="Shape 330"/>
          <p:cNvSpPr/>
          <p:nvPr/>
        </p:nvSpPr>
        <p:spPr>
          <a:xfrm>
            <a:off x="11018520" y="3072384"/>
            <a:ext cx="155448" cy="155448"/>
          </a:xfrm>
          <a:prstGeom prst="rect">
            <a:avLst/>
          </a:prstGeom>
          <a:solidFill>
            <a:srgbClr val="30363D"/>
          </a:solidFill>
          <a:ln w="12700">
            <a:solidFill>
              <a:srgbClr val="30363D"/>
            </a:solidFill>
            <a:prstDash val="solid"/>
          </a:ln>
        </p:spPr>
        <p:txBody>
          <a:bodyPr/>
          <a:lstStyle/>
          <a:p>
            <a:endParaRPr lang="en-ZA"/>
          </a:p>
        </p:txBody>
      </p:sp>
      <p:sp>
        <p:nvSpPr>
          <p:cNvPr id="333" name="Shape 331"/>
          <p:cNvSpPr/>
          <p:nvPr/>
        </p:nvSpPr>
        <p:spPr>
          <a:xfrm>
            <a:off x="11192256" y="3072384"/>
            <a:ext cx="155448" cy="155448"/>
          </a:xfrm>
          <a:prstGeom prst="rect">
            <a:avLst/>
          </a:prstGeom>
          <a:solidFill>
            <a:srgbClr val="1F2933"/>
          </a:solidFill>
          <a:ln w="12700">
            <a:solidFill>
              <a:srgbClr val="1F2933"/>
            </a:solidFill>
            <a:prstDash val="solid"/>
          </a:ln>
        </p:spPr>
        <p:txBody>
          <a:bodyPr/>
          <a:lstStyle/>
          <a:p>
            <a:endParaRPr lang="en-ZA"/>
          </a:p>
        </p:txBody>
      </p:sp>
      <p:sp>
        <p:nvSpPr>
          <p:cNvPr id="334" name="Shape 332"/>
          <p:cNvSpPr/>
          <p:nvPr/>
        </p:nvSpPr>
        <p:spPr>
          <a:xfrm>
            <a:off x="7543800" y="3246120"/>
            <a:ext cx="155448" cy="155448"/>
          </a:xfrm>
          <a:prstGeom prst="rect">
            <a:avLst/>
          </a:prstGeom>
          <a:solidFill>
            <a:srgbClr val="30363D"/>
          </a:solidFill>
          <a:ln w="12700">
            <a:solidFill>
              <a:srgbClr val="30363D"/>
            </a:solidFill>
            <a:prstDash val="solid"/>
          </a:ln>
        </p:spPr>
        <p:txBody>
          <a:bodyPr/>
          <a:lstStyle/>
          <a:p>
            <a:endParaRPr lang="en-ZA"/>
          </a:p>
        </p:txBody>
      </p:sp>
      <p:sp>
        <p:nvSpPr>
          <p:cNvPr id="335" name="Shape 333"/>
          <p:cNvSpPr/>
          <p:nvPr/>
        </p:nvSpPr>
        <p:spPr>
          <a:xfrm>
            <a:off x="7717536" y="3246120"/>
            <a:ext cx="155448" cy="155448"/>
          </a:xfrm>
          <a:prstGeom prst="rect">
            <a:avLst/>
          </a:prstGeom>
          <a:solidFill>
            <a:srgbClr val="30363D"/>
          </a:solidFill>
          <a:ln w="12700">
            <a:solidFill>
              <a:srgbClr val="30363D"/>
            </a:solidFill>
            <a:prstDash val="solid"/>
          </a:ln>
        </p:spPr>
        <p:txBody>
          <a:bodyPr/>
          <a:lstStyle/>
          <a:p>
            <a:endParaRPr lang="en-ZA"/>
          </a:p>
        </p:txBody>
      </p:sp>
      <p:sp>
        <p:nvSpPr>
          <p:cNvPr id="336" name="Shape 334"/>
          <p:cNvSpPr/>
          <p:nvPr/>
        </p:nvSpPr>
        <p:spPr>
          <a:xfrm>
            <a:off x="7891272" y="3246120"/>
            <a:ext cx="155448" cy="155448"/>
          </a:xfrm>
          <a:prstGeom prst="rect">
            <a:avLst/>
          </a:prstGeom>
          <a:solidFill>
            <a:srgbClr val="1F2933"/>
          </a:solidFill>
          <a:ln w="12700">
            <a:solidFill>
              <a:srgbClr val="1F2933"/>
            </a:solidFill>
            <a:prstDash val="solid"/>
          </a:ln>
        </p:spPr>
        <p:txBody>
          <a:bodyPr/>
          <a:lstStyle/>
          <a:p>
            <a:endParaRPr lang="en-ZA"/>
          </a:p>
        </p:txBody>
      </p:sp>
      <p:sp>
        <p:nvSpPr>
          <p:cNvPr id="337" name="Shape 335"/>
          <p:cNvSpPr/>
          <p:nvPr/>
        </p:nvSpPr>
        <p:spPr>
          <a:xfrm>
            <a:off x="8065008" y="3246120"/>
            <a:ext cx="155448" cy="155448"/>
          </a:xfrm>
          <a:prstGeom prst="rect">
            <a:avLst/>
          </a:prstGeom>
          <a:solidFill>
            <a:srgbClr val="1F2933"/>
          </a:solidFill>
          <a:ln w="12700">
            <a:solidFill>
              <a:srgbClr val="1F2933"/>
            </a:solidFill>
            <a:prstDash val="solid"/>
          </a:ln>
        </p:spPr>
        <p:txBody>
          <a:bodyPr/>
          <a:lstStyle/>
          <a:p>
            <a:endParaRPr lang="en-ZA"/>
          </a:p>
        </p:txBody>
      </p:sp>
      <p:sp>
        <p:nvSpPr>
          <p:cNvPr id="338" name="Shape 336"/>
          <p:cNvSpPr/>
          <p:nvPr/>
        </p:nvSpPr>
        <p:spPr>
          <a:xfrm>
            <a:off x="8238744" y="3246120"/>
            <a:ext cx="155448" cy="155448"/>
          </a:xfrm>
          <a:prstGeom prst="rect">
            <a:avLst/>
          </a:prstGeom>
          <a:solidFill>
            <a:srgbClr val="1F2933"/>
          </a:solidFill>
          <a:ln w="12700">
            <a:solidFill>
              <a:srgbClr val="1F2933"/>
            </a:solidFill>
            <a:prstDash val="solid"/>
          </a:ln>
        </p:spPr>
        <p:txBody>
          <a:bodyPr/>
          <a:lstStyle/>
          <a:p>
            <a:endParaRPr lang="en-ZA"/>
          </a:p>
        </p:txBody>
      </p:sp>
      <p:sp>
        <p:nvSpPr>
          <p:cNvPr id="339" name="Shape 337"/>
          <p:cNvSpPr/>
          <p:nvPr/>
        </p:nvSpPr>
        <p:spPr>
          <a:xfrm>
            <a:off x="8412480" y="3246120"/>
            <a:ext cx="155448" cy="155448"/>
          </a:xfrm>
          <a:prstGeom prst="rect">
            <a:avLst/>
          </a:prstGeom>
          <a:solidFill>
            <a:srgbClr val="1F2933"/>
          </a:solidFill>
          <a:ln w="12700">
            <a:solidFill>
              <a:srgbClr val="1F2933"/>
            </a:solidFill>
            <a:prstDash val="solid"/>
          </a:ln>
        </p:spPr>
        <p:txBody>
          <a:bodyPr/>
          <a:lstStyle/>
          <a:p>
            <a:endParaRPr lang="en-ZA"/>
          </a:p>
        </p:txBody>
      </p:sp>
      <p:sp>
        <p:nvSpPr>
          <p:cNvPr id="340" name="Shape 338"/>
          <p:cNvSpPr/>
          <p:nvPr/>
        </p:nvSpPr>
        <p:spPr>
          <a:xfrm>
            <a:off x="8586216" y="3246120"/>
            <a:ext cx="155448" cy="155448"/>
          </a:xfrm>
          <a:prstGeom prst="rect">
            <a:avLst/>
          </a:prstGeom>
          <a:solidFill>
            <a:srgbClr val="30363D"/>
          </a:solidFill>
          <a:ln w="12700">
            <a:solidFill>
              <a:srgbClr val="30363D"/>
            </a:solidFill>
            <a:prstDash val="solid"/>
          </a:ln>
        </p:spPr>
        <p:txBody>
          <a:bodyPr/>
          <a:lstStyle/>
          <a:p>
            <a:endParaRPr lang="en-ZA"/>
          </a:p>
        </p:txBody>
      </p:sp>
      <p:sp>
        <p:nvSpPr>
          <p:cNvPr id="341" name="Shape 339"/>
          <p:cNvSpPr/>
          <p:nvPr/>
        </p:nvSpPr>
        <p:spPr>
          <a:xfrm>
            <a:off x="8759952" y="3246120"/>
            <a:ext cx="155448" cy="155448"/>
          </a:xfrm>
          <a:prstGeom prst="rect">
            <a:avLst/>
          </a:prstGeom>
          <a:solidFill>
            <a:srgbClr val="2EA043"/>
          </a:solidFill>
          <a:ln w="12700">
            <a:solidFill>
              <a:srgbClr val="2EA043"/>
            </a:solidFill>
            <a:prstDash val="solid"/>
          </a:ln>
        </p:spPr>
        <p:txBody>
          <a:bodyPr/>
          <a:lstStyle/>
          <a:p>
            <a:endParaRPr lang="en-ZA"/>
          </a:p>
        </p:txBody>
      </p:sp>
      <p:sp>
        <p:nvSpPr>
          <p:cNvPr id="342" name="Shape 340"/>
          <p:cNvSpPr/>
          <p:nvPr/>
        </p:nvSpPr>
        <p:spPr>
          <a:xfrm>
            <a:off x="8933688" y="3246120"/>
            <a:ext cx="155448" cy="155448"/>
          </a:xfrm>
          <a:prstGeom prst="rect">
            <a:avLst/>
          </a:prstGeom>
          <a:solidFill>
            <a:srgbClr val="30363D"/>
          </a:solidFill>
          <a:ln w="12700">
            <a:solidFill>
              <a:srgbClr val="30363D"/>
            </a:solidFill>
            <a:prstDash val="solid"/>
          </a:ln>
        </p:spPr>
        <p:txBody>
          <a:bodyPr/>
          <a:lstStyle/>
          <a:p>
            <a:endParaRPr lang="en-ZA"/>
          </a:p>
        </p:txBody>
      </p:sp>
      <p:sp>
        <p:nvSpPr>
          <p:cNvPr id="343" name="Shape 341"/>
          <p:cNvSpPr/>
          <p:nvPr/>
        </p:nvSpPr>
        <p:spPr>
          <a:xfrm>
            <a:off x="9107424" y="3246120"/>
            <a:ext cx="155448" cy="155448"/>
          </a:xfrm>
          <a:prstGeom prst="rect">
            <a:avLst/>
          </a:prstGeom>
          <a:solidFill>
            <a:srgbClr val="1F2933"/>
          </a:solidFill>
          <a:ln w="12700">
            <a:solidFill>
              <a:srgbClr val="1F2933"/>
            </a:solidFill>
            <a:prstDash val="solid"/>
          </a:ln>
        </p:spPr>
        <p:txBody>
          <a:bodyPr/>
          <a:lstStyle/>
          <a:p>
            <a:endParaRPr lang="en-ZA"/>
          </a:p>
        </p:txBody>
      </p:sp>
      <p:sp>
        <p:nvSpPr>
          <p:cNvPr id="344" name="Shape 342"/>
          <p:cNvSpPr/>
          <p:nvPr/>
        </p:nvSpPr>
        <p:spPr>
          <a:xfrm>
            <a:off x="9281160" y="3246120"/>
            <a:ext cx="155448" cy="155448"/>
          </a:xfrm>
          <a:prstGeom prst="rect">
            <a:avLst/>
          </a:prstGeom>
          <a:solidFill>
            <a:srgbClr val="1F2933"/>
          </a:solidFill>
          <a:ln w="12700">
            <a:solidFill>
              <a:srgbClr val="1F2933"/>
            </a:solidFill>
            <a:prstDash val="solid"/>
          </a:ln>
        </p:spPr>
        <p:txBody>
          <a:bodyPr/>
          <a:lstStyle/>
          <a:p>
            <a:endParaRPr lang="en-ZA"/>
          </a:p>
        </p:txBody>
      </p:sp>
      <p:sp>
        <p:nvSpPr>
          <p:cNvPr id="345" name="Shape 343"/>
          <p:cNvSpPr/>
          <p:nvPr/>
        </p:nvSpPr>
        <p:spPr>
          <a:xfrm>
            <a:off x="9454896" y="3246120"/>
            <a:ext cx="155448" cy="155448"/>
          </a:xfrm>
          <a:prstGeom prst="rect">
            <a:avLst/>
          </a:prstGeom>
          <a:solidFill>
            <a:srgbClr val="3FB950"/>
          </a:solidFill>
          <a:ln w="12700">
            <a:solidFill>
              <a:srgbClr val="3FB950"/>
            </a:solidFill>
            <a:prstDash val="solid"/>
          </a:ln>
        </p:spPr>
        <p:txBody>
          <a:bodyPr/>
          <a:lstStyle/>
          <a:p>
            <a:endParaRPr lang="en-ZA"/>
          </a:p>
        </p:txBody>
      </p:sp>
      <p:sp>
        <p:nvSpPr>
          <p:cNvPr id="346" name="Shape 344"/>
          <p:cNvSpPr/>
          <p:nvPr/>
        </p:nvSpPr>
        <p:spPr>
          <a:xfrm>
            <a:off x="9628632" y="3246120"/>
            <a:ext cx="155448" cy="155448"/>
          </a:xfrm>
          <a:prstGeom prst="rect">
            <a:avLst/>
          </a:prstGeom>
          <a:solidFill>
            <a:srgbClr val="1F2933"/>
          </a:solidFill>
          <a:ln w="12700">
            <a:solidFill>
              <a:srgbClr val="1F2933"/>
            </a:solidFill>
            <a:prstDash val="solid"/>
          </a:ln>
        </p:spPr>
        <p:txBody>
          <a:bodyPr/>
          <a:lstStyle/>
          <a:p>
            <a:endParaRPr lang="en-ZA"/>
          </a:p>
        </p:txBody>
      </p:sp>
      <p:sp>
        <p:nvSpPr>
          <p:cNvPr id="347" name="Shape 345"/>
          <p:cNvSpPr/>
          <p:nvPr/>
        </p:nvSpPr>
        <p:spPr>
          <a:xfrm>
            <a:off x="9802368" y="3246120"/>
            <a:ext cx="155448" cy="155448"/>
          </a:xfrm>
          <a:prstGeom prst="rect">
            <a:avLst/>
          </a:prstGeom>
          <a:solidFill>
            <a:srgbClr val="30363D"/>
          </a:solidFill>
          <a:ln w="12700">
            <a:solidFill>
              <a:srgbClr val="30363D"/>
            </a:solidFill>
            <a:prstDash val="solid"/>
          </a:ln>
        </p:spPr>
        <p:txBody>
          <a:bodyPr/>
          <a:lstStyle/>
          <a:p>
            <a:endParaRPr lang="en-ZA"/>
          </a:p>
        </p:txBody>
      </p:sp>
      <p:sp>
        <p:nvSpPr>
          <p:cNvPr id="348" name="Shape 346"/>
          <p:cNvSpPr/>
          <p:nvPr/>
        </p:nvSpPr>
        <p:spPr>
          <a:xfrm>
            <a:off x="9976104" y="3246120"/>
            <a:ext cx="155448" cy="155448"/>
          </a:xfrm>
          <a:prstGeom prst="rect">
            <a:avLst/>
          </a:prstGeom>
          <a:solidFill>
            <a:srgbClr val="1F2933"/>
          </a:solidFill>
          <a:ln w="12700">
            <a:solidFill>
              <a:srgbClr val="1F2933"/>
            </a:solidFill>
            <a:prstDash val="solid"/>
          </a:ln>
        </p:spPr>
        <p:txBody>
          <a:bodyPr/>
          <a:lstStyle/>
          <a:p>
            <a:endParaRPr lang="en-ZA"/>
          </a:p>
        </p:txBody>
      </p:sp>
      <p:sp>
        <p:nvSpPr>
          <p:cNvPr id="349" name="Shape 347"/>
          <p:cNvSpPr/>
          <p:nvPr/>
        </p:nvSpPr>
        <p:spPr>
          <a:xfrm>
            <a:off x="10149840" y="3246120"/>
            <a:ext cx="155448" cy="155448"/>
          </a:xfrm>
          <a:prstGeom prst="rect">
            <a:avLst/>
          </a:prstGeom>
          <a:solidFill>
            <a:srgbClr val="2EA043"/>
          </a:solidFill>
          <a:ln w="12700">
            <a:solidFill>
              <a:srgbClr val="2EA043"/>
            </a:solidFill>
            <a:prstDash val="solid"/>
          </a:ln>
        </p:spPr>
        <p:txBody>
          <a:bodyPr/>
          <a:lstStyle/>
          <a:p>
            <a:endParaRPr lang="en-ZA"/>
          </a:p>
        </p:txBody>
      </p:sp>
      <p:sp>
        <p:nvSpPr>
          <p:cNvPr id="350" name="Shape 348"/>
          <p:cNvSpPr/>
          <p:nvPr/>
        </p:nvSpPr>
        <p:spPr>
          <a:xfrm>
            <a:off x="10323576" y="3246120"/>
            <a:ext cx="155448" cy="155448"/>
          </a:xfrm>
          <a:prstGeom prst="rect">
            <a:avLst/>
          </a:prstGeom>
          <a:solidFill>
            <a:srgbClr val="1F2933"/>
          </a:solidFill>
          <a:ln w="12700">
            <a:solidFill>
              <a:srgbClr val="1F2933"/>
            </a:solidFill>
            <a:prstDash val="solid"/>
          </a:ln>
        </p:spPr>
        <p:txBody>
          <a:bodyPr/>
          <a:lstStyle/>
          <a:p>
            <a:endParaRPr lang="en-ZA"/>
          </a:p>
        </p:txBody>
      </p:sp>
      <p:sp>
        <p:nvSpPr>
          <p:cNvPr id="351" name="Shape 349"/>
          <p:cNvSpPr/>
          <p:nvPr/>
        </p:nvSpPr>
        <p:spPr>
          <a:xfrm>
            <a:off x="10497312" y="3246120"/>
            <a:ext cx="155448" cy="155448"/>
          </a:xfrm>
          <a:prstGeom prst="rect">
            <a:avLst/>
          </a:prstGeom>
          <a:solidFill>
            <a:srgbClr val="1F2933"/>
          </a:solidFill>
          <a:ln w="12700">
            <a:solidFill>
              <a:srgbClr val="1F2933"/>
            </a:solidFill>
            <a:prstDash val="solid"/>
          </a:ln>
        </p:spPr>
        <p:txBody>
          <a:bodyPr/>
          <a:lstStyle/>
          <a:p>
            <a:endParaRPr lang="en-ZA"/>
          </a:p>
        </p:txBody>
      </p:sp>
      <p:sp>
        <p:nvSpPr>
          <p:cNvPr id="352" name="Shape 350"/>
          <p:cNvSpPr/>
          <p:nvPr/>
        </p:nvSpPr>
        <p:spPr>
          <a:xfrm>
            <a:off x="10671048" y="3246120"/>
            <a:ext cx="155448" cy="155448"/>
          </a:xfrm>
          <a:prstGeom prst="rect">
            <a:avLst/>
          </a:prstGeom>
          <a:solidFill>
            <a:srgbClr val="30363D"/>
          </a:solidFill>
          <a:ln w="12700">
            <a:solidFill>
              <a:srgbClr val="30363D"/>
            </a:solidFill>
            <a:prstDash val="solid"/>
          </a:ln>
        </p:spPr>
        <p:txBody>
          <a:bodyPr/>
          <a:lstStyle/>
          <a:p>
            <a:endParaRPr lang="en-ZA"/>
          </a:p>
        </p:txBody>
      </p:sp>
      <p:sp>
        <p:nvSpPr>
          <p:cNvPr id="353" name="Shape 351"/>
          <p:cNvSpPr/>
          <p:nvPr/>
        </p:nvSpPr>
        <p:spPr>
          <a:xfrm>
            <a:off x="10844784" y="3246120"/>
            <a:ext cx="155448" cy="155448"/>
          </a:xfrm>
          <a:prstGeom prst="rect">
            <a:avLst/>
          </a:prstGeom>
          <a:solidFill>
            <a:srgbClr val="1F2933"/>
          </a:solidFill>
          <a:ln w="12700">
            <a:solidFill>
              <a:srgbClr val="1F2933"/>
            </a:solidFill>
            <a:prstDash val="solid"/>
          </a:ln>
        </p:spPr>
        <p:txBody>
          <a:bodyPr/>
          <a:lstStyle/>
          <a:p>
            <a:endParaRPr lang="en-ZA"/>
          </a:p>
        </p:txBody>
      </p:sp>
      <p:sp>
        <p:nvSpPr>
          <p:cNvPr id="354" name="Shape 352"/>
          <p:cNvSpPr/>
          <p:nvPr/>
        </p:nvSpPr>
        <p:spPr>
          <a:xfrm>
            <a:off x="11018520" y="3246120"/>
            <a:ext cx="155448" cy="155448"/>
          </a:xfrm>
          <a:prstGeom prst="rect">
            <a:avLst/>
          </a:prstGeom>
          <a:solidFill>
            <a:srgbClr val="30363D"/>
          </a:solidFill>
          <a:ln w="12700">
            <a:solidFill>
              <a:srgbClr val="30363D"/>
            </a:solidFill>
            <a:prstDash val="solid"/>
          </a:ln>
        </p:spPr>
        <p:txBody>
          <a:bodyPr/>
          <a:lstStyle/>
          <a:p>
            <a:endParaRPr lang="en-ZA"/>
          </a:p>
        </p:txBody>
      </p:sp>
      <p:sp>
        <p:nvSpPr>
          <p:cNvPr id="355" name="Shape 353"/>
          <p:cNvSpPr/>
          <p:nvPr/>
        </p:nvSpPr>
        <p:spPr>
          <a:xfrm>
            <a:off x="11192256" y="3246120"/>
            <a:ext cx="155448" cy="155448"/>
          </a:xfrm>
          <a:prstGeom prst="rect">
            <a:avLst/>
          </a:prstGeom>
          <a:solidFill>
            <a:srgbClr val="30363D"/>
          </a:solidFill>
          <a:ln w="12700">
            <a:solidFill>
              <a:srgbClr val="30363D"/>
            </a:solidFill>
            <a:prstDash val="solid"/>
          </a:ln>
        </p:spPr>
        <p:txBody>
          <a:bodyPr/>
          <a:lstStyle/>
          <a:p>
            <a:endParaRPr lang="en-ZA"/>
          </a:p>
        </p:txBody>
      </p:sp>
      <p:sp>
        <p:nvSpPr>
          <p:cNvPr id="356" name="Shape 354"/>
          <p:cNvSpPr/>
          <p:nvPr/>
        </p:nvSpPr>
        <p:spPr>
          <a:xfrm>
            <a:off x="7543800" y="3419856"/>
            <a:ext cx="155448" cy="155448"/>
          </a:xfrm>
          <a:prstGeom prst="rect">
            <a:avLst/>
          </a:prstGeom>
          <a:solidFill>
            <a:srgbClr val="1F2933"/>
          </a:solidFill>
          <a:ln w="12700">
            <a:solidFill>
              <a:srgbClr val="1F2933"/>
            </a:solidFill>
            <a:prstDash val="solid"/>
          </a:ln>
        </p:spPr>
        <p:txBody>
          <a:bodyPr/>
          <a:lstStyle/>
          <a:p>
            <a:endParaRPr lang="en-ZA"/>
          </a:p>
        </p:txBody>
      </p:sp>
      <p:sp>
        <p:nvSpPr>
          <p:cNvPr id="357" name="Shape 355"/>
          <p:cNvSpPr/>
          <p:nvPr/>
        </p:nvSpPr>
        <p:spPr>
          <a:xfrm>
            <a:off x="7717536" y="3419856"/>
            <a:ext cx="155448" cy="155448"/>
          </a:xfrm>
          <a:prstGeom prst="rect">
            <a:avLst/>
          </a:prstGeom>
          <a:solidFill>
            <a:srgbClr val="1F2933"/>
          </a:solidFill>
          <a:ln w="12700">
            <a:solidFill>
              <a:srgbClr val="1F2933"/>
            </a:solidFill>
            <a:prstDash val="solid"/>
          </a:ln>
        </p:spPr>
        <p:txBody>
          <a:bodyPr/>
          <a:lstStyle/>
          <a:p>
            <a:endParaRPr lang="en-ZA"/>
          </a:p>
        </p:txBody>
      </p:sp>
      <p:sp>
        <p:nvSpPr>
          <p:cNvPr id="358" name="Shape 356"/>
          <p:cNvSpPr/>
          <p:nvPr/>
        </p:nvSpPr>
        <p:spPr>
          <a:xfrm>
            <a:off x="7891272" y="3419856"/>
            <a:ext cx="155448" cy="155448"/>
          </a:xfrm>
          <a:prstGeom prst="rect">
            <a:avLst/>
          </a:prstGeom>
          <a:solidFill>
            <a:srgbClr val="1F2933"/>
          </a:solidFill>
          <a:ln w="12700">
            <a:solidFill>
              <a:srgbClr val="1F2933"/>
            </a:solidFill>
            <a:prstDash val="solid"/>
          </a:ln>
        </p:spPr>
        <p:txBody>
          <a:bodyPr/>
          <a:lstStyle/>
          <a:p>
            <a:endParaRPr lang="en-ZA"/>
          </a:p>
        </p:txBody>
      </p:sp>
      <p:sp>
        <p:nvSpPr>
          <p:cNvPr id="359" name="Shape 357"/>
          <p:cNvSpPr/>
          <p:nvPr/>
        </p:nvSpPr>
        <p:spPr>
          <a:xfrm>
            <a:off x="8065008" y="3419856"/>
            <a:ext cx="155448" cy="155448"/>
          </a:xfrm>
          <a:prstGeom prst="rect">
            <a:avLst/>
          </a:prstGeom>
          <a:solidFill>
            <a:srgbClr val="1F2933"/>
          </a:solidFill>
          <a:ln w="12700">
            <a:solidFill>
              <a:srgbClr val="1F2933"/>
            </a:solidFill>
            <a:prstDash val="solid"/>
          </a:ln>
        </p:spPr>
        <p:txBody>
          <a:bodyPr/>
          <a:lstStyle/>
          <a:p>
            <a:endParaRPr lang="en-ZA"/>
          </a:p>
        </p:txBody>
      </p:sp>
      <p:sp>
        <p:nvSpPr>
          <p:cNvPr id="360" name="Shape 358"/>
          <p:cNvSpPr/>
          <p:nvPr/>
        </p:nvSpPr>
        <p:spPr>
          <a:xfrm>
            <a:off x="8238744" y="3419856"/>
            <a:ext cx="155448" cy="155448"/>
          </a:xfrm>
          <a:prstGeom prst="rect">
            <a:avLst/>
          </a:prstGeom>
          <a:solidFill>
            <a:srgbClr val="30363D"/>
          </a:solidFill>
          <a:ln w="12700">
            <a:solidFill>
              <a:srgbClr val="30363D"/>
            </a:solidFill>
            <a:prstDash val="solid"/>
          </a:ln>
        </p:spPr>
        <p:txBody>
          <a:bodyPr/>
          <a:lstStyle/>
          <a:p>
            <a:endParaRPr lang="en-ZA"/>
          </a:p>
        </p:txBody>
      </p:sp>
      <p:sp>
        <p:nvSpPr>
          <p:cNvPr id="361" name="Shape 359"/>
          <p:cNvSpPr/>
          <p:nvPr/>
        </p:nvSpPr>
        <p:spPr>
          <a:xfrm>
            <a:off x="8412480" y="3419856"/>
            <a:ext cx="155448" cy="155448"/>
          </a:xfrm>
          <a:prstGeom prst="rect">
            <a:avLst/>
          </a:prstGeom>
          <a:solidFill>
            <a:srgbClr val="1F2933"/>
          </a:solidFill>
          <a:ln w="12700">
            <a:solidFill>
              <a:srgbClr val="1F2933"/>
            </a:solidFill>
            <a:prstDash val="solid"/>
          </a:ln>
        </p:spPr>
        <p:txBody>
          <a:bodyPr/>
          <a:lstStyle/>
          <a:p>
            <a:endParaRPr lang="en-ZA"/>
          </a:p>
        </p:txBody>
      </p:sp>
      <p:sp>
        <p:nvSpPr>
          <p:cNvPr id="362" name="Shape 360"/>
          <p:cNvSpPr/>
          <p:nvPr/>
        </p:nvSpPr>
        <p:spPr>
          <a:xfrm>
            <a:off x="8586216" y="3419856"/>
            <a:ext cx="155448" cy="155448"/>
          </a:xfrm>
          <a:prstGeom prst="rect">
            <a:avLst/>
          </a:prstGeom>
          <a:solidFill>
            <a:srgbClr val="1F2933"/>
          </a:solidFill>
          <a:ln w="12700">
            <a:solidFill>
              <a:srgbClr val="1F2933"/>
            </a:solidFill>
            <a:prstDash val="solid"/>
          </a:ln>
        </p:spPr>
        <p:txBody>
          <a:bodyPr/>
          <a:lstStyle/>
          <a:p>
            <a:endParaRPr lang="en-ZA"/>
          </a:p>
        </p:txBody>
      </p:sp>
      <p:sp>
        <p:nvSpPr>
          <p:cNvPr id="363" name="Shape 361"/>
          <p:cNvSpPr/>
          <p:nvPr/>
        </p:nvSpPr>
        <p:spPr>
          <a:xfrm>
            <a:off x="8759952" y="3419856"/>
            <a:ext cx="155448" cy="155448"/>
          </a:xfrm>
          <a:prstGeom prst="rect">
            <a:avLst/>
          </a:prstGeom>
          <a:solidFill>
            <a:srgbClr val="2EA043"/>
          </a:solidFill>
          <a:ln w="12700">
            <a:solidFill>
              <a:srgbClr val="2EA043"/>
            </a:solidFill>
            <a:prstDash val="solid"/>
          </a:ln>
        </p:spPr>
        <p:txBody>
          <a:bodyPr/>
          <a:lstStyle/>
          <a:p>
            <a:endParaRPr lang="en-ZA"/>
          </a:p>
        </p:txBody>
      </p:sp>
      <p:sp>
        <p:nvSpPr>
          <p:cNvPr id="364" name="Shape 362"/>
          <p:cNvSpPr/>
          <p:nvPr/>
        </p:nvSpPr>
        <p:spPr>
          <a:xfrm>
            <a:off x="8933688" y="3419856"/>
            <a:ext cx="155448" cy="155448"/>
          </a:xfrm>
          <a:prstGeom prst="rect">
            <a:avLst/>
          </a:prstGeom>
          <a:solidFill>
            <a:srgbClr val="1F2933"/>
          </a:solidFill>
          <a:ln w="12700">
            <a:solidFill>
              <a:srgbClr val="1F2933"/>
            </a:solidFill>
            <a:prstDash val="solid"/>
          </a:ln>
        </p:spPr>
        <p:txBody>
          <a:bodyPr/>
          <a:lstStyle/>
          <a:p>
            <a:endParaRPr lang="en-ZA"/>
          </a:p>
        </p:txBody>
      </p:sp>
      <p:sp>
        <p:nvSpPr>
          <p:cNvPr id="365" name="Shape 363"/>
          <p:cNvSpPr/>
          <p:nvPr/>
        </p:nvSpPr>
        <p:spPr>
          <a:xfrm>
            <a:off x="9107424" y="3419856"/>
            <a:ext cx="155448" cy="155448"/>
          </a:xfrm>
          <a:prstGeom prst="rect">
            <a:avLst/>
          </a:prstGeom>
          <a:solidFill>
            <a:srgbClr val="30363D"/>
          </a:solidFill>
          <a:ln w="12700">
            <a:solidFill>
              <a:srgbClr val="30363D"/>
            </a:solidFill>
            <a:prstDash val="solid"/>
          </a:ln>
        </p:spPr>
        <p:txBody>
          <a:bodyPr/>
          <a:lstStyle/>
          <a:p>
            <a:endParaRPr lang="en-ZA"/>
          </a:p>
        </p:txBody>
      </p:sp>
      <p:sp>
        <p:nvSpPr>
          <p:cNvPr id="366" name="Shape 364"/>
          <p:cNvSpPr/>
          <p:nvPr/>
        </p:nvSpPr>
        <p:spPr>
          <a:xfrm>
            <a:off x="9281160" y="3419856"/>
            <a:ext cx="155448" cy="155448"/>
          </a:xfrm>
          <a:prstGeom prst="rect">
            <a:avLst/>
          </a:prstGeom>
          <a:solidFill>
            <a:srgbClr val="1F2933"/>
          </a:solidFill>
          <a:ln w="12700">
            <a:solidFill>
              <a:srgbClr val="1F2933"/>
            </a:solidFill>
            <a:prstDash val="solid"/>
          </a:ln>
        </p:spPr>
        <p:txBody>
          <a:bodyPr/>
          <a:lstStyle/>
          <a:p>
            <a:endParaRPr lang="en-ZA"/>
          </a:p>
        </p:txBody>
      </p:sp>
      <p:sp>
        <p:nvSpPr>
          <p:cNvPr id="367" name="Shape 365"/>
          <p:cNvSpPr/>
          <p:nvPr/>
        </p:nvSpPr>
        <p:spPr>
          <a:xfrm>
            <a:off x="9454896" y="3419856"/>
            <a:ext cx="155448" cy="155448"/>
          </a:xfrm>
          <a:prstGeom prst="rect">
            <a:avLst/>
          </a:prstGeom>
          <a:solidFill>
            <a:srgbClr val="3FB950"/>
          </a:solidFill>
          <a:ln w="12700">
            <a:solidFill>
              <a:srgbClr val="3FB950"/>
            </a:solidFill>
            <a:prstDash val="solid"/>
          </a:ln>
        </p:spPr>
        <p:txBody>
          <a:bodyPr/>
          <a:lstStyle/>
          <a:p>
            <a:endParaRPr lang="en-ZA"/>
          </a:p>
        </p:txBody>
      </p:sp>
      <p:sp>
        <p:nvSpPr>
          <p:cNvPr id="368" name="Shape 366"/>
          <p:cNvSpPr/>
          <p:nvPr/>
        </p:nvSpPr>
        <p:spPr>
          <a:xfrm>
            <a:off x="9628632" y="3419856"/>
            <a:ext cx="155448" cy="155448"/>
          </a:xfrm>
          <a:prstGeom prst="rect">
            <a:avLst/>
          </a:prstGeom>
          <a:solidFill>
            <a:srgbClr val="1F2933"/>
          </a:solidFill>
          <a:ln w="12700">
            <a:solidFill>
              <a:srgbClr val="1F2933"/>
            </a:solidFill>
            <a:prstDash val="solid"/>
          </a:ln>
        </p:spPr>
        <p:txBody>
          <a:bodyPr/>
          <a:lstStyle/>
          <a:p>
            <a:endParaRPr lang="en-ZA"/>
          </a:p>
        </p:txBody>
      </p:sp>
      <p:sp>
        <p:nvSpPr>
          <p:cNvPr id="369" name="Shape 367"/>
          <p:cNvSpPr/>
          <p:nvPr/>
        </p:nvSpPr>
        <p:spPr>
          <a:xfrm>
            <a:off x="9802368" y="3419856"/>
            <a:ext cx="155448" cy="155448"/>
          </a:xfrm>
          <a:prstGeom prst="rect">
            <a:avLst/>
          </a:prstGeom>
          <a:solidFill>
            <a:srgbClr val="1F2933"/>
          </a:solidFill>
          <a:ln w="12700">
            <a:solidFill>
              <a:srgbClr val="1F2933"/>
            </a:solidFill>
            <a:prstDash val="solid"/>
          </a:ln>
        </p:spPr>
        <p:txBody>
          <a:bodyPr/>
          <a:lstStyle/>
          <a:p>
            <a:endParaRPr lang="en-ZA"/>
          </a:p>
        </p:txBody>
      </p:sp>
      <p:sp>
        <p:nvSpPr>
          <p:cNvPr id="370" name="Shape 368"/>
          <p:cNvSpPr/>
          <p:nvPr/>
        </p:nvSpPr>
        <p:spPr>
          <a:xfrm>
            <a:off x="9976104" y="3419856"/>
            <a:ext cx="155448" cy="155448"/>
          </a:xfrm>
          <a:prstGeom prst="rect">
            <a:avLst/>
          </a:prstGeom>
          <a:solidFill>
            <a:srgbClr val="1F2933"/>
          </a:solidFill>
          <a:ln w="12700">
            <a:solidFill>
              <a:srgbClr val="1F2933"/>
            </a:solidFill>
            <a:prstDash val="solid"/>
          </a:ln>
        </p:spPr>
        <p:txBody>
          <a:bodyPr/>
          <a:lstStyle/>
          <a:p>
            <a:endParaRPr lang="en-ZA"/>
          </a:p>
        </p:txBody>
      </p:sp>
      <p:sp>
        <p:nvSpPr>
          <p:cNvPr id="371" name="Shape 369"/>
          <p:cNvSpPr/>
          <p:nvPr/>
        </p:nvSpPr>
        <p:spPr>
          <a:xfrm>
            <a:off x="10149840" y="3419856"/>
            <a:ext cx="155448" cy="155448"/>
          </a:xfrm>
          <a:prstGeom prst="rect">
            <a:avLst/>
          </a:prstGeom>
          <a:solidFill>
            <a:srgbClr val="2EA043"/>
          </a:solidFill>
          <a:ln w="12700">
            <a:solidFill>
              <a:srgbClr val="2EA043"/>
            </a:solidFill>
            <a:prstDash val="solid"/>
          </a:ln>
        </p:spPr>
        <p:txBody>
          <a:bodyPr/>
          <a:lstStyle/>
          <a:p>
            <a:endParaRPr lang="en-ZA"/>
          </a:p>
        </p:txBody>
      </p:sp>
      <p:sp>
        <p:nvSpPr>
          <p:cNvPr id="372" name="Shape 370"/>
          <p:cNvSpPr/>
          <p:nvPr/>
        </p:nvSpPr>
        <p:spPr>
          <a:xfrm>
            <a:off x="10323576" y="3419856"/>
            <a:ext cx="155448" cy="155448"/>
          </a:xfrm>
          <a:prstGeom prst="rect">
            <a:avLst/>
          </a:prstGeom>
          <a:solidFill>
            <a:srgbClr val="1F2933"/>
          </a:solidFill>
          <a:ln w="12700">
            <a:solidFill>
              <a:srgbClr val="1F2933"/>
            </a:solidFill>
            <a:prstDash val="solid"/>
          </a:ln>
        </p:spPr>
        <p:txBody>
          <a:bodyPr/>
          <a:lstStyle/>
          <a:p>
            <a:endParaRPr lang="en-ZA"/>
          </a:p>
        </p:txBody>
      </p:sp>
      <p:sp>
        <p:nvSpPr>
          <p:cNvPr id="373" name="Shape 371"/>
          <p:cNvSpPr/>
          <p:nvPr/>
        </p:nvSpPr>
        <p:spPr>
          <a:xfrm>
            <a:off x="10497312" y="3419856"/>
            <a:ext cx="155448" cy="155448"/>
          </a:xfrm>
          <a:prstGeom prst="rect">
            <a:avLst/>
          </a:prstGeom>
          <a:solidFill>
            <a:srgbClr val="1F2933"/>
          </a:solidFill>
          <a:ln w="12700">
            <a:solidFill>
              <a:srgbClr val="1F2933"/>
            </a:solidFill>
            <a:prstDash val="solid"/>
          </a:ln>
        </p:spPr>
        <p:txBody>
          <a:bodyPr/>
          <a:lstStyle/>
          <a:p>
            <a:endParaRPr lang="en-ZA"/>
          </a:p>
        </p:txBody>
      </p:sp>
      <p:sp>
        <p:nvSpPr>
          <p:cNvPr id="374" name="Shape 372"/>
          <p:cNvSpPr/>
          <p:nvPr/>
        </p:nvSpPr>
        <p:spPr>
          <a:xfrm>
            <a:off x="10671048" y="3419856"/>
            <a:ext cx="155448" cy="155448"/>
          </a:xfrm>
          <a:prstGeom prst="rect">
            <a:avLst/>
          </a:prstGeom>
          <a:solidFill>
            <a:srgbClr val="30363D"/>
          </a:solidFill>
          <a:ln w="12700">
            <a:solidFill>
              <a:srgbClr val="30363D"/>
            </a:solidFill>
            <a:prstDash val="solid"/>
          </a:ln>
        </p:spPr>
        <p:txBody>
          <a:bodyPr/>
          <a:lstStyle/>
          <a:p>
            <a:endParaRPr lang="en-ZA"/>
          </a:p>
        </p:txBody>
      </p:sp>
      <p:sp>
        <p:nvSpPr>
          <p:cNvPr id="375" name="Shape 373"/>
          <p:cNvSpPr/>
          <p:nvPr/>
        </p:nvSpPr>
        <p:spPr>
          <a:xfrm>
            <a:off x="10844784" y="3419856"/>
            <a:ext cx="155448" cy="155448"/>
          </a:xfrm>
          <a:prstGeom prst="rect">
            <a:avLst/>
          </a:prstGeom>
          <a:solidFill>
            <a:srgbClr val="1F2933"/>
          </a:solidFill>
          <a:ln w="12700">
            <a:solidFill>
              <a:srgbClr val="1F2933"/>
            </a:solidFill>
            <a:prstDash val="solid"/>
          </a:ln>
        </p:spPr>
        <p:txBody>
          <a:bodyPr/>
          <a:lstStyle/>
          <a:p>
            <a:endParaRPr lang="en-ZA"/>
          </a:p>
        </p:txBody>
      </p:sp>
      <p:sp>
        <p:nvSpPr>
          <p:cNvPr id="376" name="Shape 374"/>
          <p:cNvSpPr/>
          <p:nvPr/>
        </p:nvSpPr>
        <p:spPr>
          <a:xfrm>
            <a:off x="11018520" y="3419856"/>
            <a:ext cx="155448" cy="155448"/>
          </a:xfrm>
          <a:prstGeom prst="rect">
            <a:avLst/>
          </a:prstGeom>
          <a:solidFill>
            <a:srgbClr val="1F2933"/>
          </a:solidFill>
          <a:ln w="12700">
            <a:solidFill>
              <a:srgbClr val="1F2933"/>
            </a:solidFill>
            <a:prstDash val="solid"/>
          </a:ln>
        </p:spPr>
        <p:txBody>
          <a:bodyPr/>
          <a:lstStyle/>
          <a:p>
            <a:endParaRPr lang="en-ZA"/>
          </a:p>
        </p:txBody>
      </p:sp>
      <p:sp>
        <p:nvSpPr>
          <p:cNvPr id="377" name="Shape 375"/>
          <p:cNvSpPr/>
          <p:nvPr/>
        </p:nvSpPr>
        <p:spPr>
          <a:xfrm>
            <a:off x="11192256" y="3419856"/>
            <a:ext cx="155448" cy="155448"/>
          </a:xfrm>
          <a:prstGeom prst="rect">
            <a:avLst/>
          </a:prstGeom>
          <a:solidFill>
            <a:srgbClr val="1F2933"/>
          </a:solidFill>
          <a:ln w="12700">
            <a:solidFill>
              <a:srgbClr val="1F2933"/>
            </a:solidFill>
            <a:prstDash val="solid"/>
          </a:ln>
        </p:spPr>
        <p:txBody>
          <a:bodyPr/>
          <a:lstStyle/>
          <a:p>
            <a:endParaRPr lang="en-ZA"/>
          </a:p>
        </p:txBody>
      </p:sp>
      <p:sp>
        <p:nvSpPr>
          <p:cNvPr id="378" name="Shape 376"/>
          <p:cNvSpPr/>
          <p:nvPr/>
        </p:nvSpPr>
        <p:spPr>
          <a:xfrm>
            <a:off x="7543800" y="3593592"/>
            <a:ext cx="155448" cy="155448"/>
          </a:xfrm>
          <a:prstGeom prst="rect">
            <a:avLst/>
          </a:prstGeom>
          <a:solidFill>
            <a:srgbClr val="30363D"/>
          </a:solidFill>
          <a:ln w="12700">
            <a:solidFill>
              <a:srgbClr val="30363D"/>
            </a:solidFill>
            <a:prstDash val="solid"/>
          </a:ln>
        </p:spPr>
        <p:txBody>
          <a:bodyPr/>
          <a:lstStyle/>
          <a:p>
            <a:endParaRPr lang="en-ZA"/>
          </a:p>
        </p:txBody>
      </p:sp>
      <p:sp>
        <p:nvSpPr>
          <p:cNvPr id="379" name="Shape 377"/>
          <p:cNvSpPr/>
          <p:nvPr/>
        </p:nvSpPr>
        <p:spPr>
          <a:xfrm>
            <a:off x="7717536" y="3593592"/>
            <a:ext cx="155448" cy="155448"/>
          </a:xfrm>
          <a:prstGeom prst="rect">
            <a:avLst/>
          </a:prstGeom>
          <a:solidFill>
            <a:srgbClr val="1F2933"/>
          </a:solidFill>
          <a:ln w="12700">
            <a:solidFill>
              <a:srgbClr val="1F2933"/>
            </a:solidFill>
            <a:prstDash val="solid"/>
          </a:ln>
        </p:spPr>
        <p:txBody>
          <a:bodyPr/>
          <a:lstStyle/>
          <a:p>
            <a:endParaRPr lang="en-ZA"/>
          </a:p>
        </p:txBody>
      </p:sp>
      <p:sp>
        <p:nvSpPr>
          <p:cNvPr id="380" name="Shape 378"/>
          <p:cNvSpPr/>
          <p:nvPr/>
        </p:nvSpPr>
        <p:spPr>
          <a:xfrm>
            <a:off x="7891272" y="3593592"/>
            <a:ext cx="155448" cy="155448"/>
          </a:xfrm>
          <a:prstGeom prst="rect">
            <a:avLst/>
          </a:prstGeom>
          <a:solidFill>
            <a:srgbClr val="1F2933"/>
          </a:solidFill>
          <a:ln w="12700">
            <a:solidFill>
              <a:srgbClr val="1F2933"/>
            </a:solidFill>
            <a:prstDash val="solid"/>
          </a:ln>
        </p:spPr>
        <p:txBody>
          <a:bodyPr/>
          <a:lstStyle/>
          <a:p>
            <a:endParaRPr lang="en-ZA"/>
          </a:p>
        </p:txBody>
      </p:sp>
      <p:sp>
        <p:nvSpPr>
          <p:cNvPr id="381" name="Shape 379"/>
          <p:cNvSpPr/>
          <p:nvPr/>
        </p:nvSpPr>
        <p:spPr>
          <a:xfrm>
            <a:off x="8065008" y="3593592"/>
            <a:ext cx="155448" cy="155448"/>
          </a:xfrm>
          <a:prstGeom prst="rect">
            <a:avLst/>
          </a:prstGeom>
          <a:solidFill>
            <a:srgbClr val="1F2933"/>
          </a:solidFill>
          <a:ln w="12700">
            <a:solidFill>
              <a:srgbClr val="1F2933"/>
            </a:solidFill>
            <a:prstDash val="solid"/>
          </a:ln>
        </p:spPr>
        <p:txBody>
          <a:bodyPr/>
          <a:lstStyle/>
          <a:p>
            <a:endParaRPr lang="en-ZA"/>
          </a:p>
        </p:txBody>
      </p:sp>
      <p:sp>
        <p:nvSpPr>
          <p:cNvPr id="382" name="Shape 380"/>
          <p:cNvSpPr/>
          <p:nvPr/>
        </p:nvSpPr>
        <p:spPr>
          <a:xfrm>
            <a:off x="8238744" y="3593592"/>
            <a:ext cx="155448" cy="155448"/>
          </a:xfrm>
          <a:prstGeom prst="rect">
            <a:avLst/>
          </a:prstGeom>
          <a:solidFill>
            <a:srgbClr val="1F2933"/>
          </a:solidFill>
          <a:ln w="12700">
            <a:solidFill>
              <a:srgbClr val="1F2933"/>
            </a:solidFill>
            <a:prstDash val="solid"/>
          </a:ln>
        </p:spPr>
        <p:txBody>
          <a:bodyPr/>
          <a:lstStyle/>
          <a:p>
            <a:endParaRPr lang="en-ZA"/>
          </a:p>
        </p:txBody>
      </p:sp>
      <p:sp>
        <p:nvSpPr>
          <p:cNvPr id="383" name="Shape 381"/>
          <p:cNvSpPr/>
          <p:nvPr/>
        </p:nvSpPr>
        <p:spPr>
          <a:xfrm>
            <a:off x="8412480" y="3593592"/>
            <a:ext cx="155448" cy="155448"/>
          </a:xfrm>
          <a:prstGeom prst="rect">
            <a:avLst/>
          </a:prstGeom>
          <a:solidFill>
            <a:srgbClr val="1F2933"/>
          </a:solidFill>
          <a:ln w="12700">
            <a:solidFill>
              <a:srgbClr val="1F2933"/>
            </a:solidFill>
            <a:prstDash val="solid"/>
          </a:ln>
        </p:spPr>
        <p:txBody>
          <a:bodyPr/>
          <a:lstStyle/>
          <a:p>
            <a:endParaRPr lang="en-ZA"/>
          </a:p>
        </p:txBody>
      </p:sp>
      <p:sp>
        <p:nvSpPr>
          <p:cNvPr id="384" name="Shape 382"/>
          <p:cNvSpPr/>
          <p:nvPr/>
        </p:nvSpPr>
        <p:spPr>
          <a:xfrm>
            <a:off x="8586216" y="3593592"/>
            <a:ext cx="155448" cy="155448"/>
          </a:xfrm>
          <a:prstGeom prst="rect">
            <a:avLst/>
          </a:prstGeom>
          <a:solidFill>
            <a:srgbClr val="30363D"/>
          </a:solidFill>
          <a:ln w="12700">
            <a:solidFill>
              <a:srgbClr val="30363D"/>
            </a:solidFill>
            <a:prstDash val="solid"/>
          </a:ln>
        </p:spPr>
        <p:txBody>
          <a:bodyPr/>
          <a:lstStyle/>
          <a:p>
            <a:endParaRPr lang="en-ZA"/>
          </a:p>
        </p:txBody>
      </p:sp>
      <p:sp>
        <p:nvSpPr>
          <p:cNvPr id="385" name="Shape 383"/>
          <p:cNvSpPr/>
          <p:nvPr/>
        </p:nvSpPr>
        <p:spPr>
          <a:xfrm>
            <a:off x="8759952" y="3593592"/>
            <a:ext cx="155448" cy="155448"/>
          </a:xfrm>
          <a:prstGeom prst="rect">
            <a:avLst/>
          </a:prstGeom>
          <a:solidFill>
            <a:srgbClr val="2EA043"/>
          </a:solidFill>
          <a:ln w="12700">
            <a:solidFill>
              <a:srgbClr val="2EA043"/>
            </a:solidFill>
            <a:prstDash val="solid"/>
          </a:ln>
        </p:spPr>
        <p:txBody>
          <a:bodyPr/>
          <a:lstStyle/>
          <a:p>
            <a:endParaRPr lang="en-ZA"/>
          </a:p>
        </p:txBody>
      </p:sp>
      <p:sp>
        <p:nvSpPr>
          <p:cNvPr id="386" name="Shape 384"/>
          <p:cNvSpPr/>
          <p:nvPr/>
        </p:nvSpPr>
        <p:spPr>
          <a:xfrm>
            <a:off x="8933688" y="3593592"/>
            <a:ext cx="155448" cy="155448"/>
          </a:xfrm>
          <a:prstGeom prst="rect">
            <a:avLst/>
          </a:prstGeom>
          <a:solidFill>
            <a:srgbClr val="30363D"/>
          </a:solidFill>
          <a:ln w="12700">
            <a:solidFill>
              <a:srgbClr val="30363D"/>
            </a:solidFill>
            <a:prstDash val="solid"/>
          </a:ln>
        </p:spPr>
        <p:txBody>
          <a:bodyPr/>
          <a:lstStyle/>
          <a:p>
            <a:endParaRPr lang="en-ZA"/>
          </a:p>
        </p:txBody>
      </p:sp>
      <p:sp>
        <p:nvSpPr>
          <p:cNvPr id="387" name="Shape 385"/>
          <p:cNvSpPr/>
          <p:nvPr/>
        </p:nvSpPr>
        <p:spPr>
          <a:xfrm>
            <a:off x="9107424" y="3593592"/>
            <a:ext cx="155448" cy="155448"/>
          </a:xfrm>
          <a:prstGeom prst="rect">
            <a:avLst/>
          </a:prstGeom>
          <a:solidFill>
            <a:srgbClr val="1F2933"/>
          </a:solidFill>
          <a:ln w="12700">
            <a:solidFill>
              <a:srgbClr val="1F2933"/>
            </a:solidFill>
            <a:prstDash val="solid"/>
          </a:ln>
        </p:spPr>
        <p:txBody>
          <a:bodyPr/>
          <a:lstStyle/>
          <a:p>
            <a:endParaRPr lang="en-ZA"/>
          </a:p>
        </p:txBody>
      </p:sp>
      <p:sp>
        <p:nvSpPr>
          <p:cNvPr id="388" name="Shape 386"/>
          <p:cNvSpPr/>
          <p:nvPr/>
        </p:nvSpPr>
        <p:spPr>
          <a:xfrm>
            <a:off x="9281160" y="3593592"/>
            <a:ext cx="155448" cy="155448"/>
          </a:xfrm>
          <a:prstGeom prst="rect">
            <a:avLst/>
          </a:prstGeom>
          <a:solidFill>
            <a:srgbClr val="1F2933"/>
          </a:solidFill>
          <a:ln w="12700">
            <a:solidFill>
              <a:srgbClr val="1F2933"/>
            </a:solidFill>
            <a:prstDash val="solid"/>
          </a:ln>
        </p:spPr>
        <p:txBody>
          <a:bodyPr/>
          <a:lstStyle/>
          <a:p>
            <a:endParaRPr lang="en-ZA"/>
          </a:p>
        </p:txBody>
      </p:sp>
      <p:sp>
        <p:nvSpPr>
          <p:cNvPr id="389" name="Shape 387"/>
          <p:cNvSpPr/>
          <p:nvPr/>
        </p:nvSpPr>
        <p:spPr>
          <a:xfrm>
            <a:off x="9454896" y="3593592"/>
            <a:ext cx="155448" cy="155448"/>
          </a:xfrm>
          <a:prstGeom prst="rect">
            <a:avLst/>
          </a:prstGeom>
          <a:solidFill>
            <a:srgbClr val="3FB950"/>
          </a:solidFill>
          <a:ln w="12700">
            <a:solidFill>
              <a:srgbClr val="3FB950"/>
            </a:solidFill>
            <a:prstDash val="solid"/>
          </a:ln>
        </p:spPr>
        <p:txBody>
          <a:bodyPr/>
          <a:lstStyle/>
          <a:p>
            <a:endParaRPr lang="en-ZA"/>
          </a:p>
        </p:txBody>
      </p:sp>
      <p:sp>
        <p:nvSpPr>
          <p:cNvPr id="390" name="Shape 388"/>
          <p:cNvSpPr/>
          <p:nvPr/>
        </p:nvSpPr>
        <p:spPr>
          <a:xfrm>
            <a:off x="9628632" y="3593592"/>
            <a:ext cx="155448" cy="155448"/>
          </a:xfrm>
          <a:prstGeom prst="rect">
            <a:avLst/>
          </a:prstGeom>
          <a:solidFill>
            <a:srgbClr val="30363D"/>
          </a:solidFill>
          <a:ln w="12700">
            <a:solidFill>
              <a:srgbClr val="30363D"/>
            </a:solidFill>
            <a:prstDash val="solid"/>
          </a:ln>
        </p:spPr>
        <p:txBody>
          <a:bodyPr/>
          <a:lstStyle/>
          <a:p>
            <a:endParaRPr lang="en-ZA"/>
          </a:p>
        </p:txBody>
      </p:sp>
      <p:sp>
        <p:nvSpPr>
          <p:cNvPr id="391" name="Shape 389"/>
          <p:cNvSpPr/>
          <p:nvPr/>
        </p:nvSpPr>
        <p:spPr>
          <a:xfrm>
            <a:off x="9802368" y="3593592"/>
            <a:ext cx="155448" cy="155448"/>
          </a:xfrm>
          <a:prstGeom prst="rect">
            <a:avLst/>
          </a:prstGeom>
          <a:solidFill>
            <a:srgbClr val="1F2933"/>
          </a:solidFill>
          <a:ln w="12700">
            <a:solidFill>
              <a:srgbClr val="1F2933"/>
            </a:solidFill>
            <a:prstDash val="solid"/>
          </a:ln>
        </p:spPr>
        <p:txBody>
          <a:bodyPr/>
          <a:lstStyle/>
          <a:p>
            <a:endParaRPr lang="en-ZA"/>
          </a:p>
        </p:txBody>
      </p:sp>
      <p:sp>
        <p:nvSpPr>
          <p:cNvPr id="392" name="Shape 390"/>
          <p:cNvSpPr/>
          <p:nvPr/>
        </p:nvSpPr>
        <p:spPr>
          <a:xfrm>
            <a:off x="9976104" y="3593592"/>
            <a:ext cx="155448" cy="155448"/>
          </a:xfrm>
          <a:prstGeom prst="rect">
            <a:avLst/>
          </a:prstGeom>
          <a:solidFill>
            <a:srgbClr val="1F2933"/>
          </a:solidFill>
          <a:ln w="12700">
            <a:solidFill>
              <a:srgbClr val="1F2933"/>
            </a:solidFill>
            <a:prstDash val="solid"/>
          </a:ln>
        </p:spPr>
        <p:txBody>
          <a:bodyPr/>
          <a:lstStyle/>
          <a:p>
            <a:endParaRPr lang="en-ZA"/>
          </a:p>
        </p:txBody>
      </p:sp>
      <p:sp>
        <p:nvSpPr>
          <p:cNvPr id="393" name="Shape 391"/>
          <p:cNvSpPr/>
          <p:nvPr/>
        </p:nvSpPr>
        <p:spPr>
          <a:xfrm>
            <a:off x="10149840" y="3593592"/>
            <a:ext cx="155448" cy="155448"/>
          </a:xfrm>
          <a:prstGeom prst="rect">
            <a:avLst/>
          </a:prstGeom>
          <a:solidFill>
            <a:srgbClr val="2EA043"/>
          </a:solidFill>
          <a:ln w="12700">
            <a:solidFill>
              <a:srgbClr val="2EA043"/>
            </a:solidFill>
            <a:prstDash val="solid"/>
          </a:ln>
        </p:spPr>
        <p:txBody>
          <a:bodyPr/>
          <a:lstStyle/>
          <a:p>
            <a:endParaRPr lang="en-ZA"/>
          </a:p>
        </p:txBody>
      </p:sp>
      <p:sp>
        <p:nvSpPr>
          <p:cNvPr id="394" name="Shape 392"/>
          <p:cNvSpPr/>
          <p:nvPr/>
        </p:nvSpPr>
        <p:spPr>
          <a:xfrm>
            <a:off x="10323576" y="3593592"/>
            <a:ext cx="155448" cy="155448"/>
          </a:xfrm>
          <a:prstGeom prst="rect">
            <a:avLst/>
          </a:prstGeom>
          <a:solidFill>
            <a:srgbClr val="1F2933"/>
          </a:solidFill>
          <a:ln w="12700">
            <a:solidFill>
              <a:srgbClr val="1F2933"/>
            </a:solidFill>
            <a:prstDash val="solid"/>
          </a:ln>
        </p:spPr>
        <p:txBody>
          <a:bodyPr/>
          <a:lstStyle/>
          <a:p>
            <a:endParaRPr lang="en-ZA"/>
          </a:p>
        </p:txBody>
      </p:sp>
      <p:sp>
        <p:nvSpPr>
          <p:cNvPr id="395" name="Shape 393"/>
          <p:cNvSpPr/>
          <p:nvPr/>
        </p:nvSpPr>
        <p:spPr>
          <a:xfrm>
            <a:off x="10497312" y="3593592"/>
            <a:ext cx="155448" cy="155448"/>
          </a:xfrm>
          <a:prstGeom prst="rect">
            <a:avLst/>
          </a:prstGeom>
          <a:solidFill>
            <a:srgbClr val="1F2933"/>
          </a:solidFill>
          <a:ln w="12700">
            <a:solidFill>
              <a:srgbClr val="1F2933"/>
            </a:solidFill>
            <a:prstDash val="solid"/>
          </a:ln>
        </p:spPr>
        <p:txBody>
          <a:bodyPr/>
          <a:lstStyle/>
          <a:p>
            <a:endParaRPr lang="en-ZA"/>
          </a:p>
        </p:txBody>
      </p:sp>
      <p:sp>
        <p:nvSpPr>
          <p:cNvPr id="396" name="Shape 394"/>
          <p:cNvSpPr/>
          <p:nvPr/>
        </p:nvSpPr>
        <p:spPr>
          <a:xfrm>
            <a:off x="10671048" y="3593592"/>
            <a:ext cx="155448" cy="155448"/>
          </a:xfrm>
          <a:prstGeom prst="rect">
            <a:avLst/>
          </a:prstGeom>
          <a:solidFill>
            <a:srgbClr val="1F2933"/>
          </a:solidFill>
          <a:ln w="12700">
            <a:solidFill>
              <a:srgbClr val="1F2933"/>
            </a:solidFill>
            <a:prstDash val="solid"/>
          </a:ln>
        </p:spPr>
        <p:txBody>
          <a:bodyPr/>
          <a:lstStyle/>
          <a:p>
            <a:endParaRPr lang="en-ZA"/>
          </a:p>
        </p:txBody>
      </p:sp>
      <p:sp>
        <p:nvSpPr>
          <p:cNvPr id="397" name="Shape 395"/>
          <p:cNvSpPr/>
          <p:nvPr/>
        </p:nvSpPr>
        <p:spPr>
          <a:xfrm>
            <a:off x="10844784" y="3593592"/>
            <a:ext cx="155448" cy="155448"/>
          </a:xfrm>
          <a:prstGeom prst="rect">
            <a:avLst/>
          </a:prstGeom>
          <a:solidFill>
            <a:srgbClr val="1F2933"/>
          </a:solidFill>
          <a:ln w="12700">
            <a:solidFill>
              <a:srgbClr val="1F2933"/>
            </a:solidFill>
            <a:prstDash val="solid"/>
          </a:ln>
        </p:spPr>
        <p:txBody>
          <a:bodyPr/>
          <a:lstStyle/>
          <a:p>
            <a:endParaRPr lang="en-ZA"/>
          </a:p>
        </p:txBody>
      </p:sp>
      <p:sp>
        <p:nvSpPr>
          <p:cNvPr id="398" name="Shape 396"/>
          <p:cNvSpPr/>
          <p:nvPr/>
        </p:nvSpPr>
        <p:spPr>
          <a:xfrm>
            <a:off x="11018520" y="3593592"/>
            <a:ext cx="155448" cy="155448"/>
          </a:xfrm>
          <a:prstGeom prst="rect">
            <a:avLst/>
          </a:prstGeom>
          <a:solidFill>
            <a:srgbClr val="1F2933"/>
          </a:solidFill>
          <a:ln w="12700">
            <a:solidFill>
              <a:srgbClr val="1F2933"/>
            </a:solidFill>
            <a:prstDash val="solid"/>
          </a:ln>
        </p:spPr>
        <p:txBody>
          <a:bodyPr/>
          <a:lstStyle/>
          <a:p>
            <a:endParaRPr lang="en-ZA"/>
          </a:p>
        </p:txBody>
      </p:sp>
      <p:sp>
        <p:nvSpPr>
          <p:cNvPr id="399" name="Shape 397"/>
          <p:cNvSpPr/>
          <p:nvPr/>
        </p:nvSpPr>
        <p:spPr>
          <a:xfrm>
            <a:off x="11192256" y="3593592"/>
            <a:ext cx="155448" cy="155448"/>
          </a:xfrm>
          <a:prstGeom prst="rect">
            <a:avLst/>
          </a:prstGeom>
          <a:solidFill>
            <a:srgbClr val="1F2933"/>
          </a:solidFill>
          <a:ln w="12700">
            <a:solidFill>
              <a:srgbClr val="1F2933"/>
            </a:solidFill>
            <a:prstDash val="solid"/>
          </a:ln>
        </p:spPr>
        <p:txBody>
          <a:bodyPr/>
          <a:lstStyle/>
          <a:p>
            <a:endParaRPr lang="en-ZA"/>
          </a:p>
        </p:txBody>
      </p:sp>
      <p:sp>
        <p:nvSpPr>
          <p:cNvPr id="400" name="Shape 398"/>
          <p:cNvSpPr/>
          <p:nvPr/>
        </p:nvSpPr>
        <p:spPr>
          <a:xfrm>
            <a:off x="7543800" y="3767328"/>
            <a:ext cx="155448" cy="155448"/>
          </a:xfrm>
          <a:prstGeom prst="rect">
            <a:avLst/>
          </a:prstGeom>
          <a:solidFill>
            <a:srgbClr val="1F2933"/>
          </a:solidFill>
          <a:ln w="12700">
            <a:solidFill>
              <a:srgbClr val="1F2933"/>
            </a:solidFill>
            <a:prstDash val="solid"/>
          </a:ln>
        </p:spPr>
        <p:txBody>
          <a:bodyPr/>
          <a:lstStyle/>
          <a:p>
            <a:endParaRPr lang="en-ZA"/>
          </a:p>
        </p:txBody>
      </p:sp>
      <p:sp>
        <p:nvSpPr>
          <p:cNvPr id="401" name="Shape 399"/>
          <p:cNvSpPr/>
          <p:nvPr/>
        </p:nvSpPr>
        <p:spPr>
          <a:xfrm>
            <a:off x="7717536" y="3767328"/>
            <a:ext cx="155448" cy="155448"/>
          </a:xfrm>
          <a:prstGeom prst="rect">
            <a:avLst/>
          </a:prstGeom>
          <a:solidFill>
            <a:srgbClr val="1F2933"/>
          </a:solidFill>
          <a:ln w="12700">
            <a:solidFill>
              <a:srgbClr val="1F2933"/>
            </a:solidFill>
            <a:prstDash val="solid"/>
          </a:ln>
        </p:spPr>
        <p:txBody>
          <a:bodyPr/>
          <a:lstStyle/>
          <a:p>
            <a:endParaRPr lang="en-ZA"/>
          </a:p>
        </p:txBody>
      </p:sp>
      <p:sp>
        <p:nvSpPr>
          <p:cNvPr id="402" name="Shape 400"/>
          <p:cNvSpPr/>
          <p:nvPr/>
        </p:nvSpPr>
        <p:spPr>
          <a:xfrm>
            <a:off x="7891272" y="3767328"/>
            <a:ext cx="155448" cy="155448"/>
          </a:xfrm>
          <a:prstGeom prst="rect">
            <a:avLst/>
          </a:prstGeom>
          <a:solidFill>
            <a:srgbClr val="1F2933"/>
          </a:solidFill>
          <a:ln w="12700">
            <a:solidFill>
              <a:srgbClr val="1F2933"/>
            </a:solidFill>
            <a:prstDash val="solid"/>
          </a:ln>
        </p:spPr>
        <p:txBody>
          <a:bodyPr/>
          <a:lstStyle/>
          <a:p>
            <a:endParaRPr lang="en-ZA"/>
          </a:p>
        </p:txBody>
      </p:sp>
      <p:sp>
        <p:nvSpPr>
          <p:cNvPr id="403" name="Shape 401"/>
          <p:cNvSpPr/>
          <p:nvPr/>
        </p:nvSpPr>
        <p:spPr>
          <a:xfrm>
            <a:off x="8065008" y="3767328"/>
            <a:ext cx="155448" cy="155448"/>
          </a:xfrm>
          <a:prstGeom prst="rect">
            <a:avLst/>
          </a:prstGeom>
          <a:solidFill>
            <a:srgbClr val="1F2933"/>
          </a:solidFill>
          <a:ln w="12700">
            <a:solidFill>
              <a:srgbClr val="1F2933"/>
            </a:solidFill>
            <a:prstDash val="solid"/>
          </a:ln>
        </p:spPr>
        <p:txBody>
          <a:bodyPr/>
          <a:lstStyle/>
          <a:p>
            <a:endParaRPr lang="en-ZA"/>
          </a:p>
        </p:txBody>
      </p:sp>
      <p:sp>
        <p:nvSpPr>
          <p:cNvPr id="404" name="Shape 402"/>
          <p:cNvSpPr/>
          <p:nvPr/>
        </p:nvSpPr>
        <p:spPr>
          <a:xfrm>
            <a:off x="8238744" y="3767328"/>
            <a:ext cx="155448" cy="155448"/>
          </a:xfrm>
          <a:prstGeom prst="rect">
            <a:avLst/>
          </a:prstGeom>
          <a:solidFill>
            <a:srgbClr val="1F2933"/>
          </a:solidFill>
          <a:ln w="12700">
            <a:solidFill>
              <a:srgbClr val="1F2933"/>
            </a:solidFill>
            <a:prstDash val="solid"/>
          </a:ln>
        </p:spPr>
        <p:txBody>
          <a:bodyPr/>
          <a:lstStyle/>
          <a:p>
            <a:endParaRPr lang="en-ZA"/>
          </a:p>
        </p:txBody>
      </p:sp>
      <p:sp>
        <p:nvSpPr>
          <p:cNvPr id="405" name="Shape 403"/>
          <p:cNvSpPr/>
          <p:nvPr/>
        </p:nvSpPr>
        <p:spPr>
          <a:xfrm>
            <a:off x="8412480" y="3767328"/>
            <a:ext cx="155448" cy="155448"/>
          </a:xfrm>
          <a:prstGeom prst="rect">
            <a:avLst/>
          </a:prstGeom>
          <a:solidFill>
            <a:srgbClr val="1F2933"/>
          </a:solidFill>
          <a:ln w="12700">
            <a:solidFill>
              <a:srgbClr val="1F2933"/>
            </a:solidFill>
            <a:prstDash val="solid"/>
          </a:ln>
        </p:spPr>
        <p:txBody>
          <a:bodyPr/>
          <a:lstStyle/>
          <a:p>
            <a:endParaRPr lang="en-ZA"/>
          </a:p>
        </p:txBody>
      </p:sp>
      <p:sp>
        <p:nvSpPr>
          <p:cNvPr id="406" name="Shape 404"/>
          <p:cNvSpPr/>
          <p:nvPr/>
        </p:nvSpPr>
        <p:spPr>
          <a:xfrm>
            <a:off x="8586216" y="3767328"/>
            <a:ext cx="155448" cy="155448"/>
          </a:xfrm>
          <a:prstGeom prst="rect">
            <a:avLst/>
          </a:prstGeom>
          <a:solidFill>
            <a:srgbClr val="1F2933"/>
          </a:solidFill>
          <a:ln w="12700">
            <a:solidFill>
              <a:srgbClr val="1F2933"/>
            </a:solidFill>
            <a:prstDash val="solid"/>
          </a:ln>
        </p:spPr>
        <p:txBody>
          <a:bodyPr/>
          <a:lstStyle/>
          <a:p>
            <a:endParaRPr lang="en-ZA"/>
          </a:p>
        </p:txBody>
      </p:sp>
      <p:sp>
        <p:nvSpPr>
          <p:cNvPr id="407" name="Shape 405"/>
          <p:cNvSpPr/>
          <p:nvPr/>
        </p:nvSpPr>
        <p:spPr>
          <a:xfrm>
            <a:off x="8759952" y="3767328"/>
            <a:ext cx="155448" cy="155448"/>
          </a:xfrm>
          <a:prstGeom prst="rect">
            <a:avLst/>
          </a:prstGeom>
          <a:solidFill>
            <a:srgbClr val="2EA043"/>
          </a:solidFill>
          <a:ln w="12700">
            <a:solidFill>
              <a:srgbClr val="2EA043"/>
            </a:solidFill>
            <a:prstDash val="solid"/>
          </a:ln>
        </p:spPr>
        <p:txBody>
          <a:bodyPr/>
          <a:lstStyle/>
          <a:p>
            <a:endParaRPr lang="en-ZA"/>
          </a:p>
        </p:txBody>
      </p:sp>
      <p:sp>
        <p:nvSpPr>
          <p:cNvPr id="408" name="Shape 406"/>
          <p:cNvSpPr/>
          <p:nvPr/>
        </p:nvSpPr>
        <p:spPr>
          <a:xfrm>
            <a:off x="8933688" y="3767328"/>
            <a:ext cx="155448" cy="155448"/>
          </a:xfrm>
          <a:prstGeom prst="rect">
            <a:avLst/>
          </a:prstGeom>
          <a:solidFill>
            <a:srgbClr val="1F2933"/>
          </a:solidFill>
          <a:ln w="12700">
            <a:solidFill>
              <a:srgbClr val="1F2933"/>
            </a:solidFill>
            <a:prstDash val="solid"/>
          </a:ln>
        </p:spPr>
        <p:txBody>
          <a:bodyPr/>
          <a:lstStyle/>
          <a:p>
            <a:endParaRPr lang="en-ZA"/>
          </a:p>
        </p:txBody>
      </p:sp>
      <p:sp>
        <p:nvSpPr>
          <p:cNvPr id="409" name="Shape 407"/>
          <p:cNvSpPr/>
          <p:nvPr/>
        </p:nvSpPr>
        <p:spPr>
          <a:xfrm>
            <a:off x="9107424" y="3767328"/>
            <a:ext cx="155448" cy="155448"/>
          </a:xfrm>
          <a:prstGeom prst="rect">
            <a:avLst/>
          </a:prstGeom>
          <a:solidFill>
            <a:srgbClr val="1F2933"/>
          </a:solidFill>
          <a:ln w="12700">
            <a:solidFill>
              <a:srgbClr val="1F2933"/>
            </a:solidFill>
            <a:prstDash val="solid"/>
          </a:ln>
        </p:spPr>
        <p:txBody>
          <a:bodyPr/>
          <a:lstStyle/>
          <a:p>
            <a:endParaRPr lang="en-ZA"/>
          </a:p>
        </p:txBody>
      </p:sp>
      <p:sp>
        <p:nvSpPr>
          <p:cNvPr id="410" name="Shape 408"/>
          <p:cNvSpPr/>
          <p:nvPr/>
        </p:nvSpPr>
        <p:spPr>
          <a:xfrm>
            <a:off x="9281160" y="3767328"/>
            <a:ext cx="155448" cy="155448"/>
          </a:xfrm>
          <a:prstGeom prst="rect">
            <a:avLst/>
          </a:prstGeom>
          <a:solidFill>
            <a:srgbClr val="1F2933"/>
          </a:solidFill>
          <a:ln w="12700">
            <a:solidFill>
              <a:srgbClr val="1F2933"/>
            </a:solidFill>
            <a:prstDash val="solid"/>
          </a:ln>
        </p:spPr>
        <p:txBody>
          <a:bodyPr/>
          <a:lstStyle/>
          <a:p>
            <a:endParaRPr lang="en-ZA"/>
          </a:p>
        </p:txBody>
      </p:sp>
      <p:sp>
        <p:nvSpPr>
          <p:cNvPr id="411" name="Shape 409"/>
          <p:cNvSpPr/>
          <p:nvPr/>
        </p:nvSpPr>
        <p:spPr>
          <a:xfrm>
            <a:off x="9454896" y="3767328"/>
            <a:ext cx="155448" cy="155448"/>
          </a:xfrm>
          <a:prstGeom prst="rect">
            <a:avLst/>
          </a:prstGeom>
          <a:solidFill>
            <a:srgbClr val="3FB950"/>
          </a:solidFill>
          <a:ln w="12700">
            <a:solidFill>
              <a:srgbClr val="3FB950"/>
            </a:solidFill>
            <a:prstDash val="solid"/>
          </a:ln>
        </p:spPr>
        <p:txBody>
          <a:bodyPr/>
          <a:lstStyle/>
          <a:p>
            <a:endParaRPr lang="en-ZA"/>
          </a:p>
        </p:txBody>
      </p:sp>
      <p:sp>
        <p:nvSpPr>
          <p:cNvPr id="412" name="Shape 410"/>
          <p:cNvSpPr/>
          <p:nvPr/>
        </p:nvSpPr>
        <p:spPr>
          <a:xfrm>
            <a:off x="9628632" y="3767328"/>
            <a:ext cx="155448" cy="155448"/>
          </a:xfrm>
          <a:prstGeom prst="rect">
            <a:avLst/>
          </a:prstGeom>
          <a:solidFill>
            <a:srgbClr val="1F2933"/>
          </a:solidFill>
          <a:ln w="12700">
            <a:solidFill>
              <a:srgbClr val="1F2933"/>
            </a:solidFill>
            <a:prstDash val="solid"/>
          </a:ln>
        </p:spPr>
        <p:txBody>
          <a:bodyPr/>
          <a:lstStyle/>
          <a:p>
            <a:endParaRPr lang="en-ZA"/>
          </a:p>
        </p:txBody>
      </p:sp>
      <p:sp>
        <p:nvSpPr>
          <p:cNvPr id="413" name="Shape 411"/>
          <p:cNvSpPr/>
          <p:nvPr/>
        </p:nvSpPr>
        <p:spPr>
          <a:xfrm>
            <a:off x="9802368" y="3767328"/>
            <a:ext cx="155448" cy="155448"/>
          </a:xfrm>
          <a:prstGeom prst="rect">
            <a:avLst/>
          </a:prstGeom>
          <a:solidFill>
            <a:srgbClr val="1F2933"/>
          </a:solidFill>
          <a:ln w="12700">
            <a:solidFill>
              <a:srgbClr val="1F2933"/>
            </a:solidFill>
            <a:prstDash val="solid"/>
          </a:ln>
        </p:spPr>
        <p:txBody>
          <a:bodyPr/>
          <a:lstStyle/>
          <a:p>
            <a:endParaRPr lang="en-ZA"/>
          </a:p>
        </p:txBody>
      </p:sp>
      <p:sp>
        <p:nvSpPr>
          <p:cNvPr id="414" name="Shape 412"/>
          <p:cNvSpPr/>
          <p:nvPr/>
        </p:nvSpPr>
        <p:spPr>
          <a:xfrm>
            <a:off x="9976104" y="3767328"/>
            <a:ext cx="155448" cy="155448"/>
          </a:xfrm>
          <a:prstGeom prst="rect">
            <a:avLst/>
          </a:prstGeom>
          <a:solidFill>
            <a:srgbClr val="1F2933"/>
          </a:solidFill>
          <a:ln w="12700">
            <a:solidFill>
              <a:srgbClr val="1F2933"/>
            </a:solidFill>
            <a:prstDash val="solid"/>
          </a:ln>
        </p:spPr>
        <p:txBody>
          <a:bodyPr/>
          <a:lstStyle/>
          <a:p>
            <a:endParaRPr lang="en-ZA"/>
          </a:p>
        </p:txBody>
      </p:sp>
      <p:sp>
        <p:nvSpPr>
          <p:cNvPr id="415" name="Shape 413"/>
          <p:cNvSpPr/>
          <p:nvPr/>
        </p:nvSpPr>
        <p:spPr>
          <a:xfrm>
            <a:off x="10149840" y="3767328"/>
            <a:ext cx="155448" cy="155448"/>
          </a:xfrm>
          <a:prstGeom prst="rect">
            <a:avLst/>
          </a:prstGeom>
          <a:solidFill>
            <a:srgbClr val="2EA043"/>
          </a:solidFill>
          <a:ln w="12700">
            <a:solidFill>
              <a:srgbClr val="2EA043"/>
            </a:solidFill>
            <a:prstDash val="solid"/>
          </a:ln>
        </p:spPr>
        <p:txBody>
          <a:bodyPr/>
          <a:lstStyle/>
          <a:p>
            <a:endParaRPr lang="en-ZA"/>
          </a:p>
        </p:txBody>
      </p:sp>
      <p:sp>
        <p:nvSpPr>
          <p:cNvPr id="416" name="Shape 414"/>
          <p:cNvSpPr/>
          <p:nvPr/>
        </p:nvSpPr>
        <p:spPr>
          <a:xfrm>
            <a:off x="10323576" y="3767328"/>
            <a:ext cx="155448" cy="155448"/>
          </a:xfrm>
          <a:prstGeom prst="rect">
            <a:avLst/>
          </a:prstGeom>
          <a:solidFill>
            <a:srgbClr val="1F2933"/>
          </a:solidFill>
          <a:ln w="12700">
            <a:solidFill>
              <a:srgbClr val="1F2933"/>
            </a:solidFill>
            <a:prstDash val="solid"/>
          </a:ln>
        </p:spPr>
        <p:txBody>
          <a:bodyPr/>
          <a:lstStyle/>
          <a:p>
            <a:endParaRPr lang="en-ZA"/>
          </a:p>
        </p:txBody>
      </p:sp>
      <p:sp>
        <p:nvSpPr>
          <p:cNvPr id="417" name="Shape 415"/>
          <p:cNvSpPr/>
          <p:nvPr/>
        </p:nvSpPr>
        <p:spPr>
          <a:xfrm>
            <a:off x="10497312" y="3767328"/>
            <a:ext cx="155448" cy="155448"/>
          </a:xfrm>
          <a:prstGeom prst="rect">
            <a:avLst/>
          </a:prstGeom>
          <a:solidFill>
            <a:srgbClr val="1F2933"/>
          </a:solidFill>
          <a:ln w="12700">
            <a:solidFill>
              <a:srgbClr val="1F2933"/>
            </a:solidFill>
            <a:prstDash val="solid"/>
          </a:ln>
        </p:spPr>
        <p:txBody>
          <a:bodyPr/>
          <a:lstStyle/>
          <a:p>
            <a:endParaRPr lang="en-ZA"/>
          </a:p>
        </p:txBody>
      </p:sp>
      <p:sp>
        <p:nvSpPr>
          <p:cNvPr id="418" name="Shape 416"/>
          <p:cNvSpPr/>
          <p:nvPr/>
        </p:nvSpPr>
        <p:spPr>
          <a:xfrm>
            <a:off x="10671048" y="3767328"/>
            <a:ext cx="155448" cy="155448"/>
          </a:xfrm>
          <a:prstGeom prst="rect">
            <a:avLst/>
          </a:prstGeom>
          <a:solidFill>
            <a:srgbClr val="1F2933"/>
          </a:solidFill>
          <a:ln w="12700">
            <a:solidFill>
              <a:srgbClr val="1F2933"/>
            </a:solidFill>
            <a:prstDash val="solid"/>
          </a:ln>
        </p:spPr>
        <p:txBody>
          <a:bodyPr/>
          <a:lstStyle/>
          <a:p>
            <a:endParaRPr lang="en-ZA"/>
          </a:p>
        </p:txBody>
      </p:sp>
      <p:sp>
        <p:nvSpPr>
          <p:cNvPr id="419" name="Shape 417"/>
          <p:cNvSpPr/>
          <p:nvPr/>
        </p:nvSpPr>
        <p:spPr>
          <a:xfrm>
            <a:off x="10844784" y="3767328"/>
            <a:ext cx="155448" cy="155448"/>
          </a:xfrm>
          <a:prstGeom prst="rect">
            <a:avLst/>
          </a:prstGeom>
          <a:solidFill>
            <a:srgbClr val="1F2933"/>
          </a:solidFill>
          <a:ln w="12700">
            <a:solidFill>
              <a:srgbClr val="1F2933"/>
            </a:solidFill>
            <a:prstDash val="solid"/>
          </a:ln>
        </p:spPr>
        <p:txBody>
          <a:bodyPr/>
          <a:lstStyle/>
          <a:p>
            <a:endParaRPr lang="en-ZA"/>
          </a:p>
        </p:txBody>
      </p:sp>
      <p:sp>
        <p:nvSpPr>
          <p:cNvPr id="420" name="Shape 418"/>
          <p:cNvSpPr/>
          <p:nvPr/>
        </p:nvSpPr>
        <p:spPr>
          <a:xfrm>
            <a:off x="11018520" y="3767328"/>
            <a:ext cx="155448" cy="155448"/>
          </a:xfrm>
          <a:prstGeom prst="rect">
            <a:avLst/>
          </a:prstGeom>
          <a:solidFill>
            <a:srgbClr val="1F2933"/>
          </a:solidFill>
          <a:ln w="12700">
            <a:solidFill>
              <a:srgbClr val="1F2933"/>
            </a:solidFill>
            <a:prstDash val="solid"/>
          </a:ln>
        </p:spPr>
        <p:txBody>
          <a:bodyPr/>
          <a:lstStyle/>
          <a:p>
            <a:endParaRPr lang="en-ZA"/>
          </a:p>
        </p:txBody>
      </p:sp>
      <p:sp>
        <p:nvSpPr>
          <p:cNvPr id="421" name="Shape 419"/>
          <p:cNvSpPr/>
          <p:nvPr/>
        </p:nvSpPr>
        <p:spPr>
          <a:xfrm>
            <a:off x="11192256" y="3767328"/>
            <a:ext cx="155448" cy="155448"/>
          </a:xfrm>
          <a:prstGeom prst="rect">
            <a:avLst/>
          </a:prstGeom>
          <a:solidFill>
            <a:srgbClr val="1F2933"/>
          </a:solidFill>
          <a:ln w="12700">
            <a:solidFill>
              <a:srgbClr val="1F2933"/>
            </a:solidFill>
            <a:prstDash val="solid"/>
          </a:ln>
        </p:spPr>
        <p:txBody>
          <a:bodyPr/>
          <a:lstStyle/>
          <a:p>
            <a:endParaRPr lang="en-ZA"/>
          </a:p>
        </p:txBody>
      </p:sp>
      <p:sp>
        <p:nvSpPr>
          <p:cNvPr id="422" name="Shape 420"/>
          <p:cNvSpPr/>
          <p:nvPr/>
        </p:nvSpPr>
        <p:spPr>
          <a:xfrm>
            <a:off x="7543800" y="3941064"/>
            <a:ext cx="155448" cy="155448"/>
          </a:xfrm>
          <a:prstGeom prst="rect">
            <a:avLst/>
          </a:prstGeom>
          <a:solidFill>
            <a:srgbClr val="1F2933"/>
          </a:solidFill>
          <a:ln w="12700">
            <a:solidFill>
              <a:srgbClr val="1F2933"/>
            </a:solidFill>
            <a:prstDash val="solid"/>
          </a:ln>
        </p:spPr>
        <p:txBody>
          <a:bodyPr/>
          <a:lstStyle/>
          <a:p>
            <a:endParaRPr lang="en-ZA"/>
          </a:p>
        </p:txBody>
      </p:sp>
      <p:sp>
        <p:nvSpPr>
          <p:cNvPr id="423" name="Shape 421"/>
          <p:cNvSpPr/>
          <p:nvPr/>
        </p:nvSpPr>
        <p:spPr>
          <a:xfrm>
            <a:off x="7717536" y="3941064"/>
            <a:ext cx="155448" cy="155448"/>
          </a:xfrm>
          <a:prstGeom prst="rect">
            <a:avLst/>
          </a:prstGeom>
          <a:solidFill>
            <a:srgbClr val="1F2933"/>
          </a:solidFill>
          <a:ln w="12700">
            <a:solidFill>
              <a:srgbClr val="1F2933"/>
            </a:solidFill>
            <a:prstDash val="solid"/>
          </a:ln>
        </p:spPr>
        <p:txBody>
          <a:bodyPr/>
          <a:lstStyle/>
          <a:p>
            <a:endParaRPr lang="en-ZA"/>
          </a:p>
        </p:txBody>
      </p:sp>
      <p:sp>
        <p:nvSpPr>
          <p:cNvPr id="424" name="Shape 422"/>
          <p:cNvSpPr/>
          <p:nvPr/>
        </p:nvSpPr>
        <p:spPr>
          <a:xfrm>
            <a:off x="7891272" y="3941064"/>
            <a:ext cx="155448" cy="155448"/>
          </a:xfrm>
          <a:prstGeom prst="rect">
            <a:avLst/>
          </a:prstGeom>
          <a:solidFill>
            <a:srgbClr val="1F2933"/>
          </a:solidFill>
          <a:ln w="12700">
            <a:solidFill>
              <a:srgbClr val="1F2933"/>
            </a:solidFill>
            <a:prstDash val="solid"/>
          </a:ln>
        </p:spPr>
        <p:txBody>
          <a:bodyPr/>
          <a:lstStyle/>
          <a:p>
            <a:endParaRPr lang="en-ZA"/>
          </a:p>
        </p:txBody>
      </p:sp>
      <p:sp>
        <p:nvSpPr>
          <p:cNvPr id="425" name="Shape 423"/>
          <p:cNvSpPr/>
          <p:nvPr/>
        </p:nvSpPr>
        <p:spPr>
          <a:xfrm>
            <a:off x="8065008" y="3941064"/>
            <a:ext cx="155448" cy="155448"/>
          </a:xfrm>
          <a:prstGeom prst="rect">
            <a:avLst/>
          </a:prstGeom>
          <a:solidFill>
            <a:srgbClr val="1F2933"/>
          </a:solidFill>
          <a:ln w="12700">
            <a:solidFill>
              <a:srgbClr val="1F2933"/>
            </a:solidFill>
            <a:prstDash val="solid"/>
          </a:ln>
        </p:spPr>
        <p:txBody>
          <a:bodyPr/>
          <a:lstStyle/>
          <a:p>
            <a:endParaRPr lang="en-ZA"/>
          </a:p>
        </p:txBody>
      </p:sp>
      <p:sp>
        <p:nvSpPr>
          <p:cNvPr id="426" name="Shape 424"/>
          <p:cNvSpPr/>
          <p:nvPr/>
        </p:nvSpPr>
        <p:spPr>
          <a:xfrm>
            <a:off x="8238744" y="3941064"/>
            <a:ext cx="155448" cy="155448"/>
          </a:xfrm>
          <a:prstGeom prst="rect">
            <a:avLst/>
          </a:prstGeom>
          <a:solidFill>
            <a:srgbClr val="1F2933"/>
          </a:solidFill>
          <a:ln w="12700">
            <a:solidFill>
              <a:srgbClr val="1F2933"/>
            </a:solidFill>
            <a:prstDash val="solid"/>
          </a:ln>
        </p:spPr>
        <p:txBody>
          <a:bodyPr/>
          <a:lstStyle/>
          <a:p>
            <a:endParaRPr lang="en-ZA"/>
          </a:p>
        </p:txBody>
      </p:sp>
      <p:sp>
        <p:nvSpPr>
          <p:cNvPr id="427" name="Shape 425"/>
          <p:cNvSpPr/>
          <p:nvPr/>
        </p:nvSpPr>
        <p:spPr>
          <a:xfrm>
            <a:off x="8412480" y="3941064"/>
            <a:ext cx="155448" cy="155448"/>
          </a:xfrm>
          <a:prstGeom prst="rect">
            <a:avLst/>
          </a:prstGeom>
          <a:solidFill>
            <a:srgbClr val="30363D"/>
          </a:solidFill>
          <a:ln w="12700">
            <a:solidFill>
              <a:srgbClr val="30363D"/>
            </a:solidFill>
            <a:prstDash val="solid"/>
          </a:ln>
        </p:spPr>
        <p:txBody>
          <a:bodyPr/>
          <a:lstStyle/>
          <a:p>
            <a:endParaRPr lang="en-ZA"/>
          </a:p>
        </p:txBody>
      </p:sp>
      <p:sp>
        <p:nvSpPr>
          <p:cNvPr id="428" name="Shape 426"/>
          <p:cNvSpPr/>
          <p:nvPr/>
        </p:nvSpPr>
        <p:spPr>
          <a:xfrm>
            <a:off x="8586216" y="3941064"/>
            <a:ext cx="155448" cy="155448"/>
          </a:xfrm>
          <a:prstGeom prst="rect">
            <a:avLst/>
          </a:prstGeom>
          <a:solidFill>
            <a:srgbClr val="1F2933"/>
          </a:solidFill>
          <a:ln w="12700">
            <a:solidFill>
              <a:srgbClr val="1F2933"/>
            </a:solidFill>
            <a:prstDash val="solid"/>
          </a:ln>
        </p:spPr>
        <p:txBody>
          <a:bodyPr/>
          <a:lstStyle/>
          <a:p>
            <a:endParaRPr lang="en-ZA"/>
          </a:p>
        </p:txBody>
      </p:sp>
      <p:sp>
        <p:nvSpPr>
          <p:cNvPr id="429" name="Shape 427"/>
          <p:cNvSpPr/>
          <p:nvPr/>
        </p:nvSpPr>
        <p:spPr>
          <a:xfrm>
            <a:off x="8759952" y="3941064"/>
            <a:ext cx="155448" cy="155448"/>
          </a:xfrm>
          <a:prstGeom prst="rect">
            <a:avLst/>
          </a:prstGeom>
          <a:solidFill>
            <a:srgbClr val="2EA043"/>
          </a:solidFill>
          <a:ln w="12700">
            <a:solidFill>
              <a:srgbClr val="2EA043"/>
            </a:solidFill>
            <a:prstDash val="solid"/>
          </a:ln>
        </p:spPr>
        <p:txBody>
          <a:bodyPr/>
          <a:lstStyle/>
          <a:p>
            <a:endParaRPr lang="en-ZA"/>
          </a:p>
        </p:txBody>
      </p:sp>
      <p:sp>
        <p:nvSpPr>
          <p:cNvPr id="430" name="Shape 428"/>
          <p:cNvSpPr/>
          <p:nvPr/>
        </p:nvSpPr>
        <p:spPr>
          <a:xfrm>
            <a:off x="8933688" y="3941064"/>
            <a:ext cx="155448" cy="155448"/>
          </a:xfrm>
          <a:prstGeom prst="rect">
            <a:avLst/>
          </a:prstGeom>
          <a:solidFill>
            <a:srgbClr val="1F2933"/>
          </a:solidFill>
          <a:ln w="12700">
            <a:solidFill>
              <a:srgbClr val="1F2933"/>
            </a:solidFill>
            <a:prstDash val="solid"/>
          </a:ln>
        </p:spPr>
        <p:txBody>
          <a:bodyPr/>
          <a:lstStyle/>
          <a:p>
            <a:endParaRPr lang="en-ZA"/>
          </a:p>
        </p:txBody>
      </p:sp>
      <p:sp>
        <p:nvSpPr>
          <p:cNvPr id="431" name="Shape 429"/>
          <p:cNvSpPr/>
          <p:nvPr/>
        </p:nvSpPr>
        <p:spPr>
          <a:xfrm>
            <a:off x="9107424" y="3941064"/>
            <a:ext cx="155448" cy="155448"/>
          </a:xfrm>
          <a:prstGeom prst="rect">
            <a:avLst/>
          </a:prstGeom>
          <a:solidFill>
            <a:srgbClr val="1F2933"/>
          </a:solidFill>
          <a:ln w="12700">
            <a:solidFill>
              <a:srgbClr val="1F2933"/>
            </a:solidFill>
            <a:prstDash val="solid"/>
          </a:ln>
        </p:spPr>
        <p:txBody>
          <a:bodyPr/>
          <a:lstStyle/>
          <a:p>
            <a:endParaRPr lang="en-ZA"/>
          </a:p>
        </p:txBody>
      </p:sp>
      <p:sp>
        <p:nvSpPr>
          <p:cNvPr id="432" name="Shape 430"/>
          <p:cNvSpPr/>
          <p:nvPr/>
        </p:nvSpPr>
        <p:spPr>
          <a:xfrm>
            <a:off x="9281160" y="3941064"/>
            <a:ext cx="155448" cy="155448"/>
          </a:xfrm>
          <a:prstGeom prst="rect">
            <a:avLst/>
          </a:prstGeom>
          <a:solidFill>
            <a:srgbClr val="1F2933"/>
          </a:solidFill>
          <a:ln w="12700">
            <a:solidFill>
              <a:srgbClr val="1F2933"/>
            </a:solidFill>
            <a:prstDash val="solid"/>
          </a:ln>
        </p:spPr>
        <p:txBody>
          <a:bodyPr/>
          <a:lstStyle/>
          <a:p>
            <a:endParaRPr lang="en-ZA"/>
          </a:p>
        </p:txBody>
      </p:sp>
      <p:sp>
        <p:nvSpPr>
          <p:cNvPr id="433" name="Shape 431"/>
          <p:cNvSpPr/>
          <p:nvPr/>
        </p:nvSpPr>
        <p:spPr>
          <a:xfrm>
            <a:off x="9454896" y="3941064"/>
            <a:ext cx="155448" cy="155448"/>
          </a:xfrm>
          <a:prstGeom prst="rect">
            <a:avLst/>
          </a:prstGeom>
          <a:solidFill>
            <a:srgbClr val="3FB950"/>
          </a:solidFill>
          <a:ln w="12700">
            <a:solidFill>
              <a:srgbClr val="3FB950"/>
            </a:solidFill>
            <a:prstDash val="solid"/>
          </a:ln>
        </p:spPr>
        <p:txBody>
          <a:bodyPr/>
          <a:lstStyle/>
          <a:p>
            <a:endParaRPr lang="en-ZA"/>
          </a:p>
        </p:txBody>
      </p:sp>
      <p:sp>
        <p:nvSpPr>
          <p:cNvPr id="434" name="Shape 432"/>
          <p:cNvSpPr/>
          <p:nvPr/>
        </p:nvSpPr>
        <p:spPr>
          <a:xfrm>
            <a:off x="9628632" y="3941064"/>
            <a:ext cx="155448" cy="155448"/>
          </a:xfrm>
          <a:prstGeom prst="rect">
            <a:avLst/>
          </a:prstGeom>
          <a:solidFill>
            <a:srgbClr val="1F2933"/>
          </a:solidFill>
          <a:ln w="12700">
            <a:solidFill>
              <a:srgbClr val="1F2933"/>
            </a:solidFill>
            <a:prstDash val="solid"/>
          </a:ln>
        </p:spPr>
        <p:txBody>
          <a:bodyPr/>
          <a:lstStyle/>
          <a:p>
            <a:endParaRPr lang="en-ZA"/>
          </a:p>
        </p:txBody>
      </p:sp>
      <p:sp>
        <p:nvSpPr>
          <p:cNvPr id="435" name="Shape 433"/>
          <p:cNvSpPr/>
          <p:nvPr/>
        </p:nvSpPr>
        <p:spPr>
          <a:xfrm>
            <a:off x="9802368" y="3941064"/>
            <a:ext cx="155448" cy="155448"/>
          </a:xfrm>
          <a:prstGeom prst="rect">
            <a:avLst/>
          </a:prstGeom>
          <a:solidFill>
            <a:srgbClr val="1F2933"/>
          </a:solidFill>
          <a:ln w="12700">
            <a:solidFill>
              <a:srgbClr val="1F2933"/>
            </a:solidFill>
            <a:prstDash val="solid"/>
          </a:ln>
        </p:spPr>
        <p:txBody>
          <a:bodyPr/>
          <a:lstStyle/>
          <a:p>
            <a:endParaRPr lang="en-ZA"/>
          </a:p>
        </p:txBody>
      </p:sp>
      <p:sp>
        <p:nvSpPr>
          <p:cNvPr id="436" name="Shape 434"/>
          <p:cNvSpPr/>
          <p:nvPr/>
        </p:nvSpPr>
        <p:spPr>
          <a:xfrm>
            <a:off x="9976104" y="3941064"/>
            <a:ext cx="155448" cy="155448"/>
          </a:xfrm>
          <a:prstGeom prst="rect">
            <a:avLst/>
          </a:prstGeom>
          <a:solidFill>
            <a:srgbClr val="30363D"/>
          </a:solidFill>
          <a:ln w="12700">
            <a:solidFill>
              <a:srgbClr val="30363D"/>
            </a:solidFill>
            <a:prstDash val="solid"/>
          </a:ln>
        </p:spPr>
        <p:txBody>
          <a:bodyPr/>
          <a:lstStyle/>
          <a:p>
            <a:endParaRPr lang="en-ZA"/>
          </a:p>
        </p:txBody>
      </p:sp>
      <p:sp>
        <p:nvSpPr>
          <p:cNvPr id="437" name="Shape 435"/>
          <p:cNvSpPr/>
          <p:nvPr/>
        </p:nvSpPr>
        <p:spPr>
          <a:xfrm>
            <a:off x="10149840" y="3941064"/>
            <a:ext cx="155448" cy="155448"/>
          </a:xfrm>
          <a:prstGeom prst="rect">
            <a:avLst/>
          </a:prstGeom>
          <a:solidFill>
            <a:srgbClr val="1F2933"/>
          </a:solidFill>
          <a:ln w="12700">
            <a:solidFill>
              <a:srgbClr val="1F2933"/>
            </a:solidFill>
            <a:prstDash val="solid"/>
          </a:ln>
        </p:spPr>
        <p:txBody>
          <a:bodyPr/>
          <a:lstStyle/>
          <a:p>
            <a:endParaRPr lang="en-ZA"/>
          </a:p>
        </p:txBody>
      </p:sp>
      <p:sp>
        <p:nvSpPr>
          <p:cNvPr id="438" name="Shape 436"/>
          <p:cNvSpPr/>
          <p:nvPr/>
        </p:nvSpPr>
        <p:spPr>
          <a:xfrm>
            <a:off x="10323576" y="3941064"/>
            <a:ext cx="155448" cy="155448"/>
          </a:xfrm>
          <a:prstGeom prst="rect">
            <a:avLst/>
          </a:prstGeom>
          <a:solidFill>
            <a:srgbClr val="30363D"/>
          </a:solidFill>
          <a:ln w="12700">
            <a:solidFill>
              <a:srgbClr val="30363D"/>
            </a:solidFill>
            <a:prstDash val="solid"/>
          </a:ln>
        </p:spPr>
        <p:txBody>
          <a:bodyPr/>
          <a:lstStyle/>
          <a:p>
            <a:endParaRPr lang="en-ZA"/>
          </a:p>
        </p:txBody>
      </p:sp>
      <p:sp>
        <p:nvSpPr>
          <p:cNvPr id="439" name="Shape 437"/>
          <p:cNvSpPr/>
          <p:nvPr/>
        </p:nvSpPr>
        <p:spPr>
          <a:xfrm>
            <a:off x="10497312" y="3941064"/>
            <a:ext cx="155448" cy="155448"/>
          </a:xfrm>
          <a:prstGeom prst="rect">
            <a:avLst/>
          </a:prstGeom>
          <a:solidFill>
            <a:srgbClr val="1F2933"/>
          </a:solidFill>
          <a:ln w="12700">
            <a:solidFill>
              <a:srgbClr val="1F2933"/>
            </a:solidFill>
            <a:prstDash val="solid"/>
          </a:ln>
        </p:spPr>
        <p:txBody>
          <a:bodyPr/>
          <a:lstStyle/>
          <a:p>
            <a:endParaRPr lang="en-ZA"/>
          </a:p>
        </p:txBody>
      </p:sp>
      <p:sp>
        <p:nvSpPr>
          <p:cNvPr id="440" name="Shape 438"/>
          <p:cNvSpPr/>
          <p:nvPr/>
        </p:nvSpPr>
        <p:spPr>
          <a:xfrm>
            <a:off x="10671048" y="3941064"/>
            <a:ext cx="155448" cy="155448"/>
          </a:xfrm>
          <a:prstGeom prst="rect">
            <a:avLst/>
          </a:prstGeom>
          <a:solidFill>
            <a:srgbClr val="1F2933"/>
          </a:solidFill>
          <a:ln w="12700">
            <a:solidFill>
              <a:srgbClr val="1F2933"/>
            </a:solidFill>
            <a:prstDash val="solid"/>
          </a:ln>
        </p:spPr>
        <p:txBody>
          <a:bodyPr/>
          <a:lstStyle/>
          <a:p>
            <a:endParaRPr lang="en-ZA"/>
          </a:p>
        </p:txBody>
      </p:sp>
      <p:sp>
        <p:nvSpPr>
          <p:cNvPr id="441" name="Shape 439"/>
          <p:cNvSpPr/>
          <p:nvPr/>
        </p:nvSpPr>
        <p:spPr>
          <a:xfrm>
            <a:off x="10844784" y="3941064"/>
            <a:ext cx="155448" cy="155448"/>
          </a:xfrm>
          <a:prstGeom prst="rect">
            <a:avLst/>
          </a:prstGeom>
          <a:solidFill>
            <a:srgbClr val="1F2933"/>
          </a:solidFill>
          <a:ln w="12700">
            <a:solidFill>
              <a:srgbClr val="1F2933"/>
            </a:solidFill>
            <a:prstDash val="solid"/>
          </a:ln>
        </p:spPr>
        <p:txBody>
          <a:bodyPr/>
          <a:lstStyle/>
          <a:p>
            <a:endParaRPr lang="en-ZA"/>
          </a:p>
        </p:txBody>
      </p:sp>
      <p:sp>
        <p:nvSpPr>
          <p:cNvPr id="442" name="Shape 440"/>
          <p:cNvSpPr/>
          <p:nvPr/>
        </p:nvSpPr>
        <p:spPr>
          <a:xfrm>
            <a:off x="11018520" y="3941064"/>
            <a:ext cx="155448" cy="155448"/>
          </a:xfrm>
          <a:prstGeom prst="rect">
            <a:avLst/>
          </a:prstGeom>
          <a:solidFill>
            <a:srgbClr val="1F2933"/>
          </a:solidFill>
          <a:ln w="12700">
            <a:solidFill>
              <a:srgbClr val="1F2933"/>
            </a:solidFill>
            <a:prstDash val="solid"/>
          </a:ln>
        </p:spPr>
        <p:txBody>
          <a:bodyPr/>
          <a:lstStyle/>
          <a:p>
            <a:endParaRPr lang="en-ZA"/>
          </a:p>
        </p:txBody>
      </p:sp>
      <p:sp>
        <p:nvSpPr>
          <p:cNvPr id="443" name="Shape 441"/>
          <p:cNvSpPr/>
          <p:nvPr/>
        </p:nvSpPr>
        <p:spPr>
          <a:xfrm>
            <a:off x="11192256" y="3941064"/>
            <a:ext cx="155448" cy="155448"/>
          </a:xfrm>
          <a:prstGeom prst="rect">
            <a:avLst/>
          </a:prstGeom>
          <a:solidFill>
            <a:srgbClr val="1F2933"/>
          </a:solidFill>
          <a:ln w="12700">
            <a:solidFill>
              <a:srgbClr val="1F2933"/>
            </a:solidFill>
            <a:prstDash val="solid"/>
          </a:ln>
        </p:spPr>
        <p:txBody>
          <a:bodyPr/>
          <a:lstStyle/>
          <a:p>
            <a:endParaRPr lang="en-ZA"/>
          </a:p>
        </p:txBody>
      </p:sp>
      <p:sp>
        <p:nvSpPr>
          <p:cNvPr id="444" name="Shape 442"/>
          <p:cNvSpPr/>
          <p:nvPr/>
        </p:nvSpPr>
        <p:spPr>
          <a:xfrm>
            <a:off x="7543800" y="4114800"/>
            <a:ext cx="155448" cy="155448"/>
          </a:xfrm>
          <a:prstGeom prst="rect">
            <a:avLst/>
          </a:prstGeom>
          <a:solidFill>
            <a:srgbClr val="1F2933"/>
          </a:solidFill>
          <a:ln w="12700">
            <a:solidFill>
              <a:srgbClr val="1F2933"/>
            </a:solidFill>
            <a:prstDash val="solid"/>
          </a:ln>
        </p:spPr>
        <p:txBody>
          <a:bodyPr/>
          <a:lstStyle/>
          <a:p>
            <a:endParaRPr lang="en-ZA"/>
          </a:p>
        </p:txBody>
      </p:sp>
      <p:sp>
        <p:nvSpPr>
          <p:cNvPr id="445" name="Shape 443"/>
          <p:cNvSpPr/>
          <p:nvPr/>
        </p:nvSpPr>
        <p:spPr>
          <a:xfrm>
            <a:off x="7717536" y="4114800"/>
            <a:ext cx="155448" cy="155448"/>
          </a:xfrm>
          <a:prstGeom prst="rect">
            <a:avLst/>
          </a:prstGeom>
          <a:solidFill>
            <a:srgbClr val="1F2933"/>
          </a:solidFill>
          <a:ln w="12700">
            <a:solidFill>
              <a:srgbClr val="1F2933"/>
            </a:solidFill>
            <a:prstDash val="solid"/>
          </a:ln>
        </p:spPr>
        <p:txBody>
          <a:bodyPr/>
          <a:lstStyle/>
          <a:p>
            <a:endParaRPr lang="en-ZA"/>
          </a:p>
        </p:txBody>
      </p:sp>
      <p:sp>
        <p:nvSpPr>
          <p:cNvPr id="446" name="Shape 444"/>
          <p:cNvSpPr/>
          <p:nvPr/>
        </p:nvSpPr>
        <p:spPr>
          <a:xfrm>
            <a:off x="7891272" y="4114800"/>
            <a:ext cx="155448" cy="155448"/>
          </a:xfrm>
          <a:prstGeom prst="rect">
            <a:avLst/>
          </a:prstGeom>
          <a:solidFill>
            <a:srgbClr val="1F2933"/>
          </a:solidFill>
          <a:ln w="12700">
            <a:solidFill>
              <a:srgbClr val="1F2933"/>
            </a:solidFill>
            <a:prstDash val="solid"/>
          </a:ln>
        </p:spPr>
        <p:txBody>
          <a:bodyPr/>
          <a:lstStyle/>
          <a:p>
            <a:endParaRPr lang="en-ZA"/>
          </a:p>
        </p:txBody>
      </p:sp>
      <p:sp>
        <p:nvSpPr>
          <p:cNvPr id="447" name="Shape 445"/>
          <p:cNvSpPr/>
          <p:nvPr/>
        </p:nvSpPr>
        <p:spPr>
          <a:xfrm>
            <a:off x="8065008" y="4114800"/>
            <a:ext cx="155448" cy="155448"/>
          </a:xfrm>
          <a:prstGeom prst="rect">
            <a:avLst/>
          </a:prstGeom>
          <a:solidFill>
            <a:srgbClr val="1F2933"/>
          </a:solidFill>
          <a:ln w="12700">
            <a:solidFill>
              <a:srgbClr val="1F2933"/>
            </a:solidFill>
            <a:prstDash val="solid"/>
          </a:ln>
        </p:spPr>
        <p:txBody>
          <a:bodyPr/>
          <a:lstStyle/>
          <a:p>
            <a:endParaRPr lang="en-ZA"/>
          </a:p>
        </p:txBody>
      </p:sp>
      <p:sp>
        <p:nvSpPr>
          <p:cNvPr id="448" name="Shape 446"/>
          <p:cNvSpPr/>
          <p:nvPr/>
        </p:nvSpPr>
        <p:spPr>
          <a:xfrm>
            <a:off x="8238744" y="4114800"/>
            <a:ext cx="155448" cy="155448"/>
          </a:xfrm>
          <a:prstGeom prst="rect">
            <a:avLst/>
          </a:prstGeom>
          <a:solidFill>
            <a:srgbClr val="1F2933"/>
          </a:solidFill>
          <a:ln w="12700">
            <a:solidFill>
              <a:srgbClr val="1F2933"/>
            </a:solidFill>
            <a:prstDash val="solid"/>
          </a:ln>
        </p:spPr>
        <p:txBody>
          <a:bodyPr/>
          <a:lstStyle/>
          <a:p>
            <a:endParaRPr lang="en-ZA"/>
          </a:p>
        </p:txBody>
      </p:sp>
      <p:sp>
        <p:nvSpPr>
          <p:cNvPr id="449" name="Shape 447"/>
          <p:cNvSpPr/>
          <p:nvPr/>
        </p:nvSpPr>
        <p:spPr>
          <a:xfrm>
            <a:off x="8412480" y="4114800"/>
            <a:ext cx="155448" cy="155448"/>
          </a:xfrm>
          <a:prstGeom prst="rect">
            <a:avLst/>
          </a:prstGeom>
          <a:solidFill>
            <a:srgbClr val="1F2933"/>
          </a:solidFill>
          <a:ln w="12700">
            <a:solidFill>
              <a:srgbClr val="1F2933"/>
            </a:solidFill>
            <a:prstDash val="solid"/>
          </a:ln>
        </p:spPr>
        <p:txBody>
          <a:bodyPr/>
          <a:lstStyle/>
          <a:p>
            <a:endParaRPr lang="en-ZA"/>
          </a:p>
        </p:txBody>
      </p:sp>
      <p:sp>
        <p:nvSpPr>
          <p:cNvPr id="450" name="Shape 448"/>
          <p:cNvSpPr/>
          <p:nvPr/>
        </p:nvSpPr>
        <p:spPr>
          <a:xfrm>
            <a:off x="8586216" y="4114800"/>
            <a:ext cx="155448" cy="155448"/>
          </a:xfrm>
          <a:prstGeom prst="rect">
            <a:avLst/>
          </a:prstGeom>
          <a:solidFill>
            <a:srgbClr val="1F2933"/>
          </a:solidFill>
          <a:ln w="12700">
            <a:solidFill>
              <a:srgbClr val="1F2933"/>
            </a:solidFill>
            <a:prstDash val="solid"/>
          </a:ln>
        </p:spPr>
        <p:txBody>
          <a:bodyPr/>
          <a:lstStyle/>
          <a:p>
            <a:endParaRPr lang="en-ZA"/>
          </a:p>
        </p:txBody>
      </p:sp>
      <p:sp>
        <p:nvSpPr>
          <p:cNvPr id="451" name="Shape 449"/>
          <p:cNvSpPr/>
          <p:nvPr/>
        </p:nvSpPr>
        <p:spPr>
          <a:xfrm>
            <a:off x="8759952" y="4114800"/>
            <a:ext cx="155448" cy="155448"/>
          </a:xfrm>
          <a:prstGeom prst="rect">
            <a:avLst/>
          </a:prstGeom>
          <a:solidFill>
            <a:srgbClr val="2EA043"/>
          </a:solidFill>
          <a:ln w="12700">
            <a:solidFill>
              <a:srgbClr val="2EA043"/>
            </a:solidFill>
            <a:prstDash val="solid"/>
          </a:ln>
        </p:spPr>
        <p:txBody>
          <a:bodyPr/>
          <a:lstStyle/>
          <a:p>
            <a:endParaRPr lang="en-ZA"/>
          </a:p>
        </p:txBody>
      </p:sp>
      <p:sp>
        <p:nvSpPr>
          <p:cNvPr id="452" name="Shape 450"/>
          <p:cNvSpPr/>
          <p:nvPr/>
        </p:nvSpPr>
        <p:spPr>
          <a:xfrm>
            <a:off x="8933688" y="4114800"/>
            <a:ext cx="155448" cy="155448"/>
          </a:xfrm>
          <a:prstGeom prst="rect">
            <a:avLst/>
          </a:prstGeom>
          <a:solidFill>
            <a:srgbClr val="1F2933"/>
          </a:solidFill>
          <a:ln w="12700">
            <a:solidFill>
              <a:srgbClr val="1F2933"/>
            </a:solidFill>
            <a:prstDash val="solid"/>
          </a:ln>
        </p:spPr>
        <p:txBody>
          <a:bodyPr/>
          <a:lstStyle/>
          <a:p>
            <a:endParaRPr lang="en-ZA"/>
          </a:p>
        </p:txBody>
      </p:sp>
      <p:sp>
        <p:nvSpPr>
          <p:cNvPr id="453" name="Shape 451"/>
          <p:cNvSpPr/>
          <p:nvPr/>
        </p:nvSpPr>
        <p:spPr>
          <a:xfrm>
            <a:off x="9107424" y="4114800"/>
            <a:ext cx="155448" cy="155448"/>
          </a:xfrm>
          <a:prstGeom prst="rect">
            <a:avLst/>
          </a:prstGeom>
          <a:solidFill>
            <a:srgbClr val="1F2933"/>
          </a:solidFill>
          <a:ln w="12700">
            <a:solidFill>
              <a:srgbClr val="1F2933"/>
            </a:solidFill>
            <a:prstDash val="solid"/>
          </a:ln>
        </p:spPr>
        <p:txBody>
          <a:bodyPr/>
          <a:lstStyle/>
          <a:p>
            <a:endParaRPr lang="en-ZA"/>
          </a:p>
        </p:txBody>
      </p:sp>
      <p:sp>
        <p:nvSpPr>
          <p:cNvPr id="454" name="Shape 452"/>
          <p:cNvSpPr/>
          <p:nvPr/>
        </p:nvSpPr>
        <p:spPr>
          <a:xfrm>
            <a:off x="9281160" y="4114800"/>
            <a:ext cx="155448" cy="155448"/>
          </a:xfrm>
          <a:prstGeom prst="rect">
            <a:avLst/>
          </a:prstGeom>
          <a:solidFill>
            <a:srgbClr val="1F2933"/>
          </a:solidFill>
          <a:ln w="12700">
            <a:solidFill>
              <a:srgbClr val="1F2933"/>
            </a:solidFill>
            <a:prstDash val="solid"/>
          </a:ln>
        </p:spPr>
        <p:txBody>
          <a:bodyPr/>
          <a:lstStyle/>
          <a:p>
            <a:endParaRPr lang="en-ZA"/>
          </a:p>
        </p:txBody>
      </p:sp>
      <p:sp>
        <p:nvSpPr>
          <p:cNvPr id="455" name="Shape 453"/>
          <p:cNvSpPr/>
          <p:nvPr/>
        </p:nvSpPr>
        <p:spPr>
          <a:xfrm>
            <a:off x="9454896" y="4114800"/>
            <a:ext cx="155448" cy="155448"/>
          </a:xfrm>
          <a:prstGeom prst="rect">
            <a:avLst/>
          </a:prstGeom>
          <a:solidFill>
            <a:srgbClr val="3FB950"/>
          </a:solidFill>
          <a:ln w="12700">
            <a:solidFill>
              <a:srgbClr val="3FB950"/>
            </a:solidFill>
            <a:prstDash val="solid"/>
          </a:ln>
        </p:spPr>
        <p:txBody>
          <a:bodyPr/>
          <a:lstStyle/>
          <a:p>
            <a:endParaRPr lang="en-ZA"/>
          </a:p>
        </p:txBody>
      </p:sp>
      <p:sp>
        <p:nvSpPr>
          <p:cNvPr id="456" name="Shape 454"/>
          <p:cNvSpPr/>
          <p:nvPr/>
        </p:nvSpPr>
        <p:spPr>
          <a:xfrm>
            <a:off x="9628632" y="4114800"/>
            <a:ext cx="155448" cy="155448"/>
          </a:xfrm>
          <a:prstGeom prst="rect">
            <a:avLst/>
          </a:prstGeom>
          <a:solidFill>
            <a:srgbClr val="1F2933"/>
          </a:solidFill>
          <a:ln w="12700">
            <a:solidFill>
              <a:srgbClr val="1F2933"/>
            </a:solidFill>
            <a:prstDash val="solid"/>
          </a:ln>
        </p:spPr>
        <p:txBody>
          <a:bodyPr/>
          <a:lstStyle/>
          <a:p>
            <a:endParaRPr lang="en-ZA"/>
          </a:p>
        </p:txBody>
      </p:sp>
      <p:sp>
        <p:nvSpPr>
          <p:cNvPr id="457" name="Shape 455"/>
          <p:cNvSpPr/>
          <p:nvPr/>
        </p:nvSpPr>
        <p:spPr>
          <a:xfrm>
            <a:off x="9802368" y="4114800"/>
            <a:ext cx="155448" cy="155448"/>
          </a:xfrm>
          <a:prstGeom prst="rect">
            <a:avLst/>
          </a:prstGeom>
          <a:solidFill>
            <a:srgbClr val="1F2933"/>
          </a:solidFill>
          <a:ln w="12700">
            <a:solidFill>
              <a:srgbClr val="1F2933"/>
            </a:solidFill>
            <a:prstDash val="solid"/>
          </a:ln>
        </p:spPr>
        <p:txBody>
          <a:bodyPr/>
          <a:lstStyle/>
          <a:p>
            <a:endParaRPr lang="en-ZA"/>
          </a:p>
        </p:txBody>
      </p:sp>
      <p:sp>
        <p:nvSpPr>
          <p:cNvPr id="458" name="Shape 456"/>
          <p:cNvSpPr/>
          <p:nvPr/>
        </p:nvSpPr>
        <p:spPr>
          <a:xfrm>
            <a:off x="9976104" y="4114800"/>
            <a:ext cx="155448" cy="155448"/>
          </a:xfrm>
          <a:prstGeom prst="rect">
            <a:avLst/>
          </a:prstGeom>
          <a:solidFill>
            <a:srgbClr val="30363D"/>
          </a:solidFill>
          <a:ln w="12700">
            <a:solidFill>
              <a:srgbClr val="30363D"/>
            </a:solidFill>
            <a:prstDash val="solid"/>
          </a:ln>
        </p:spPr>
        <p:txBody>
          <a:bodyPr/>
          <a:lstStyle/>
          <a:p>
            <a:endParaRPr lang="en-ZA"/>
          </a:p>
        </p:txBody>
      </p:sp>
      <p:sp>
        <p:nvSpPr>
          <p:cNvPr id="459" name="Shape 457"/>
          <p:cNvSpPr/>
          <p:nvPr/>
        </p:nvSpPr>
        <p:spPr>
          <a:xfrm>
            <a:off x="10149840" y="4114800"/>
            <a:ext cx="155448" cy="155448"/>
          </a:xfrm>
          <a:prstGeom prst="rect">
            <a:avLst/>
          </a:prstGeom>
          <a:solidFill>
            <a:srgbClr val="1F2933"/>
          </a:solidFill>
          <a:ln w="12700">
            <a:solidFill>
              <a:srgbClr val="1F2933"/>
            </a:solidFill>
            <a:prstDash val="solid"/>
          </a:ln>
        </p:spPr>
        <p:txBody>
          <a:bodyPr/>
          <a:lstStyle/>
          <a:p>
            <a:endParaRPr lang="en-ZA"/>
          </a:p>
        </p:txBody>
      </p:sp>
      <p:sp>
        <p:nvSpPr>
          <p:cNvPr id="460" name="Shape 458"/>
          <p:cNvSpPr/>
          <p:nvPr/>
        </p:nvSpPr>
        <p:spPr>
          <a:xfrm>
            <a:off x="10323576" y="4114800"/>
            <a:ext cx="155448" cy="155448"/>
          </a:xfrm>
          <a:prstGeom prst="rect">
            <a:avLst/>
          </a:prstGeom>
          <a:solidFill>
            <a:srgbClr val="30363D"/>
          </a:solidFill>
          <a:ln w="12700">
            <a:solidFill>
              <a:srgbClr val="30363D"/>
            </a:solidFill>
            <a:prstDash val="solid"/>
          </a:ln>
        </p:spPr>
        <p:txBody>
          <a:bodyPr/>
          <a:lstStyle/>
          <a:p>
            <a:endParaRPr lang="en-ZA"/>
          </a:p>
        </p:txBody>
      </p:sp>
      <p:sp>
        <p:nvSpPr>
          <p:cNvPr id="461" name="Shape 459"/>
          <p:cNvSpPr/>
          <p:nvPr/>
        </p:nvSpPr>
        <p:spPr>
          <a:xfrm>
            <a:off x="10497312" y="4114800"/>
            <a:ext cx="155448" cy="155448"/>
          </a:xfrm>
          <a:prstGeom prst="rect">
            <a:avLst/>
          </a:prstGeom>
          <a:solidFill>
            <a:srgbClr val="1F2933"/>
          </a:solidFill>
          <a:ln w="12700">
            <a:solidFill>
              <a:srgbClr val="1F2933"/>
            </a:solidFill>
            <a:prstDash val="solid"/>
          </a:ln>
        </p:spPr>
        <p:txBody>
          <a:bodyPr/>
          <a:lstStyle/>
          <a:p>
            <a:endParaRPr lang="en-ZA"/>
          </a:p>
        </p:txBody>
      </p:sp>
      <p:sp>
        <p:nvSpPr>
          <p:cNvPr id="462" name="Shape 460"/>
          <p:cNvSpPr/>
          <p:nvPr/>
        </p:nvSpPr>
        <p:spPr>
          <a:xfrm>
            <a:off x="10671048" y="4114800"/>
            <a:ext cx="155448" cy="155448"/>
          </a:xfrm>
          <a:prstGeom prst="rect">
            <a:avLst/>
          </a:prstGeom>
          <a:solidFill>
            <a:srgbClr val="1F2933"/>
          </a:solidFill>
          <a:ln w="12700">
            <a:solidFill>
              <a:srgbClr val="1F2933"/>
            </a:solidFill>
            <a:prstDash val="solid"/>
          </a:ln>
        </p:spPr>
        <p:txBody>
          <a:bodyPr/>
          <a:lstStyle/>
          <a:p>
            <a:endParaRPr lang="en-ZA"/>
          </a:p>
        </p:txBody>
      </p:sp>
      <p:sp>
        <p:nvSpPr>
          <p:cNvPr id="463" name="Shape 461"/>
          <p:cNvSpPr/>
          <p:nvPr/>
        </p:nvSpPr>
        <p:spPr>
          <a:xfrm>
            <a:off x="10844784" y="4114800"/>
            <a:ext cx="155448" cy="155448"/>
          </a:xfrm>
          <a:prstGeom prst="rect">
            <a:avLst/>
          </a:prstGeom>
          <a:solidFill>
            <a:srgbClr val="1F2933"/>
          </a:solidFill>
          <a:ln w="12700">
            <a:solidFill>
              <a:srgbClr val="1F2933"/>
            </a:solidFill>
            <a:prstDash val="solid"/>
          </a:ln>
        </p:spPr>
        <p:txBody>
          <a:bodyPr/>
          <a:lstStyle/>
          <a:p>
            <a:endParaRPr lang="en-ZA"/>
          </a:p>
        </p:txBody>
      </p:sp>
      <p:sp>
        <p:nvSpPr>
          <p:cNvPr id="464" name="Shape 462"/>
          <p:cNvSpPr/>
          <p:nvPr/>
        </p:nvSpPr>
        <p:spPr>
          <a:xfrm>
            <a:off x="11018520" y="4114800"/>
            <a:ext cx="155448" cy="155448"/>
          </a:xfrm>
          <a:prstGeom prst="rect">
            <a:avLst/>
          </a:prstGeom>
          <a:solidFill>
            <a:srgbClr val="1F2933"/>
          </a:solidFill>
          <a:ln w="12700">
            <a:solidFill>
              <a:srgbClr val="1F2933"/>
            </a:solidFill>
            <a:prstDash val="solid"/>
          </a:ln>
        </p:spPr>
        <p:txBody>
          <a:bodyPr/>
          <a:lstStyle/>
          <a:p>
            <a:endParaRPr lang="en-ZA"/>
          </a:p>
        </p:txBody>
      </p:sp>
      <p:sp>
        <p:nvSpPr>
          <p:cNvPr id="465" name="Shape 463"/>
          <p:cNvSpPr/>
          <p:nvPr/>
        </p:nvSpPr>
        <p:spPr>
          <a:xfrm>
            <a:off x="11192256" y="4114800"/>
            <a:ext cx="155448" cy="155448"/>
          </a:xfrm>
          <a:prstGeom prst="rect">
            <a:avLst/>
          </a:prstGeom>
          <a:solidFill>
            <a:srgbClr val="1F2933"/>
          </a:solidFill>
          <a:ln w="12700">
            <a:solidFill>
              <a:srgbClr val="1F2933"/>
            </a:solidFill>
            <a:prstDash val="solid"/>
          </a:ln>
        </p:spPr>
        <p:txBody>
          <a:bodyPr/>
          <a:lstStyle/>
          <a:p>
            <a:endParaRPr lang="en-ZA"/>
          </a:p>
        </p:txBody>
      </p:sp>
      <p:sp>
        <p:nvSpPr>
          <p:cNvPr id="466" name="Shape 464"/>
          <p:cNvSpPr/>
          <p:nvPr/>
        </p:nvSpPr>
        <p:spPr>
          <a:xfrm>
            <a:off x="7543800" y="4288536"/>
            <a:ext cx="155448" cy="155448"/>
          </a:xfrm>
          <a:prstGeom prst="rect">
            <a:avLst/>
          </a:prstGeom>
          <a:solidFill>
            <a:srgbClr val="1F2933"/>
          </a:solidFill>
          <a:ln w="12700">
            <a:solidFill>
              <a:srgbClr val="1F2933"/>
            </a:solidFill>
            <a:prstDash val="solid"/>
          </a:ln>
        </p:spPr>
        <p:txBody>
          <a:bodyPr/>
          <a:lstStyle/>
          <a:p>
            <a:endParaRPr lang="en-ZA"/>
          </a:p>
        </p:txBody>
      </p:sp>
      <p:sp>
        <p:nvSpPr>
          <p:cNvPr id="467" name="Shape 465"/>
          <p:cNvSpPr/>
          <p:nvPr/>
        </p:nvSpPr>
        <p:spPr>
          <a:xfrm>
            <a:off x="7717536" y="4288536"/>
            <a:ext cx="155448" cy="155448"/>
          </a:xfrm>
          <a:prstGeom prst="rect">
            <a:avLst/>
          </a:prstGeom>
          <a:solidFill>
            <a:srgbClr val="1F2933"/>
          </a:solidFill>
          <a:ln w="12700">
            <a:solidFill>
              <a:srgbClr val="1F2933"/>
            </a:solidFill>
            <a:prstDash val="solid"/>
          </a:ln>
        </p:spPr>
        <p:txBody>
          <a:bodyPr/>
          <a:lstStyle/>
          <a:p>
            <a:endParaRPr lang="en-ZA"/>
          </a:p>
        </p:txBody>
      </p:sp>
      <p:sp>
        <p:nvSpPr>
          <p:cNvPr id="468" name="Shape 466"/>
          <p:cNvSpPr/>
          <p:nvPr/>
        </p:nvSpPr>
        <p:spPr>
          <a:xfrm>
            <a:off x="7891272" y="4288536"/>
            <a:ext cx="155448" cy="155448"/>
          </a:xfrm>
          <a:prstGeom prst="rect">
            <a:avLst/>
          </a:prstGeom>
          <a:solidFill>
            <a:srgbClr val="1F2933"/>
          </a:solidFill>
          <a:ln w="12700">
            <a:solidFill>
              <a:srgbClr val="1F2933"/>
            </a:solidFill>
            <a:prstDash val="solid"/>
          </a:ln>
        </p:spPr>
        <p:txBody>
          <a:bodyPr/>
          <a:lstStyle/>
          <a:p>
            <a:endParaRPr lang="en-ZA"/>
          </a:p>
        </p:txBody>
      </p:sp>
      <p:sp>
        <p:nvSpPr>
          <p:cNvPr id="469" name="Shape 467"/>
          <p:cNvSpPr/>
          <p:nvPr/>
        </p:nvSpPr>
        <p:spPr>
          <a:xfrm>
            <a:off x="8065008" y="4288536"/>
            <a:ext cx="155448" cy="155448"/>
          </a:xfrm>
          <a:prstGeom prst="rect">
            <a:avLst/>
          </a:prstGeom>
          <a:solidFill>
            <a:srgbClr val="1F2933"/>
          </a:solidFill>
          <a:ln w="12700">
            <a:solidFill>
              <a:srgbClr val="1F2933"/>
            </a:solidFill>
            <a:prstDash val="solid"/>
          </a:ln>
        </p:spPr>
        <p:txBody>
          <a:bodyPr/>
          <a:lstStyle/>
          <a:p>
            <a:endParaRPr lang="en-ZA"/>
          </a:p>
        </p:txBody>
      </p:sp>
      <p:sp>
        <p:nvSpPr>
          <p:cNvPr id="470" name="Shape 468"/>
          <p:cNvSpPr/>
          <p:nvPr/>
        </p:nvSpPr>
        <p:spPr>
          <a:xfrm>
            <a:off x="8238744" y="4288536"/>
            <a:ext cx="155448" cy="155448"/>
          </a:xfrm>
          <a:prstGeom prst="rect">
            <a:avLst/>
          </a:prstGeom>
          <a:solidFill>
            <a:srgbClr val="1F2933"/>
          </a:solidFill>
          <a:ln w="12700">
            <a:solidFill>
              <a:srgbClr val="1F2933"/>
            </a:solidFill>
            <a:prstDash val="solid"/>
          </a:ln>
        </p:spPr>
        <p:txBody>
          <a:bodyPr/>
          <a:lstStyle/>
          <a:p>
            <a:endParaRPr lang="en-ZA"/>
          </a:p>
        </p:txBody>
      </p:sp>
      <p:sp>
        <p:nvSpPr>
          <p:cNvPr id="471" name="Shape 469"/>
          <p:cNvSpPr/>
          <p:nvPr/>
        </p:nvSpPr>
        <p:spPr>
          <a:xfrm>
            <a:off x="8412480" y="4288536"/>
            <a:ext cx="155448" cy="155448"/>
          </a:xfrm>
          <a:prstGeom prst="rect">
            <a:avLst/>
          </a:prstGeom>
          <a:solidFill>
            <a:srgbClr val="1F2933"/>
          </a:solidFill>
          <a:ln w="12700">
            <a:solidFill>
              <a:srgbClr val="1F2933"/>
            </a:solidFill>
            <a:prstDash val="solid"/>
          </a:ln>
        </p:spPr>
        <p:txBody>
          <a:bodyPr/>
          <a:lstStyle/>
          <a:p>
            <a:endParaRPr lang="en-ZA"/>
          </a:p>
        </p:txBody>
      </p:sp>
      <p:sp>
        <p:nvSpPr>
          <p:cNvPr id="472" name="Shape 470"/>
          <p:cNvSpPr/>
          <p:nvPr/>
        </p:nvSpPr>
        <p:spPr>
          <a:xfrm>
            <a:off x="8586216" y="4288536"/>
            <a:ext cx="155448" cy="155448"/>
          </a:xfrm>
          <a:prstGeom prst="rect">
            <a:avLst/>
          </a:prstGeom>
          <a:solidFill>
            <a:srgbClr val="1F2933"/>
          </a:solidFill>
          <a:ln w="12700">
            <a:solidFill>
              <a:srgbClr val="1F2933"/>
            </a:solidFill>
            <a:prstDash val="solid"/>
          </a:ln>
        </p:spPr>
        <p:txBody>
          <a:bodyPr/>
          <a:lstStyle/>
          <a:p>
            <a:endParaRPr lang="en-ZA"/>
          </a:p>
        </p:txBody>
      </p:sp>
      <p:sp>
        <p:nvSpPr>
          <p:cNvPr id="473" name="Shape 471"/>
          <p:cNvSpPr/>
          <p:nvPr/>
        </p:nvSpPr>
        <p:spPr>
          <a:xfrm>
            <a:off x="8759952" y="4288536"/>
            <a:ext cx="155448" cy="155448"/>
          </a:xfrm>
          <a:prstGeom prst="rect">
            <a:avLst/>
          </a:prstGeom>
          <a:solidFill>
            <a:srgbClr val="2EA043"/>
          </a:solidFill>
          <a:ln w="12700">
            <a:solidFill>
              <a:srgbClr val="2EA043"/>
            </a:solidFill>
            <a:prstDash val="solid"/>
          </a:ln>
        </p:spPr>
        <p:txBody>
          <a:bodyPr/>
          <a:lstStyle/>
          <a:p>
            <a:endParaRPr lang="en-ZA"/>
          </a:p>
        </p:txBody>
      </p:sp>
      <p:sp>
        <p:nvSpPr>
          <p:cNvPr id="474" name="Shape 472"/>
          <p:cNvSpPr/>
          <p:nvPr/>
        </p:nvSpPr>
        <p:spPr>
          <a:xfrm>
            <a:off x="8933688" y="4288536"/>
            <a:ext cx="155448" cy="155448"/>
          </a:xfrm>
          <a:prstGeom prst="rect">
            <a:avLst/>
          </a:prstGeom>
          <a:solidFill>
            <a:srgbClr val="1F2933"/>
          </a:solidFill>
          <a:ln w="12700">
            <a:solidFill>
              <a:srgbClr val="1F2933"/>
            </a:solidFill>
            <a:prstDash val="solid"/>
          </a:ln>
        </p:spPr>
        <p:txBody>
          <a:bodyPr/>
          <a:lstStyle/>
          <a:p>
            <a:endParaRPr lang="en-ZA"/>
          </a:p>
        </p:txBody>
      </p:sp>
      <p:sp>
        <p:nvSpPr>
          <p:cNvPr id="475" name="Shape 473"/>
          <p:cNvSpPr/>
          <p:nvPr/>
        </p:nvSpPr>
        <p:spPr>
          <a:xfrm>
            <a:off x="9107424" y="4288536"/>
            <a:ext cx="155448" cy="155448"/>
          </a:xfrm>
          <a:prstGeom prst="rect">
            <a:avLst/>
          </a:prstGeom>
          <a:solidFill>
            <a:srgbClr val="1F2933"/>
          </a:solidFill>
          <a:ln w="12700">
            <a:solidFill>
              <a:srgbClr val="1F2933"/>
            </a:solidFill>
            <a:prstDash val="solid"/>
          </a:ln>
        </p:spPr>
        <p:txBody>
          <a:bodyPr/>
          <a:lstStyle/>
          <a:p>
            <a:endParaRPr lang="en-ZA"/>
          </a:p>
        </p:txBody>
      </p:sp>
      <p:sp>
        <p:nvSpPr>
          <p:cNvPr id="476" name="Shape 474"/>
          <p:cNvSpPr/>
          <p:nvPr/>
        </p:nvSpPr>
        <p:spPr>
          <a:xfrm>
            <a:off x="9281160" y="4288536"/>
            <a:ext cx="155448" cy="155448"/>
          </a:xfrm>
          <a:prstGeom prst="rect">
            <a:avLst/>
          </a:prstGeom>
          <a:solidFill>
            <a:srgbClr val="30363D"/>
          </a:solidFill>
          <a:ln w="12700">
            <a:solidFill>
              <a:srgbClr val="30363D"/>
            </a:solidFill>
            <a:prstDash val="solid"/>
          </a:ln>
        </p:spPr>
        <p:txBody>
          <a:bodyPr/>
          <a:lstStyle/>
          <a:p>
            <a:endParaRPr lang="en-ZA"/>
          </a:p>
        </p:txBody>
      </p:sp>
      <p:sp>
        <p:nvSpPr>
          <p:cNvPr id="477" name="Shape 475"/>
          <p:cNvSpPr/>
          <p:nvPr/>
        </p:nvSpPr>
        <p:spPr>
          <a:xfrm>
            <a:off x="9454896" y="4288536"/>
            <a:ext cx="155448" cy="155448"/>
          </a:xfrm>
          <a:prstGeom prst="rect">
            <a:avLst/>
          </a:prstGeom>
          <a:solidFill>
            <a:srgbClr val="3FB950"/>
          </a:solidFill>
          <a:ln w="12700">
            <a:solidFill>
              <a:srgbClr val="3FB950"/>
            </a:solidFill>
            <a:prstDash val="solid"/>
          </a:ln>
        </p:spPr>
        <p:txBody>
          <a:bodyPr/>
          <a:lstStyle/>
          <a:p>
            <a:endParaRPr lang="en-ZA"/>
          </a:p>
        </p:txBody>
      </p:sp>
      <p:sp>
        <p:nvSpPr>
          <p:cNvPr id="478" name="Shape 476"/>
          <p:cNvSpPr/>
          <p:nvPr/>
        </p:nvSpPr>
        <p:spPr>
          <a:xfrm>
            <a:off x="9628632" y="4288536"/>
            <a:ext cx="155448" cy="155448"/>
          </a:xfrm>
          <a:prstGeom prst="rect">
            <a:avLst/>
          </a:prstGeom>
          <a:solidFill>
            <a:srgbClr val="1F2933"/>
          </a:solidFill>
          <a:ln w="12700">
            <a:solidFill>
              <a:srgbClr val="1F2933"/>
            </a:solidFill>
            <a:prstDash val="solid"/>
          </a:ln>
        </p:spPr>
        <p:txBody>
          <a:bodyPr/>
          <a:lstStyle/>
          <a:p>
            <a:endParaRPr lang="en-ZA"/>
          </a:p>
        </p:txBody>
      </p:sp>
      <p:sp>
        <p:nvSpPr>
          <p:cNvPr id="479" name="Shape 477"/>
          <p:cNvSpPr/>
          <p:nvPr/>
        </p:nvSpPr>
        <p:spPr>
          <a:xfrm>
            <a:off x="9802368" y="4288536"/>
            <a:ext cx="155448" cy="155448"/>
          </a:xfrm>
          <a:prstGeom prst="rect">
            <a:avLst/>
          </a:prstGeom>
          <a:solidFill>
            <a:srgbClr val="1F2933"/>
          </a:solidFill>
          <a:ln w="12700">
            <a:solidFill>
              <a:srgbClr val="1F2933"/>
            </a:solidFill>
            <a:prstDash val="solid"/>
          </a:ln>
        </p:spPr>
        <p:txBody>
          <a:bodyPr/>
          <a:lstStyle/>
          <a:p>
            <a:endParaRPr lang="en-ZA"/>
          </a:p>
        </p:txBody>
      </p:sp>
      <p:sp>
        <p:nvSpPr>
          <p:cNvPr id="480" name="Shape 478"/>
          <p:cNvSpPr/>
          <p:nvPr/>
        </p:nvSpPr>
        <p:spPr>
          <a:xfrm>
            <a:off x="9976104" y="4288536"/>
            <a:ext cx="155448" cy="155448"/>
          </a:xfrm>
          <a:prstGeom prst="rect">
            <a:avLst/>
          </a:prstGeom>
          <a:solidFill>
            <a:srgbClr val="1F2933"/>
          </a:solidFill>
          <a:ln w="12700">
            <a:solidFill>
              <a:srgbClr val="1F2933"/>
            </a:solidFill>
            <a:prstDash val="solid"/>
          </a:ln>
        </p:spPr>
        <p:txBody>
          <a:bodyPr/>
          <a:lstStyle/>
          <a:p>
            <a:endParaRPr lang="en-ZA"/>
          </a:p>
        </p:txBody>
      </p:sp>
      <p:sp>
        <p:nvSpPr>
          <p:cNvPr id="481" name="Shape 479"/>
          <p:cNvSpPr/>
          <p:nvPr/>
        </p:nvSpPr>
        <p:spPr>
          <a:xfrm>
            <a:off x="10149840" y="4288536"/>
            <a:ext cx="155448" cy="155448"/>
          </a:xfrm>
          <a:prstGeom prst="rect">
            <a:avLst/>
          </a:prstGeom>
          <a:solidFill>
            <a:srgbClr val="1F2933"/>
          </a:solidFill>
          <a:ln w="12700">
            <a:solidFill>
              <a:srgbClr val="1F2933"/>
            </a:solidFill>
            <a:prstDash val="solid"/>
          </a:ln>
        </p:spPr>
        <p:txBody>
          <a:bodyPr/>
          <a:lstStyle/>
          <a:p>
            <a:endParaRPr lang="en-ZA"/>
          </a:p>
        </p:txBody>
      </p:sp>
      <p:sp>
        <p:nvSpPr>
          <p:cNvPr id="482" name="Shape 480"/>
          <p:cNvSpPr/>
          <p:nvPr/>
        </p:nvSpPr>
        <p:spPr>
          <a:xfrm>
            <a:off x="10323576" y="4288536"/>
            <a:ext cx="155448" cy="155448"/>
          </a:xfrm>
          <a:prstGeom prst="rect">
            <a:avLst/>
          </a:prstGeom>
          <a:solidFill>
            <a:srgbClr val="1F2933"/>
          </a:solidFill>
          <a:ln w="12700">
            <a:solidFill>
              <a:srgbClr val="1F2933"/>
            </a:solidFill>
            <a:prstDash val="solid"/>
          </a:ln>
        </p:spPr>
        <p:txBody>
          <a:bodyPr/>
          <a:lstStyle/>
          <a:p>
            <a:endParaRPr lang="en-ZA"/>
          </a:p>
        </p:txBody>
      </p:sp>
      <p:sp>
        <p:nvSpPr>
          <p:cNvPr id="483" name="Shape 481"/>
          <p:cNvSpPr/>
          <p:nvPr/>
        </p:nvSpPr>
        <p:spPr>
          <a:xfrm>
            <a:off x="10497312" y="4288536"/>
            <a:ext cx="155448" cy="155448"/>
          </a:xfrm>
          <a:prstGeom prst="rect">
            <a:avLst/>
          </a:prstGeom>
          <a:solidFill>
            <a:srgbClr val="1F2933"/>
          </a:solidFill>
          <a:ln w="12700">
            <a:solidFill>
              <a:srgbClr val="1F2933"/>
            </a:solidFill>
            <a:prstDash val="solid"/>
          </a:ln>
        </p:spPr>
        <p:txBody>
          <a:bodyPr/>
          <a:lstStyle/>
          <a:p>
            <a:endParaRPr lang="en-ZA"/>
          </a:p>
        </p:txBody>
      </p:sp>
      <p:sp>
        <p:nvSpPr>
          <p:cNvPr id="484" name="Shape 482"/>
          <p:cNvSpPr/>
          <p:nvPr/>
        </p:nvSpPr>
        <p:spPr>
          <a:xfrm>
            <a:off x="10671048" y="4288536"/>
            <a:ext cx="155448" cy="155448"/>
          </a:xfrm>
          <a:prstGeom prst="rect">
            <a:avLst/>
          </a:prstGeom>
          <a:solidFill>
            <a:srgbClr val="1F2933"/>
          </a:solidFill>
          <a:ln w="12700">
            <a:solidFill>
              <a:srgbClr val="1F2933"/>
            </a:solidFill>
            <a:prstDash val="solid"/>
          </a:ln>
        </p:spPr>
        <p:txBody>
          <a:bodyPr/>
          <a:lstStyle/>
          <a:p>
            <a:endParaRPr lang="en-ZA"/>
          </a:p>
        </p:txBody>
      </p:sp>
      <p:sp>
        <p:nvSpPr>
          <p:cNvPr id="485" name="Shape 483"/>
          <p:cNvSpPr/>
          <p:nvPr/>
        </p:nvSpPr>
        <p:spPr>
          <a:xfrm>
            <a:off x="10844784" y="4288536"/>
            <a:ext cx="155448" cy="155448"/>
          </a:xfrm>
          <a:prstGeom prst="rect">
            <a:avLst/>
          </a:prstGeom>
          <a:solidFill>
            <a:srgbClr val="1F2933"/>
          </a:solidFill>
          <a:ln w="12700">
            <a:solidFill>
              <a:srgbClr val="1F2933"/>
            </a:solidFill>
            <a:prstDash val="solid"/>
          </a:ln>
        </p:spPr>
        <p:txBody>
          <a:bodyPr/>
          <a:lstStyle/>
          <a:p>
            <a:endParaRPr lang="en-ZA"/>
          </a:p>
        </p:txBody>
      </p:sp>
      <p:sp>
        <p:nvSpPr>
          <p:cNvPr id="486" name="Shape 484"/>
          <p:cNvSpPr/>
          <p:nvPr/>
        </p:nvSpPr>
        <p:spPr>
          <a:xfrm>
            <a:off x="11018520" y="4288536"/>
            <a:ext cx="155448" cy="155448"/>
          </a:xfrm>
          <a:prstGeom prst="rect">
            <a:avLst/>
          </a:prstGeom>
          <a:solidFill>
            <a:srgbClr val="30363D"/>
          </a:solidFill>
          <a:ln w="12700">
            <a:solidFill>
              <a:srgbClr val="30363D"/>
            </a:solidFill>
            <a:prstDash val="solid"/>
          </a:ln>
        </p:spPr>
        <p:txBody>
          <a:bodyPr/>
          <a:lstStyle/>
          <a:p>
            <a:endParaRPr lang="en-ZA"/>
          </a:p>
        </p:txBody>
      </p:sp>
      <p:sp>
        <p:nvSpPr>
          <p:cNvPr id="487" name="Shape 485"/>
          <p:cNvSpPr/>
          <p:nvPr/>
        </p:nvSpPr>
        <p:spPr>
          <a:xfrm>
            <a:off x="11192256" y="4288536"/>
            <a:ext cx="155448" cy="155448"/>
          </a:xfrm>
          <a:prstGeom prst="rect">
            <a:avLst/>
          </a:prstGeom>
          <a:solidFill>
            <a:srgbClr val="1F2933"/>
          </a:solidFill>
          <a:ln w="12700">
            <a:solidFill>
              <a:srgbClr val="1F2933"/>
            </a:solidFill>
            <a:prstDash val="solid"/>
          </a:ln>
        </p:spPr>
        <p:txBody>
          <a:bodyPr/>
          <a:lstStyle/>
          <a:p>
            <a:endParaRPr lang="en-ZA"/>
          </a:p>
        </p:txBody>
      </p:sp>
      <p:sp>
        <p:nvSpPr>
          <p:cNvPr id="488" name="Shape 486"/>
          <p:cNvSpPr/>
          <p:nvPr/>
        </p:nvSpPr>
        <p:spPr>
          <a:xfrm>
            <a:off x="7543800" y="4462272"/>
            <a:ext cx="155448" cy="155448"/>
          </a:xfrm>
          <a:prstGeom prst="rect">
            <a:avLst/>
          </a:prstGeom>
          <a:solidFill>
            <a:srgbClr val="1F2933"/>
          </a:solidFill>
          <a:ln w="12700">
            <a:solidFill>
              <a:srgbClr val="1F2933"/>
            </a:solidFill>
            <a:prstDash val="solid"/>
          </a:ln>
        </p:spPr>
        <p:txBody>
          <a:bodyPr/>
          <a:lstStyle/>
          <a:p>
            <a:endParaRPr lang="en-ZA"/>
          </a:p>
        </p:txBody>
      </p:sp>
      <p:sp>
        <p:nvSpPr>
          <p:cNvPr id="489" name="Shape 487"/>
          <p:cNvSpPr/>
          <p:nvPr/>
        </p:nvSpPr>
        <p:spPr>
          <a:xfrm>
            <a:off x="7717536" y="4462272"/>
            <a:ext cx="155448" cy="155448"/>
          </a:xfrm>
          <a:prstGeom prst="rect">
            <a:avLst/>
          </a:prstGeom>
          <a:solidFill>
            <a:srgbClr val="1F2933"/>
          </a:solidFill>
          <a:ln w="12700">
            <a:solidFill>
              <a:srgbClr val="1F2933"/>
            </a:solidFill>
            <a:prstDash val="solid"/>
          </a:ln>
        </p:spPr>
        <p:txBody>
          <a:bodyPr/>
          <a:lstStyle/>
          <a:p>
            <a:endParaRPr lang="en-ZA"/>
          </a:p>
        </p:txBody>
      </p:sp>
      <p:sp>
        <p:nvSpPr>
          <p:cNvPr id="490" name="Shape 488"/>
          <p:cNvSpPr/>
          <p:nvPr/>
        </p:nvSpPr>
        <p:spPr>
          <a:xfrm>
            <a:off x="7891272" y="4462272"/>
            <a:ext cx="155448" cy="155448"/>
          </a:xfrm>
          <a:prstGeom prst="rect">
            <a:avLst/>
          </a:prstGeom>
          <a:solidFill>
            <a:srgbClr val="1F2933"/>
          </a:solidFill>
          <a:ln w="12700">
            <a:solidFill>
              <a:srgbClr val="1F2933"/>
            </a:solidFill>
            <a:prstDash val="solid"/>
          </a:ln>
        </p:spPr>
        <p:txBody>
          <a:bodyPr/>
          <a:lstStyle/>
          <a:p>
            <a:endParaRPr lang="en-ZA"/>
          </a:p>
        </p:txBody>
      </p:sp>
      <p:sp>
        <p:nvSpPr>
          <p:cNvPr id="491" name="Shape 489"/>
          <p:cNvSpPr/>
          <p:nvPr/>
        </p:nvSpPr>
        <p:spPr>
          <a:xfrm>
            <a:off x="8065008" y="4462272"/>
            <a:ext cx="155448" cy="155448"/>
          </a:xfrm>
          <a:prstGeom prst="rect">
            <a:avLst/>
          </a:prstGeom>
          <a:solidFill>
            <a:srgbClr val="1F2933"/>
          </a:solidFill>
          <a:ln w="12700">
            <a:solidFill>
              <a:srgbClr val="1F2933"/>
            </a:solidFill>
            <a:prstDash val="solid"/>
          </a:ln>
        </p:spPr>
        <p:txBody>
          <a:bodyPr/>
          <a:lstStyle/>
          <a:p>
            <a:endParaRPr lang="en-ZA"/>
          </a:p>
        </p:txBody>
      </p:sp>
      <p:sp>
        <p:nvSpPr>
          <p:cNvPr id="492" name="Shape 490"/>
          <p:cNvSpPr/>
          <p:nvPr/>
        </p:nvSpPr>
        <p:spPr>
          <a:xfrm>
            <a:off x="8238744" y="4462272"/>
            <a:ext cx="155448" cy="155448"/>
          </a:xfrm>
          <a:prstGeom prst="rect">
            <a:avLst/>
          </a:prstGeom>
          <a:solidFill>
            <a:srgbClr val="1F2933"/>
          </a:solidFill>
          <a:ln w="12700">
            <a:solidFill>
              <a:srgbClr val="1F2933"/>
            </a:solidFill>
            <a:prstDash val="solid"/>
          </a:ln>
        </p:spPr>
        <p:txBody>
          <a:bodyPr/>
          <a:lstStyle/>
          <a:p>
            <a:endParaRPr lang="en-ZA"/>
          </a:p>
        </p:txBody>
      </p:sp>
      <p:sp>
        <p:nvSpPr>
          <p:cNvPr id="493" name="Shape 491"/>
          <p:cNvSpPr/>
          <p:nvPr/>
        </p:nvSpPr>
        <p:spPr>
          <a:xfrm>
            <a:off x="8412480" y="4462272"/>
            <a:ext cx="155448" cy="155448"/>
          </a:xfrm>
          <a:prstGeom prst="rect">
            <a:avLst/>
          </a:prstGeom>
          <a:solidFill>
            <a:srgbClr val="1F2933"/>
          </a:solidFill>
          <a:ln w="12700">
            <a:solidFill>
              <a:srgbClr val="1F2933"/>
            </a:solidFill>
            <a:prstDash val="solid"/>
          </a:ln>
        </p:spPr>
        <p:txBody>
          <a:bodyPr/>
          <a:lstStyle/>
          <a:p>
            <a:endParaRPr lang="en-ZA"/>
          </a:p>
        </p:txBody>
      </p:sp>
      <p:sp>
        <p:nvSpPr>
          <p:cNvPr id="494" name="Shape 492"/>
          <p:cNvSpPr/>
          <p:nvPr/>
        </p:nvSpPr>
        <p:spPr>
          <a:xfrm>
            <a:off x="8586216" y="4462272"/>
            <a:ext cx="155448" cy="155448"/>
          </a:xfrm>
          <a:prstGeom prst="rect">
            <a:avLst/>
          </a:prstGeom>
          <a:solidFill>
            <a:srgbClr val="1F2933"/>
          </a:solidFill>
          <a:ln w="12700">
            <a:solidFill>
              <a:srgbClr val="1F2933"/>
            </a:solidFill>
            <a:prstDash val="solid"/>
          </a:ln>
        </p:spPr>
        <p:txBody>
          <a:bodyPr/>
          <a:lstStyle/>
          <a:p>
            <a:endParaRPr lang="en-ZA"/>
          </a:p>
        </p:txBody>
      </p:sp>
      <p:sp>
        <p:nvSpPr>
          <p:cNvPr id="495" name="Shape 493"/>
          <p:cNvSpPr/>
          <p:nvPr/>
        </p:nvSpPr>
        <p:spPr>
          <a:xfrm>
            <a:off x="8759952" y="4462272"/>
            <a:ext cx="155448" cy="155448"/>
          </a:xfrm>
          <a:prstGeom prst="rect">
            <a:avLst/>
          </a:prstGeom>
          <a:solidFill>
            <a:srgbClr val="2EA043"/>
          </a:solidFill>
          <a:ln w="12700">
            <a:solidFill>
              <a:srgbClr val="2EA043"/>
            </a:solidFill>
            <a:prstDash val="solid"/>
          </a:ln>
        </p:spPr>
        <p:txBody>
          <a:bodyPr/>
          <a:lstStyle/>
          <a:p>
            <a:endParaRPr lang="en-ZA"/>
          </a:p>
        </p:txBody>
      </p:sp>
      <p:sp>
        <p:nvSpPr>
          <p:cNvPr id="496" name="Shape 494"/>
          <p:cNvSpPr/>
          <p:nvPr/>
        </p:nvSpPr>
        <p:spPr>
          <a:xfrm>
            <a:off x="8933688" y="4462272"/>
            <a:ext cx="155448" cy="155448"/>
          </a:xfrm>
          <a:prstGeom prst="rect">
            <a:avLst/>
          </a:prstGeom>
          <a:solidFill>
            <a:srgbClr val="1F2933"/>
          </a:solidFill>
          <a:ln w="12700">
            <a:solidFill>
              <a:srgbClr val="1F2933"/>
            </a:solidFill>
            <a:prstDash val="solid"/>
          </a:ln>
        </p:spPr>
        <p:txBody>
          <a:bodyPr/>
          <a:lstStyle/>
          <a:p>
            <a:endParaRPr lang="en-ZA"/>
          </a:p>
        </p:txBody>
      </p:sp>
      <p:sp>
        <p:nvSpPr>
          <p:cNvPr id="497" name="Shape 495"/>
          <p:cNvSpPr/>
          <p:nvPr/>
        </p:nvSpPr>
        <p:spPr>
          <a:xfrm>
            <a:off x="9107424" y="4462272"/>
            <a:ext cx="155448" cy="155448"/>
          </a:xfrm>
          <a:prstGeom prst="rect">
            <a:avLst/>
          </a:prstGeom>
          <a:solidFill>
            <a:srgbClr val="1F2933"/>
          </a:solidFill>
          <a:ln w="12700">
            <a:solidFill>
              <a:srgbClr val="1F2933"/>
            </a:solidFill>
            <a:prstDash val="solid"/>
          </a:ln>
        </p:spPr>
        <p:txBody>
          <a:bodyPr/>
          <a:lstStyle/>
          <a:p>
            <a:endParaRPr lang="en-ZA"/>
          </a:p>
        </p:txBody>
      </p:sp>
      <p:sp>
        <p:nvSpPr>
          <p:cNvPr id="498" name="Shape 496"/>
          <p:cNvSpPr/>
          <p:nvPr/>
        </p:nvSpPr>
        <p:spPr>
          <a:xfrm>
            <a:off x="9281160" y="4462272"/>
            <a:ext cx="155448" cy="155448"/>
          </a:xfrm>
          <a:prstGeom prst="rect">
            <a:avLst/>
          </a:prstGeom>
          <a:solidFill>
            <a:srgbClr val="1F2933"/>
          </a:solidFill>
          <a:ln w="12700">
            <a:solidFill>
              <a:srgbClr val="1F2933"/>
            </a:solidFill>
            <a:prstDash val="solid"/>
          </a:ln>
        </p:spPr>
        <p:txBody>
          <a:bodyPr/>
          <a:lstStyle/>
          <a:p>
            <a:endParaRPr lang="en-ZA"/>
          </a:p>
        </p:txBody>
      </p:sp>
      <p:sp>
        <p:nvSpPr>
          <p:cNvPr id="499" name="Shape 497"/>
          <p:cNvSpPr/>
          <p:nvPr/>
        </p:nvSpPr>
        <p:spPr>
          <a:xfrm>
            <a:off x="9454896" y="4462272"/>
            <a:ext cx="155448" cy="155448"/>
          </a:xfrm>
          <a:prstGeom prst="rect">
            <a:avLst/>
          </a:prstGeom>
          <a:solidFill>
            <a:srgbClr val="1F2933"/>
          </a:solidFill>
          <a:ln w="12700">
            <a:solidFill>
              <a:srgbClr val="1F2933"/>
            </a:solidFill>
            <a:prstDash val="solid"/>
          </a:ln>
        </p:spPr>
        <p:txBody>
          <a:bodyPr/>
          <a:lstStyle/>
          <a:p>
            <a:endParaRPr lang="en-ZA"/>
          </a:p>
        </p:txBody>
      </p:sp>
      <p:sp>
        <p:nvSpPr>
          <p:cNvPr id="500" name="Shape 498"/>
          <p:cNvSpPr/>
          <p:nvPr/>
        </p:nvSpPr>
        <p:spPr>
          <a:xfrm>
            <a:off x="9628632" y="4462272"/>
            <a:ext cx="155448" cy="155448"/>
          </a:xfrm>
          <a:prstGeom prst="rect">
            <a:avLst/>
          </a:prstGeom>
          <a:solidFill>
            <a:srgbClr val="1F2933"/>
          </a:solidFill>
          <a:ln w="12700">
            <a:solidFill>
              <a:srgbClr val="1F2933"/>
            </a:solidFill>
            <a:prstDash val="solid"/>
          </a:ln>
        </p:spPr>
        <p:txBody>
          <a:bodyPr/>
          <a:lstStyle/>
          <a:p>
            <a:endParaRPr lang="en-ZA"/>
          </a:p>
        </p:txBody>
      </p:sp>
      <p:sp>
        <p:nvSpPr>
          <p:cNvPr id="501" name="Shape 499"/>
          <p:cNvSpPr/>
          <p:nvPr/>
        </p:nvSpPr>
        <p:spPr>
          <a:xfrm>
            <a:off x="9802368" y="4462272"/>
            <a:ext cx="155448" cy="155448"/>
          </a:xfrm>
          <a:prstGeom prst="rect">
            <a:avLst/>
          </a:prstGeom>
          <a:solidFill>
            <a:srgbClr val="1F2933"/>
          </a:solidFill>
          <a:ln w="12700">
            <a:solidFill>
              <a:srgbClr val="1F2933"/>
            </a:solidFill>
            <a:prstDash val="solid"/>
          </a:ln>
        </p:spPr>
        <p:txBody>
          <a:bodyPr/>
          <a:lstStyle/>
          <a:p>
            <a:endParaRPr lang="en-ZA"/>
          </a:p>
        </p:txBody>
      </p:sp>
      <p:sp>
        <p:nvSpPr>
          <p:cNvPr id="502" name="Shape 500"/>
          <p:cNvSpPr/>
          <p:nvPr/>
        </p:nvSpPr>
        <p:spPr>
          <a:xfrm>
            <a:off x="9976104" y="4462272"/>
            <a:ext cx="155448" cy="155448"/>
          </a:xfrm>
          <a:prstGeom prst="rect">
            <a:avLst/>
          </a:prstGeom>
          <a:solidFill>
            <a:srgbClr val="1F2933"/>
          </a:solidFill>
          <a:ln w="12700">
            <a:solidFill>
              <a:srgbClr val="1F2933"/>
            </a:solidFill>
            <a:prstDash val="solid"/>
          </a:ln>
        </p:spPr>
        <p:txBody>
          <a:bodyPr/>
          <a:lstStyle/>
          <a:p>
            <a:endParaRPr lang="en-ZA"/>
          </a:p>
        </p:txBody>
      </p:sp>
      <p:sp>
        <p:nvSpPr>
          <p:cNvPr id="503" name="Shape 501"/>
          <p:cNvSpPr/>
          <p:nvPr/>
        </p:nvSpPr>
        <p:spPr>
          <a:xfrm>
            <a:off x="10149840" y="4462272"/>
            <a:ext cx="155448" cy="155448"/>
          </a:xfrm>
          <a:prstGeom prst="rect">
            <a:avLst/>
          </a:prstGeom>
          <a:solidFill>
            <a:srgbClr val="1F2933"/>
          </a:solidFill>
          <a:ln w="12700">
            <a:solidFill>
              <a:srgbClr val="1F2933"/>
            </a:solidFill>
            <a:prstDash val="solid"/>
          </a:ln>
        </p:spPr>
        <p:txBody>
          <a:bodyPr/>
          <a:lstStyle/>
          <a:p>
            <a:endParaRPr lang="en-ZA"/>
          </a:p>
        </p:txBody>
      </p:sp>
      <p:sp>
        <p:nvSpPr>
          <p:cNvPr id="504" name="Shape 502"/>
          <p:cNvSpPr/>
          <p:nvPr/>
        </p:nvSpPr>
        <p:spPr>
          <a:xfrm>
            <a:off x="10323576" y="4462272"/>
            <a:ext cx="155448" cy="155448"/>
          </a:xfrm>
          <a:prstGeom prst="rect">
            <a:avLst/>
          </a:prstGeom>
          <a:solidFill>
            <a:srgbClr val="1F2933"/>
          </a:solidFill>
          <a:ln w="12700">
            <a:solidFill>
              <a:srgbClr val="1F2933"/>
            </a:solidFill>
            <a:prstDash val="solid"/>
          </a:ln>
        </p:spPr>
        <p:txBody>
          <a:bodyPr/>
          <a:lstStyle/>
          <a:p>
            <a:endParaRPr lang="en-ZA"/>
          </a:p>
        </p:txBody>
      </p:sp>
      <p:sp>
        <p:nvSpPr>
          <p:cNvPr id="505" name="Shape 503"/>
          <p:cNvSpPr/>
          <p:nvPr/>
        </p:nvSpPr>
        <p:spPr>
          <a:xfrm>
            <a:off x="10497312" y="4462272"/>
            <a:ext cx="155448" cy="155448"/>
          </a:xfrm>
          <a:prstGeom prst="rect">
            <a:avLst/>
          </a:prstGeom>
          <a:solidFill>
            <a:srgbClr val="1F2933"/>
          </a:solidFill>
          <a:ln w="12700">
            <a:solidFill>
              <a:srgbClr val="1F2933"/>
            </a:solidFill>
            <a:prstDash val="solid"/>
          </a:ln>
        </p:spPr>
        <p:txBody>
          <a:bodyPr/>
          <a:lstStyle/>
          <a:p>
            <a:endParaRPr lang="en-ZA"/>
          </a:p>
        </p:txBody>
      </p:sp>
      <p:sp>
        <p:nvSpPr>
          <p:cNvPr id="506" name="Shape 504"/>
          <p:cNvSpPr/>
          <p:nvPr/>
        </p:nvSpPr>
        <p:spPr>
          <a:xfrm>
            <a:off x="10671048" y="4462272"/>
            <a:ext cx="155448" cy="155448"/>
          </a:xfrm>
          <a:prstGeom prst="rect">
            <a:avLst/>
          </a:prstGeom>
          <a:solidFill>
            <a:srgbClr val="1F2933"/>
          </a:solidFill>
          <a:ln w="12700">
            <a:solidFill>
              <a:srgbClr val="1F2933"/>
            </a:solidFill>
            <a:prstDash val="solid"/>
          </a:ln>
        </p:spPr>
        <p:txBody>
          <a:bodyPr/>
          <a:lstStyle/>
          <a:p>
            <a:endParaRPr lang="en-ZA"/>
          </a:p>
        </p:txBody>
      </p:sp>
      <p:sp>
        <p:nvSpPr>
          <p:cNvPr id="507" name="Shape 505"/>
          <p:cNvSpPr/>
          <p:nvPr/>
        </p:nvSpPr>
        <p:spPr>
          <a:xfrm>
            <a:off x="10844784" y="4462272"/>
            <a:ext cx="155448" cy="155448"/>
          </a:xfrm>
          <a:prstGeom prst="rect">
            <a:avLst/>
          </a:prstGeom>
          <a:solidFill>
            <a:srgbClr val="1F2933"/>
          </a:solidFill>
          <a:ln w="12700">
            <a:solidFill>
              <a:srgbClr val="1F2933"/>
            </a:solidFill>
            <a:prstDash val="solid"/>
          </a:ln>
        </p:spPr>
        <p:txBody>
          <a:bodyPr/>
          <a:lstStyle/>
          <a:p>
            <a:endParaRPr lang="en-ZA"/>
          </a:p>
        </p:txBody>
      </p:sp>
      <p:sp>
        <p:nvSpPr>
          <p:cNvPr id="508" name="Shape 506"/>
          <p:cNvSpPr/>
          <p:nvPr/>
        </p:nvSpPr>
        <p:spPr>
          <a:xfrm>
            <a:off x="11018520" y="4462272"/>
            <a:ext cx="155448" cy="155448"/>
          </a:xfrm>
          <a:prstGeom prst="rect">
            <a:avLst/>
          </a:prstGeom>
          <a:solidFill>
            <a:srgbClr val="1F2933"/>
          </a:solidFill>
          <a:ln w="12700">
            <a:solidFill>
              <a:srgbClr val="1F2933"/>
            </a:solidFill>
            <a:prstDash val="solid"/>
          </a:ln>
        </p:spPr>
        <p:txBody>
          <a:bodyPr/>
          <a:lstStyle/>
          <a:p>
            <a:endParaRPr lang="en-ZA"/>
          </a:p>
        </p:txBody>
      </p:sp>
      <p:sp>
        <p:nvSpPr>
          <p:cNvPr id="509" name="Shape 507"/>
          <p:cNvSpPr/>
          <p:nvPr/>
        </p:nvSpPr>
        <p:spPr>
          <a:xfrm>
            <a:off x="11192256" y="4462272"/>
            <a:ext cx="155448" cy="155448"/>
          </a:xfrm>
          <a:prstGeom prst="rect">
            <a:avLst/>
          </a:prstGeom>
          <a:solidFill>
            <a:srgbClr val="1F2933"/>
          </a:solidFill>
          <a:ln w="12700">
            <a:solidFill>
              <a:srgbClr val="1F2933"/>
            </a:solidFill>
            <a:prstDash val="solid"/>
          </a:ln>
        </p:spPr>
        <p:txBody>
          <a:bodyPr/>
          <a:lstStyle/>
          <a:p>
            <a:endParaRPr lang="en-ZA"/>
          </a:p>
        </p:txBody>
      </p:sp>
      <p:sp>
        <p:nvSpPr>
          <p:cNvPr id="510" name="Shape 508"/>
          <p:cNvSpPr/>
          <p:nvPr/>
        </p:nvSpPr>
        <p:spPr>
          <a:xfrm>
            <a:off x="7543800" y="4636008"/>
            <a:ext cx="155448" cy="155448"/>
          </a:xfrm>
          <a:prstGeom prst="rect">
            <a:avLst/>
          </a:prstGeom>
          <a:solidFill>
            <a:srgbClr val="1F2933"/>
          </a:solidFill>
          <a:ln w="12700">
            <a:solidFill>
              <a:srgbClr val="1F2933"/>
            </a:solidFill>
            <a:prstDash val="solid"/>
          </a:ln>
        </p:spPr>
        <p:txBody>
          <a:bodyPr/>
          <a:lstStyle/>
          <a:p>
            <a:endParaRPr lang="en-ZA"/>
          </a:p>
        </p:txBody>
      </p:sp>
      <p:sp>
        <p:nvSpPr>
          <p:cNvPr id="511" name="Shape 509"/>
          <p:cNvSpPr/>
          <p:nvPr/>
        </p:nvSpPr>
        <p:spPr>
          <a:xfrm>
            <a:off x="7717536" y="4636008"/>
            <a:ext cx="155448" cy="155448"/>
          </a:xfrm>
          <a:prstGeom prst="rect">
            <a:avLst/>
          </a:prstGeom>
          <a:solidFill>
            <a:srgbClr val="1F2933"/>
          </a:solidFill>
          <a:ln w="12700">
            <a:solidFill>
              <a:srgbClr val="1F2933"/>
            </a:solidFill>
            <a:prstDash val="solid"/>
          </a:ln>
        </p:spPr>
        <p:txBody>
          <a:bodyPr/>
          <a:lstStyle/>
          <a:p>
            <a:endParaRPr lang="en-ZA"/>
          </a:p>
        </p:txBody>
      </p:sp>
      <p:sp>
        <p:nvSpPr>
          <p:cNvPr id="512" name="Shape 510"/>
          <p:cNvSpPr/>
          <p:nvPr/>
        </p:nvSpPr>
        <p:spPr>
          <a:xfrm>
            <a:off x="7891272" y="4636008"/>
            <a:ext cx="155448" cy="155448"/>
          </a:xfrm>
          <a:prstGeom prst="rect">
            <a:avLst/>
          </a:prstGeom>
          <a:solidFill>
            <a:srgbClr val="1F2933"/>
          </a:solidFill>
          <a:ln w="12700">
            <a:solidFill>
              <a:srgbClr val="1F2933"/>
            </a:solidFill>
            <a:prstDash val="solid"/>
          </a:ln>
        </p:spPr>
        <p:txBody>
          <a:bodyPr/>
          <a:lstStyle/>
          <a:p>
            <a:endParaRPr lang="en-ZA"/>
          </a:p>
        </p:txBody>
      </p:sp>
      <p:sp>
        <p:nvSpPr>
          <p:cNvPr id="513" name="Shape 511"/>
          <p:cNvSpPr/>
          <p:nvPr/>
        </p:nvSpPr>
        <p:spPr>
          <a:xfrm>
            <a:off x="8065008" y="4636008"/>
            <a:ext cx="155448" cy="155448"/>
          </a:xfrm>
          <a:prstGeom prst="rect">
            <a:avLst/>
          </a:prstGeom>
          <a:solidFill>
            <a:srgbClr val="1F2933"/>
          </a:solidFill>
          <a:ln w="12700">
            <a:solidFill>
              <a:srgbClr val="1F2933"/>
            </a:solidFill>
            <a:prstDash val="solid"/>
          </a:ln>
        </p:spPr>
        <p:txBody>
          <a:bodyPr/>
          <a:lstStyle/>
          <a:p>
            <a:endParaRPr lang="en-ZA"/>
          </a:p>
        </p:txBody>
      </p:sp>
      <p:sp>
        <p:nvSpPr>
          <p:cNvPr id="514" name="Shape 512"/>
          <p:cNvSpPr/>
          <p:nvPr/>
        </p:nvSpPr>
        <p:spPr>
          <a:xfrm>
            <a:off x="8238744" y="4636008"/>
            <a:ext cx="155448" cy="155448"/>
          </a:xfrm>
          <a:prstGeom prst="rect">
            <a:avLst/>
          </a:prstGeom>
          <a:solidFill>
            <a:srgbClr val="1F2933"/>
          </a:solidFill>
          <a:ln w="12700">
            <a:solidFill>
              <a:srgbClr val="1F2933"/>
            </a:solidFill>
            <a:prstDash val="solid"/>
          </a:ln>
        </p:spPr>
        <p:txBody>
          <a:bodyPr/>
          <a:lstStyle/>
          <a:p>
            <a:endParaRPr lang="en-ZA"/>
          </a:p>
        </p:txBody>
      </p:sp>
      <p:sp>
        <p:nvSpPr>
          <p:cNvPr id="515" name="Shape 513"/>
          <p:cNvSpPr/>
          <p:nvPr/>
        </p:nvSpPr>
        <p:spPr>
          <a:xfrm>
            <a:off x="8412480" y="4636008"/>
            <a:ext cx="155448" cy="155448"/>
          </a:xfrm>
          <a:prstGeom prst="rect">
            <a:avLst/>
          </a:prstGeom>
          <a:solidFill>
            <a:srgbClr val="1F2933"/>
          </a:solidFill>
          <a:ln w="12700">
            <a:solidFill>
              <a:srgbClr val="1F2933"/>
            </a:solidFill>
            <a:prstDash val="solid"/>
          </a:ln>
        </p:spPr>
        <p:txBody>
          <a:bodyPr/>
          <a:lstStyle/>
          <a:p>
            <a:endParaRPr lang="en-ZA"/>
          </a:p>
        </p:txBody>
      </p:sp>
      <p:sp>
        <p:nvSpPr>
          <p:cNvPr id="516" name="Shape 514"/>
          <p:cNvSpPr/>
          <p:nvPr/>
        </p:nvSpPr>
        <p:spPr>
          <a:xfrm>
            <a:off x="8586216" y="4636008"/>
            <a:ext cx="155448" cy="155448"/>
          </a:xfrm>
          <a:prstGeom prst="rect">
            <a:avLst/>
          </a:prstGeom>
          <a:solidFill>
            <a:srgbClr val="1F2933"/>
          </a:solidFill>
          <a:ln w="12700">
            <a:solidFill>
              <a:srgbClr val="1F2933"/>
            </a:solidFill>
            <a:prstDash val="solid"/>
          </a:ln>
        </p:spPr>
        <p:txBody>
          <a:bodyPr/>
          <a:lstStyle/>
          <a:p>
            <a:endParaRPr lang="en-ZA"/>
          </a:p>
        </p:txBody>
      </p:sp>
      <p:sp>
        <p:nvSpPr>
          <p:cNvPr id="517" name="Shape 515"/>
          <p:cNvSpPr/>
          <p:nvPr/>
        </p:nvSpPr>
        <p:spPr>
          <a:xfrm>
            <a:off x="8759952" y="4636008"/>
            <a:ext cx="155448" cy="155448"/>
          </a:xfrm>
          <a:prstGeom prst="rect">
            <a:avLst/>
          </a:prstGeom>
          <a:solidFill>
            <a:srgbClr val="2EA043"/>
          </a:solidFill>
          <a:ln w="12700">
            <a:solidFill>
              <a:srgbClr val="2EA043"/>
            </a:solidFill>
            <a:prstDash val="solid"/>
          </a:ln>
        </p:spPr>
        <p:txBody>
          <a:bodyPr/>
          <a:lstStyle/>
          <a:p>
            <a:endParaRPr lang="en-ZA"/>
          </a:p>
        </p:txBody>
      </p:sp>
      <p:sp>
        <p:nvSpPr>
          <p:cNvPr id="518" name="Shape 516"/>
          <p:cNvSpPr/>
          <p:nvPr/>
        </p:nvSpPr>
        <p:spPr>
          <a:xfrm>
            <a:off x="8933688" y="4636008"/>
            <a:ext cx="155448" cy="155448"/>
          </a:xfrm>
          <a:prstGeom prst="rect">
            <a:avLst/>
          </a:prstGeom>
          <a:solidFill>
            <a:srgbClr val="1F2933"/>
          </a:solidFill>
          <a:ln w="12700">
            <a:solidFill>
              <a:srgbClr val="1F2933"/>
            </a:solidFill>
            <a:prstDash val="solid"/>
          </a:ln>
        </p:spPr>
        <p:txBody>
          <a:bodyPr/>
          <a:lstStyle/>
          <a:p>
            <a:endParaRPr lang="en-ZA"/>
          </a:p>
        </p:txBody>
      </p:sp>
      <p:sp>
        <p:nvSpPr>
          <p:cNvPr id="519" name="Shape 517"/>
          <p:cNvSpPr/>
          <p:nvPr/>
        </p:nvSpPr>
        <p:spPr>
          <a:xfrm>
            <a:off x="9107424" y="4636008"/>
            <a:ext cx="155448" cy="155448"/>
          </a:xfrm>
          <a:prstGeom prst="rect">
            <a:avLst/>
          </a:prstGeom>
          <a:solidFill>
            <a:srgbClr val="30363D"/>
          </a:solidFill>
          <a:ln w="12700">
            <a:solidFill>
              <a:srgbClr val="30363D"/>
            </a:solidFill>
            <a:prstDash val="solid"/>
          </a:ln>
        </p:spPr>
        <p:txBody>
          <a:bodyPr/>
          <a:lstStyle/>
          <a:p>
            <a:endParaRPr lang="en-ZA"/>
          </a:p>
        </p:txBody>
      </p:sp>
      <p:sp>
        <p:nvSpPr>
          <p:cNvPr id="520" name="Shape 518"/>
          <p:cNvSpPr/>
          <p:nvPr/>
        </p:nvSpPr>
        <p:spPr>
          <a:xfrm>
            <a:off x="9281160" y="4636008"/>
            <a:ext cx="155448" cy="155448"/>
          </a:xfrm>
          <a:prstGeom prst="rect">
            <a:avLst/>
          </a:prstGeom>
          <a:solidFill>
            <a:srgbClr val="1F2933"/>
          </a:solidFill>
          <a:ln w="12700">
            <a:solidFill>
              <a:srgbClr val="1F2933"/>
            </a:solidFill>
            <a:prstDash val="solid"/>
          </a:ln>
        </p:spPr>
        <p:txBody>
          <a:bodyPr/>
          <a:lstStyle/>
          <a:p>
            <a:endParaRPr lang="en-ZA"/>
          </a:p>
        </p:txBody>
      </p:sp>
      <p:sp>
        <p:nvSpPr>
          <p:cNvPr id="521" name="Shape 519"/>
          <p:cNvSpPr/>
          <p:nvPr/>
        </p:nvSpPr>
        <p:spPr>
          <a:xfrm>
            <a:off x="9454896" y="4636008"/>
            <a:ext cx="155448" cy="155448"/>
          </a:xfrm>
          <a:prstGeom prst="rect">
            <a:avLst/>
          </a:prstGeom>
          <a:solidFill>
            <a:srgbClr val="1F2933"/>
          </a:solidFill>
          <a:ln w="12700">
            <a:solidFill>
              <a:srgbClr val="1F2933"/>
            </a:solidFill>
            <a:prstDash val="solid"/>
          </a:ln>
        </p:spPr>
        <p:txBody>
          <a:bodyPr/>
          <a:lstStyle/>
          <a:p>
            <a:endParaRPr lang="en-ZA"/>
          </a:p>
        </p:txBody>
      </p:sp>
      <p:sp>
        <p:nvSpPr>
          <p:cNvPr id="522" name="Shape 520"/>
          <p:cNvSpPr/>
          <p:nvPr/>
        </p:nvSpPr>
        <p:spPr>
          <a:xfrm>
            <a:off x="9628632" y="4636008"/>
            <a:ext cx="155448" cy="155448"/>
          </a:xfrm>
          <a:prstGeom prst="rect">
            <a:avLst/>
          </a:prstGeom>
          <a:solidFill>
            <a:srgbClr val="1F2933"/>
          </a:solidFill>
          <a:ln w="12700">
            <a:solidFill>
              <a:srgbClr val="1F2933"/>
            </a:solidFill>
            <a:prstDash val="solid"/>
          </a:ln>
        </p:spPr>
        <p:txBody>
          <a:bodyPr/>
          <a:lstStyle/>
          <a:p>
            <a:endParaRPr lang="en-ZA"/>
          </a:p>
        </p:txBody>
      </p:sp>
      <p:sp>
        <p:nvSpPr>
          <p:cNvPr id="523" name="Shape 521"/>
          <p:cNvSpPr/>
          <p:nvPr/>
        </p:nvSpPr>
        <p:spPr>
          <a:xfrm>
            <a:off x="9802368" y="4636008"/>
            <a:ext cx="155448" cy="155448"/>
          </a:xfrm>
          <a:prstGeom prst="rect">
            <a:avLst/>
          </a:prstGeom>
          <a:solidFill>
            <a:srgbClr val="1F2933"/>
          </a:solidFill>
          <a:ln w="12700">
            <a:solidFill>
              <a:srgbClr val="1F2933"/>
            </a:solidFill>
            <a:prstDash val="solid"/>
          </a:ln>
        </p:spPr>
        <p:txBody>
          <a:bodyPr/>
          <a:lstStyle/>
          <a:p>
            <a:endParaRPr lang="en-ZA"/>
          </a:p>
        </p:txBody>
      </p:sp>
      <p:sp>
        <p:nvSpPr>
          <p:cNvPr id="524" name="Shape 522"/>
          <p:cNvSpPr/>
          <p:nvPr/>
        </p:nvSpPr>
        <p:spPr>
          <a:xfrm>
            <a:off x="9976104" y="4636008"/>
            <a:ext cx="155448" cy="155448"/>
          </a:xfrm>
          <a:prstGeom prst="rect">
            <a:avLst/>
          </a:prstGeom>
          <a:solidFill>
            <a:srgbClr val="1F2933"/>
          </a:solidFill>
          <a:ln w="12700">
            <a:solidFill>
              <a:srgbClr val="1F2933"/>
            </a:solidFill>
            <a:prstDash val="solid"/>
          </a:ln>
        </p:spPr>
        <p:txBody>
          <a:bodyPr/>
          <a:lstStyle/>
          <a:p>
            <a:endParaRPr lang="en-ZA"/>
          </a:p>
        </p:txBody>
      </p:sp>
      <p:sp>
        <p:nvSpPr>
          <p:cNvPr id="525" name="Shape 523"/>
          <p:cNvSpPr/>
          <p:nvPr/>
        </p:nvSpPr>
        <p:spPr>
          <a:xfrm>
            <a:off x="10149840" y="4636008"/>
            <a:ext cx="155448" cy="155448"/>
          </a:xfrm>
          <a:prstGeom prst="rect">
            <a:avLst/>
          </a:prstGeom>
          <a:solidFill>
            <a:srgbClr val="1F2933"/>
          </a:solidFill>
          <a:ln w="12700">
            <a:solidFill>
              <a:srgbClr val="1F2933"/>
            </a:solidFill>
            <a:prstDash val="solid"/>
          </a:ln>
        </p:spPr>
        <p:txBody>
          <a:bodyPr/>
          <a:lstStyle/>
          <a:p>
            <a:endParaRPr lang="en-ZA"/>
          </a:p>
        </p:txBody>
      </p:sp>
      <p:sp>
        <p:nvSpPr>
          <p:cNvPr id="526" name="Shape 524"/>
          <p:cNvSpPr/>
          <p:nvPr/>
        </p:nvSpPr>
        <p:spPr>
          <a:xfrm>
            <a:off x="10323576" y="4636008"/>
            <a:ext cx="155448" cy="155448"/>
          </a:xfrm>
          <a:prstGeom prst="rect">
            <a:avLst/>
          </a:prstGeom>
          <a:solidFill>
            <a:srgbClr val="30363D"/>
          </a:solidFill>
          <a:ln w="12700">
            <a:solidFill>
              <a:srgbClr val="30363D"/>
            </a:solidFill>
            <a:prstDash val="solid"/>
          </a:ln>
        </p:spPr>
        <p:txBody>
          <a:bodyPr/>
          <a:lstStyle/>
          <a:p>
            <a:endParaRPr lang="en-ZA"/>
          </a:p>
        </p:txBody>
      </p:sp>
      <p:sp>
        <p:nvSpPr>
          <p:cNvPr id="527" name="Shape 525"/>
          <p:cNvSpPr/>
          <p:nvPr/>
        </p:nvSpPr>
        <p:spPr>
          <a:xfrm>
            <a:off x="10497312" y="4636008"/>
            <a:ext cx="155448" cy="155448"/>
          </a:xfrm>
          <a:prstGeom prst="rect">
            <a:avLst/>
          </a:prstGeom>
          <a:solidFill>
            <a:srgbClr val="1F2933"/>
          </a:solidFill>
          <a:ln w="12700">
            <a:solidFill>
              <a:srgbClr val="1F2933"/>
            </a:solidFill>
            <a:prstDash val="solid"/>
          </a:ln>
        </p:spPr>
        <p:txBody>
          <a:bodyPr/>
          <a:lstStyle/>
          <a:p>
            <a:endParaRPr lang="en-ZA"/>
          </a:p>
        </p:txBody>
      </p:sp>
      <p:sp>
        <p:nvSpPr>
          <p:cNvPr id="528" name="Shape 526"/>
          <p:cNvSpPr/>
          <p:nvPr/>
        </p:nvSpPr>
        <p:spPr>
          <a:xfrm>
            <a:off x="10671048" y="4636008"/>
            <a:ext cx="155448" cy="155448"/>
          </a:xfrm>
          <a:prstGeom prst="rect">
            <a:avLst/>
          </a:prstGeom>
          <a:solidFill>
            <a:srgbClr val="1F2933"/>
          </a:solidFill>
          <a:ln w="12700">
            <a:solidFill>
              <a:srgbClr val="1F2933"/>
            </a:solidFill>
            <a:prstDash val="solid"/>
          </a:ln>
        </p:spPr>
        <p:txBody>
          <a:bodyPr/>
          <a:lstStyle/>
          <a:p>
            <a:endParaRPr lang="en-ZA"/>
          </a:p>
        </p:txBody>
      </p:sp>
      <p:sp>
        <p:nvSpPr>
          <p:cNvPr id="529" name="Shape 527"/>
          <p:cNvSpPr/>
          <p:nvPr/>
        </p:nvSpPr>
        <p:spPr>
          <a:xfrm>
            <a:off x="10844784" y="4636008"/>
            <a:ext cx="155448" cy="155448"/>
          </a:xfrm>
          <a:prstGeom prst="rect">
            <a:avLst/>
          </a:prstGeom>
          <a:solidFill>
            <a:srgbClr val="1F2933"/>
          </a:solidFill>
          <a:ln w="12700">
            <a:solidFill>
              <a:srgbClr val="1F2933"/>
            </a:solidFill>
            <a:prstDash val="solid"/>
          </a:ln>
        </p:spPr>
        <p:txBody>
          <a:bodyPr/>
          <a:lstStyle/>
          <a:p>
            <a:endParaRPr lang="en-ZA"/>
          </a:p>
        </p:txBody>
      </p:sp>
      <p:sp>
        <p:nvSpPr>
          <p:cNvPr id="530" name="Shape 528"/>
          <p:cNvSpPr/>
          <p:nvPr/>
        </p:nvSpPr>
        <p:spPr>
          <a:xfrm>
            <a:off x="11018520" y="4636008"/>
            <a:ext cx="155448" cy="155448"/>
          </a:xfrm>
          <a:prstGeom prst="rect">
            <a:avLst/>
          </a:prstGeom>
          <a:solidFill>
            <a:srgbClr val="1F2933"/>
          </a:solidFill>
          <a:ln w="12700">
            <a:solidFill>
              <a:srgbClr val="1F2933"/>
            </a:solidFill>
            <a:prstDash val="solid"/>
          </a:ln>
        </p:spPr>
        <p:txBody>
          <a:bodyPr/>
          <a:lstStyle/>
          <a:p>
            <a:endParaRPr lang="en-ZA"/>
          </a:p>
        </p:txBody>
      </p:sp>
      <p:sp>
        <p:nvSpPr>
          <p:cNvPr id="531" name="Shape 529"/>
          <p:cNvSpPr/>
          <p:nvPr/>
        </p:nvSpPr>
        <p:spPr>
          <a:xfrm>
            <a:off x="11192256" y="4636008"/>
            <a:ext cx="155448" cy="155448"/>
          </a:xfrm>
          <a:prstGeom prst="rect">
            <a:avLst/>
          </a:prstGeom>
          <a:solidFill>
            <a:srgbClr val="1F2933"/>
          </a:solidFill>
          <a:ln w="12700">
            <a:solidFill>
              <a:srgbClr val="1F2933"/>
            </a:solidFill>
            <a:prstDash val="solid"/>
          </a:ln>
        </p:spPr>
        <p:txBody>
          <a:bodyPr/>
          <a:lstStyle/>
          <a:p>
            <a:endParaRPr lang="en-ZA"/>
          </a:p>
        </p:txBody>
      </p:sp>
      <p:sp>
        <p:nvSpPr>
          <p:cNvPr id="532" name="Shape 530"/>
          <p:cNvSpPr/>
          <p:nvPr/>
        </p:nvSpPr>
        <p:spPr>
          <a:xfrm>
            <a:off x="8321040" y="2523744"/>
            <a:ext cx="2468880" cy="0"/>
          </a:xfrm>
          <a:prstGeom prst="line">
            <a:avLst/>
          </a:prstGeom>
          <a:noFill/>
          <a:ln w="50800">
            <a:solidFill>
              <a:srgbClr val="FF2D55"/>
            </a:solidFill>
            <a:prstDash val="solid"/>
          </a:ln>
        </p:spPr>
        <p:txBody>
          <a:bodyPr/>
          <a:lstStyle/>
          <a:p>
            <a:endParaRPr lang="en-ZA"/>
          </a:p>
        </p:txBody>
      </p:sp>
      <p:sp>
        <p:nvSpPr>
          <p:cNvPr id="533" name="Shape 531"/>
          <p:cNvSpPr/>
          <p:nvPr/>
        </p:nvSpPr>
        <p:spPr>
          <a:xfrm>
            <a:off x="8321040" y="2761488"/>
            <a:ext cx="2468880" cy="822960"/>
          </a:xfrm>
          <a:prstGeom prst="line">
            <a:avLst/>
          </a:prstGeom>
          <a:noFill/>
          <a:ln w="50800">
            <a:solidFill>
              <a:srgbClr val="38BDF8"/>
            </a:solidFill>
            <a:prstDash val="solid"/>
          </a:ln>
        </p:spPr>
        <p:txBody>
          <a:bodyPr/>
          <a:lstStyle/>
          <a:p>
            <a:endParaRPr lang="en-ZA"/>
          </a:p>
        </p:txBody>
      </p:sp>
      <p:sp>
        <p:nvSpPr>
          <p:cNvPr id="534" name="Shape 532"/>
          <p:cNvSpPr/>
          <p:nvPr/>
        </p:nvSpPr>
        <p:spPr>
          <a:xfrm>
            <a:off x="8321040" y="2999232"/>
            <a:ext cx="2011680" cy="1188720"/>
          </a:xfrm>
          <a:prstGeom prst="line">
            <a:avLst/>
          </a:prstGeom>
          <a:noFill/>
          <a:ln w="50800">
            <a:solidFill>
              <a:srgbClr val="A855F7"/>
            </a:solidFill>
            <a:prstDash val="solid"/>
          </a:ln>
        </p:spPr>
        <p:txBody>
          <a:bodyPr/>
          <a:lstStyle/>
          <a:p>
            <a:endParaRPr lang="en-ZA"/>
          </a:p>
        </p:txBody>
      </p:sp>
      <p:sp>
        <p:nvSpPr>
          <p:cNvPr id="535" name="Shape 533"/>
          <p:cNvSpPr/>
          <p:nvPr/>
        </p:nvSpPr>
        <p:spPr>
          <a:xfrm>
            <a:off x="621792" y="5897880"/>
            <a:ext cx="1234440" cy="310896"/>
          </a:xfrm>
          <a:prstGeom prst="roundRect">
            <a:avLst>
              <a:gd name="adj" fmla="val 23529"/>
            </a:avLst>
          </a:prstGeom>
          <a:solidFill>
            <a:srgbClr val="FF2D55"/>
          </a:solidFill>
          <a:ln w="12700">
            <a:solidFill>
              <a:srgbClr val="FF2D55"/>
            </a:solidFill>
            <a:prstDash val="solid"/>
          </a:ln>
        </p:spPr>
        <p:txBody>
          <a:bodyPr/>
          <a:lstStyle/>
          <a:p>
            <a:endParaRPr lang="en-ZA"/>
          </a:p>
        </p:txBody>
      </p:sp>
      <p:sp>
        <p:nvSpPr>
          <p:cNvPr id="536" name="Text 534"/>
          <p:cNvSpPr/>
          <p:nvPr/>
        </p:nvSpPr>
        <p:spPr>
          <a:xfrm>
            <a:off x="694944" y="5966460"/>
            <a:ext cx="1088136" cy="137160"/>
          </a:xfrm>
          <a:prstGeom prst="rect">
            <a:avLst/>
          </a:prstGeom>
          <a:noFill/>
          <a:ln/>
        </p:spPr>
        <p:txBody>
          <a:bodyPr wrap="square" lIns="0" tIns="0" rIns="0" bIns="0" rtlCol="0" anchor="ctr"/>
          <a:lstStyle/>
          <a:p>
            <a:pPr marL="0" indent="0" algn="ctr">
              <a:buNone/>
            </a:pPr>
            <a:r>
              <a:rPr lang="en-US" sz="820" b="1" dirty="0">
                <a:solidFill>
                  <a:srgbClr val="FFFFFF"/>
                </a:solidFill>
              </a:rPr>
              <a:t>A*</a:t>
            </a:r>
            <a:endParaRPr lang="en-US" sz="820" dirty="0"/>
          </a:p>
        </p:txBody>
      </p:sp>
      <p:sp>
        <p:nvSpPr>
          <p:cNvPr id="537" name="Shape 535"/>
          <p:cNvSpPr/>
          <p:nvPr/>
        </p:nvSpPr>
        <p:spPr>
          <a:xfrm>
            <a:off x="1965960" y="5897880"/>
            <a:ext cx="1234440" cy="310896"/>
          </a:xfrm>
          <a:prstGeom prst="roundRect">
            <a:avLst>
              <a:gd name="adj" fmla="val 23529"/>
            </a:avLst>
          </a:prstGeom>
          <a:solidFill>
            <a:srgbClr val="38BDF8"/>
          </a:solidFill>
          <a:ln w="12700">
            <a:solidFill>
              <a:srgbClr val="38BDF8"/>
            </a:solidFill>
            <a:prstDash val="solid"/>
          </a:ln>
        </p:spPr>
        <p:txBody>
          <a:bodyPr/>
          <a:lstStyle/>
          <a:p>
            <a:endParaRPr lang="en-ZA"/>
          </a:p>
        </p:txBody>
      </p:sp>
      <p:sp>
        <p:nvSpPr>
          <p:cNvPr id="538" name="Text 536"/>
          <p:cNvSpPr/>
          <p:nvPr/>
        </p:nvSpPr>
        <p:spPr>
          <a:xfrm>
            <a:off x="2039112" y="5966460"/>
            <a:ext cx="1088136" cy="137160"/>
          </a:xfrm>
          <a:prstGeom prst="rect">
            <a:avLst/>
          </a:prstGeom>
          <a:noFill/>
          <a:ln/>
        </p:spPr>
        <p:txBody>
          <a:bodyPr wrap="square" lIns="0" tIns="0" rIns="0" bIns="0" rtlCol="0" anchor="ctr"/>
          <a:lstStyle/>
          <a:p>
            <a:pPr marL="0" indent="0" algn="ctr">
              <a:buNone/>
            </a:pPr>
            <a:r>
              <a:rPr lang="en-US" sz="820" b="1" dirty="0">
                <a:solidFill>
                  <a:srgbClr val="FFFFFF"/>
                </a:solidFill>
              </a:rPr>
              <a:t>Dijkstra</a:t>
            </a:r>
            <a:endParaRPr lang="en-US" sz="820" dirty="0"/>
          </a:p>
        </p:txBody>
      </p:sp>
      <p:sp>
        <p:nvSpPr>
          <p:cNvPr id="539" name="Shape 537"/>
          <p:cNvSpPr/>
          <p:nvPr/>
        </p:nvSpPr>
        <p:spPr>
          <a:xfrm>
            <a:off x="3310128" y="5897880"/>
            <a:ext cx="1234440" cy="310896"/>
          </a:xfrm>
          <a:prstGeom prst="roundRect">
            <a:avLst>
              <a:gd name="adj" fmla="val 23529"/>
            </a:avLst>
          </a:prstGeom>
          <a:solidFill>
            <a:srgbClr val="A855F7"/>
          </a:solidFill>
          <a:ln w="12700">
            <a:solidFill>
              <a:srgbClr val="A855F7"/>
            </a:solidFill>
            <a:prstDash val="solid"/>
          </a:ln>
        </p:spPr>
        <p:txBody>
          <a:bodyPr/>
          <a:lstStyle/>
          <a:p>
            <a:endParaRPr lang="en-ZA"/>
          </a:p>
        </p:txBody>
      </p:sp>
      <p:sp>
        <p:nvSpPr>
          <p:cNvPr id="540" name="Text 538"/>
          <p:cNvSpPr/>
          <p:nvPr/>
        </p:nvSpPr>
        <p:spPr>
          <a:xfrm>
            <a:off x="3383280" y="5966460"/>
            <a:ext cx="1088136" cy="137160"/>
          </a:xfrm>
          <a:prstGeom prst="rect">
            <a:avLst/>
          </a:prstGeom>
          <a:noFill/>
          <a:ln/>
        </p:spPr>
        <p:txBody>
          <a:bodyPr wrap="square" lIns="0" tIns="0" rIns="0" bIns="0" rtlCol="0" anchor="ctr"/>
          <a:lstStyle/>
          <a:p>
            <a:pPr marL="0" indent="0" algn="ctr">
              <a:buNone/>
            </a:pPr>
            <a:r>
              <a:rPr lang="en-US" sz="820" b="1" dirty="0">
                <a:solidFill>
                  <a:srgbClr val="FFFFFF"/>
                </a:solidFill>
              </a:rPr>
              <a:t>Greedy</a:t>
            </a:r>
            <a:endParaRPr lang="en-US" sz="820" dirty="0"/>
          </a:p>
        </p:txBody>
      </p:sp>
      <p:sp>
        <p:nvSpPr>
          <p:cNvPr id="541" name="Text 539"/>
          <p:cNvSpPr/>
          <p:nvPr/>
        </p:nvSpPr>
        <p:spPr>
          <a:xfrm>
            <a:off x="8229600" y="5907024"/>
            <a:ext cx="2926080" cy="219456"/>
          </a:xfrm>
          <a:prstGeom prst="rect">
            <a:avLst/>
          </a:prstGeom>
          <a:noFill/>
          <a:ln/>
        </p:spPr>
        <p:txBody>
          <a:bodyPr wrap="square" lIns="0" tIns="0" rIns="0" bIns="0" rtlCol="0" anchor="ctr"/>
          <a:lstStyle/>
          <a:p>
            <a:pPr marL="0" indent="0" algn="r">
              <a:buNone/>
            </a:pPr>
            <a:r>
              <a:rPr lang="en-US" sz="1000" dirty="0">
                <a:solidFill>
                  <a:srgbClr val="8B949E"/>
                </a:solidFill>
              </a:rPr>
              <a:t>CS3A Mini Project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a:extLst>
            <a:ext uri="{FF2B5EF4-FFF2-40B4-BE49-F238E27FC236}">
              <a16:creationId xmlns:a16="http://schemas.microsoft.com/office/drawing/2014/main" id="{B675C307-1A6D-7183-E9D6-79DA0317867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B27A565-E474-9729-492C-FFDA52FEE83A}"/>
              </a:ext>
            </a:extLst>
          </p:cNvPr>
          <p:cNvSpPr/>
          <p:nvPr/>
        </p:nvSpPr>
        <p:spPr>
          <a:xfrm>
            <a:off x="502920" y="310896"/>
            <a:ext cx="4937760" cy="219456"/>
          </a:xfrm>
          <a:prstGeom prst="rect">
            <a:avLst/>
          </a:prstGeom>
          <a:noFill/>
          <a:ln/>
        </p:spPr>
        <p:txBody>
          <a:bodyPr wrap="square" rtlCol="0" anchor="ctr"/>
          <a:lstStyle/>
          <a:p>
            <a:pPr marL="0" indent="0">
              <a:buNone/>
            </a:pPr>
            <a:r>
              <a:rPr lang="en-US" sz="900" b="1" dirty="0">
                <a:solidFill>
                  <a:srgbClr val="3FB950"/>
                </a:solidFill>
                <a:latin typeface="Aptos" pitchFamily="34" charset="0"/>
              </a:rPr>
              <a:t>MEET THE TEAM</a:t>
            </a:r>
            <a:endParaRPr lang="en-US" sz="900" dirty="0"/>
          </a:p>
        </p:txBody>
      </p:sp>
      <p:sp>
        <p:nvSpPr>
          <p:cNvPr id="3" name="Text 1">
            <a:extLst>
              <a:ext uri="{FF2B5EF4-FFF2-40B4-BE49-F238E27FC236}">
                <a16:creationId xmlns:a16="http://schemas.microsoft.com/office/drawing/2014/main" id="{F8975F7D-6089-3598-2FA0-FE57D93C9F99}"/>
              </a:ext>
            </a:extLst>
          </p:cNvPr>
          <p:cNvSpPr/>
          <p:nvPr/>
        </p:nvSpPr>
        <p:spPr>
          <a:xfrm>
            <a:off x="502920" y="566928"/>
            <a:ext cx="10698480" cy="530352"/>
          </a:xfrm>
          <a:prstGeom prst="rect">
            <a:avLst/>
          </a:prstGeom>
          <a:noFill/>
          <a:ln/>
        </p:spPr>
        <p:txBody>
          <a:bodyPr wrap="square" lIns="0" tIns="0" rIns="0" bIns="0" rtlCol="0" anchor="ctr">
            <a:normAutofit/>
          </a:bodyPr>
          <a:lstStyle/>
          <a:p>
            <a:pPr marL="0" indent="0">
              <a:buNone/>
            </a:pPr>
            <a:r>
              <a:rPr lang="en-US" sz="2500" b="1" dirty="0">
                <a:solidFill>
                  <a:srgbClr val="E6EDF3"/>
                </a:solidFill>
                <a:latin typeface="Aptos Display" pitchFamily="34" charset="0"/>
                <a:ea typeface="Aptos Display" pitchFamily="34" charset="-122"/>
                <a:cs typeface="Aptos Display" pitchFamily="34" charset="-120"/>
              </a:rPr>
              <a:t>AllStar</a:t>
            </a:r>
            <a:endParaRPr lang="en-US" sz="2500" dirty="0"/>
          </a:p>
        </p:txBody>
      </p:sp>
      <p:sp>
        <p:nvSpPr>
          <p:cNvPr id="4" name="Shape 2">
            <a:extLst>
              <a:ext uri="{FF2B5EF4-FFF2-40B4-BE49-F238E27FC236}">
                <a16:creationId xmlns:a16="http://schemas.microsoft.com/office/drawing/2014/main" id="{0E7EEEE5-B55C-3B5A-F3C0-72C0F771BE61}"/>
              </a:ext>
            </a:extLst>
          </p:cNvPr>
          <p:cNvSpPr/>
          <p:nvPr/>
        </p:nvSpPr>
        <p:spPr>
          <a:xfrm>
            <a:off x="502920" y="1143000"/>
            <a:ext cx="1234440" cy="0"/>
          </a:xfrm>
          <a:prstGeom prst="line">
            <a:avLst/>
          </a:prstGeom>
          <a:noFill/>
          <a:ln w="27940">
            <a:solidFill>
              <a:srgbClr val="3FB950"/>
            </a:solidFill>
            <a:prstDash val="solid"/>
          </a:ln>
        </p:spPr>
        <p:txBody>
          <a:bodyPr/>
          <a:lstStyle/>
          <a:p>
            <a:endParaRPr lang="en-ZA"/>
          </a:p>
        </p:txBody>
      </p:sp>
      <p:sp>
        <p:nvSpPr>
          <p:cNvPr id="7" name="Shape 5">
            <a:extLst>
              <a:ext uri="{FF2B5EF4-FFF2-40B4-BE49-F238E27FC236}">
                <a16:creationId xmlns:a16="http://schemas.microsoft.com/office/drawing/2014/main" id="{DFE3C61A-2D95-99A6-4F9D-C1268FA7B346}"/>
              </a:ext>
            </a:extLst>
          </p:cNvPr>
          <p:cNvSpPr/>
          <p:nvPr/>
        </p:nvSpPr>
        <p:spPr>
          <a:xfrm>
            <a:off x="5848428" y="1583778"/>
            <a:ext cx="2011680" cy="1188720"/>
          </a:xfrm>
          <a:prstGeom prst="roundRect">
            <a:avLst>
              <a:gd name="adj" fmla="val 6154"/>
            </a:avLst>
          </a:prstGeom>
          <a:solidFill>
            <a:srgbClr val="1C2230"/>
          </a:solidFill>
          <a:ln w="12700">
            <a:solidFill>
              <a:srgbClr val="30363D"/>
            </a:solidFill>
            <a:prstDash val="solid"/>
          </a:ln>
        </p:spPr>
        <p:txBody>
          <a:bodyPr/>
          <a:lstStyle/>
          <a:p>
            <a:endParaRPr lang="en-ZA"/>
          </a:p>
        </p:txBody>
      </p:sp>
      <p:sp>
        <p:nvSpPr>
          <p:cNvPr id="8" name="Shape 6">
            <a:extLst>
              <a:ext uri="{FF2B5EF4-FFF2-40B4-BE49-F238E27FC236}">
                <a16:creationId xmlns:a16="http://schemas.microsoft.com/office/drawing/2014/main" id="{6EE291EF-C2AC-623A-8BE5-EF028D0E9088}"/>
              </a:ext>
            </a:extLst>
          </p:cNvPr>
          <p:cNvSpPr/>
          <p:nvPr/>
        </p:nvSpPr>
        <p:spPr>
          <a:xfrm>
            <a:off x="5848428" y="1583778"/>
            <a:ext cx="64008" cy="1188720"/>
          </a:xfrm>
          <a:prstGeom prst="rect">
            <a:avLst/>
          </a:prstGeom>
          <a:solidFill>
            <a:srgbClr val="38BDF8"/>
          </a:solidFill>
          <a:ln w="12700">
            <a:solidFill>
              <a:srgbClr val="38BDF8"/>
            </a:solidFill>
            <a:prstDash val="solid"/>
          </a:ln>
        </p:spPr>
        <p:txBody>
          <a:bodyPr/>
          <a:lstStyle/>
          <a:p>
            <a:endParaRPr lang="en-ZA"/>
          </a:p>
        </p:txBody>
      </p:sp>
      <p:sp>
        <p:nvSpPr>
          <p:cNvPr id="9" name="Text 7">
            <a:extLst>
              <a:ext uri="{FF2B5EF4-FFF2-40B4-BE49-F238E27FC236}">
                <a16:creationId xmlns:a16="http://schemas.microsoft.com/office/drawing/2014/main" id="{47D7AD76-3BDF-60EB-2CB2-F6ECD6A4D712}"/>
              </a:ext>
            </a:extLst>
          </p:cNvPr>
          <p:cNvSpPr/>
          <p:nvPr/>
        </p:nvSpPr>
        <p:spPr>
          <a:xfrm>
            <a:off x="6049596" y="1748370"/>
            <a:ext cx="1664208" cy="237744"/>
          </a:xfrm>
          <a:prstGeom prst="rect">
            <a:avLst/>
          </a:prstGeom>
          <a:noFill/>
          <a:ln/>
        </p:spPr>
        <p:txBody>
          <a:bodyPr wrap="square" lIns="0" tIns="0" rIns="0" bIns="0" rtlCol="0" anchor="ctr"/>
          <a:lstStyle/>
          <a:p>
            <a:pPr marL="0" indent="0">
              <a:buNone/>
            </a:pPr>
            <a:r>
              <a:rPr lang="en-US" sz="1200" b="1" dirty="0">
                <a:solidFill>
                  <a:srgbClr val="E6EDF3"/>
                </a:solidFill>
              </a:rPr>
              <a:t>Mavundla</a:t>
            </a:r>
            <a:endParaRPr lang="en-US" sz="1200" dirty="0"/>
          </a:p>
        </p:txBody>
      </p:sp>
      <p:sp>
        <p:nvSpPr>
          <p:cNvPr id="10" name="Text 8">
            <a:extLst>
              <a:ext uri="{FF2B5EF4-FFF2-40B4-BE49-F238E27FC236}">
                <a16:creationId xmlns:a16="http://schemas.microsoft.com/office/drawing/2014/main" id="{385B8B4D-6A9C-0506-2490-4515E909EC21}"/>
              </a:ext>
            </a:extLst>
          </p:cNvPr>
          <p:cNvSpPr/>
          <p:nvPr/>
        </p:nvSpPr>
        <p:spPr>
          <a:xfrm>
            <a:off x="6049596" y="2086698"/>
            <a:ext cx="1664208" cy="548640"/>
          </a:xfrm>
          <a:prstGeom prst="rect">
            <a:avLst/>
          </a:prstGeom>
          <a:noFill/>
          <a:ln/>
        </p:spPr>
        <p:txBody>
          <a:bodyPr wrap="square" lIns="0" tIns="0" rIns="0" bIns="0" rtlCol="0" anchor="t">
            <a:normAutofit/>
          </a:bodyPr>
          <a:lstStyle/>
          <a:p>
            <a:pPr marL="0" indent="0">
              <a:buNone/>
            </a:pPr>
            <a:r>
              <a:rPr lang="en-US" sz="1030" dirty="0">
                <a:solidFill>
                  <a:srgbClr val="8B949E"/>
                </a:solidFill>
              </a:rPr>
              <a:t>SM</a:t>
            </a:r>
            <a:endParaRPr lang="en-US" sz="1030" dirty="0"/>
          </a:p>
        </p:txBody>
      </p:sp>
      <p:sp>
        <p:nvSpPr>
          <p:cNvPr id="12" name="Shape 10">
            <a:extLst>
              <a:ext uri="{FF2B5EF4-FFF2-40B4-BE49-F238E27FC236}">
                <a16:creationId xmlns:a16="http://schemas.microsoft.com/office/drawing/2014/main" id="{F72A093B-71F7-D43B-F688-D836DF446584}"/>
              </a:ext>
            </a:extLst>
          </p:cNvPr>
          <p:cNvSpPr/>
          <p:nvPr/>
        </p:nvSpPr>
        <p:spPr>
          <a:xfrm>
            <a:off x="8728788" y="1583778"/>
            <a:ext cx="2011680" cy="1188720"/>
          </a:xfrm>
          <a:prstGeom prst="roundRect">
            <a:avLst>
              <a:gd name="adj" fmla="val 6154"/>
            </a:avLst>
          </a:prstGeom>
          <a:solidFill>
            <a:srgbClr val="1C2230"/>
          </a:solidFill>
          <a:ln w="12700">
            <a:solidFill>
              <a:srgbClr val="30363D"/>
            </a:solidFill>
            <a:prstDash val="solid"/>
          </a:ln>
        </p:spPr>
        <p:txBody>
          <a:bodyPr/>
          <a:lstStyle/>
          <a:p>
            <a:endParaRPr lang="en-ZA"/>
          </a:p>
        </p:txBody>
      </p:sp>
      <p:sp>
        <p:nvSpPr>
          <p:cNvPr id="13" name="Shape 11">
            <a:extLst>
              <a:ext uri="{FF2B5EF4-FFF2-40B4-BE49-F238E27FC236}">
                <a16:creationId xmlns:a16="http://schemas.microsoft.com/office/drawing/2014/main" id="{FEC7C453-97D7-D594-E0CA-9684DBC04346}"/>
              </a:ext>
            </a:extLst>
          </p:cNvPr>
          <p:cNvSpPr/>
          <p:nvPr/>
        </p:nvSpPr>
        <p:spPr>
          <a:xfrm>
            <a:off x="8728788" y="1583778"/>
            <a:ext cx="64008" cy="1188720"/>
          </a:xfrm>
          <a:prstGeom prst="rect">
            <a:avLst/>
          </a:prstGeom>
          <a:solidFill>
            <a:srgbClr val="3FB950"/>
          </a:solidFill>
          <a:ln w="12700">
            <a:solidFill>
              <a:srgbClr val="3FB950"/>
            </a:solidFill>
            <a:prstDash val="solid"/>
          </a:ln>
        </p:spPr>
        <p:txBody>
          <a:bodyPr/>
          <a:lstStyle/>
          <a:p>
            <a:endParaRPr lang="en-ZA"/>
          </a:p>
        </p:txBody>
      </p:sp>
      <p:sp>
        <p:nvSpPr>
          <p:cNvPr id="14" name="Text 12">
            <a:extLst>
              <a:ext uri="{FF2B5EF4-FFF2-40B4-BE49-F238E27FC236}">
                <a16:creationId xmlns:a16="http://schemas.microsoft.com/office/drawing/2014/main" id="{20C7A29C-DDCE-CB1E-0A4C-BB1C6A192CD1}"/>
              </a:ext>
            </a:extLst>
          </p:cNvPr>
          <p:cNvSpPr/>
          <p:nvPr/>
        </p:nvSpPr>
        <p:spPr>
          <a:xfrm>
            <a:off x="8929956" y="1748370"/>
            <a:ext cx="1664208" cy="237744"/>
          </a:xfrm>
          <a:prstGeom prst="rect">
            <a:avLst/>
          </a:prstGeom>
          <a:noFill/>
          <a:ln/>
        </p:spPr>
        <p:txBody>
          <a:bodyPr wrap="square" lIns="0" tIns="0" rIns="0" bIns="0" rtlCol="0" anchor="ctr"/>
          <a:lstStyle/>
          <a:p>
            <a:pPr marL="0" indent="0">
              <a:buNone/>
            </a:pPr>
            <a:r>
              <a:rPr lang="en-US" sz="1200" b="1" dirty="0" err="1">
                <a:solidFill>
                  <a:srgbClr val="E6EDF3"/>
                </a:solidFill>
              </a:rPr>
              <a:t>Mashapa</a:t>
            </a:r>
            <a:endParaRPr lang="en-US" sz="1200" dirty="0"/>
          </a:p>
        </p:txBody>
      </p:sp>
      <p:sp>
        <p:nvSpPr>
          <p:cNvPr id="15" name="Text 13">
            <a:extLst>
              <a:ext uri="{FF2B5EF4-FFF2-40B4-BE49-F238E27FC236}">
                <a16:creationId xmlns:a16="http://schemas.microsoft.com/office/drawing/2014/main" id="{CA28C472-1BB7-1598-0C87-D86F29BBAB39}"/>
              </a:ext>
            </a:extLst>
          </p:cNvPr>
          <p:cNvSpPr/>
          <p:nvPr/>
        </p:nvSpPr>
        <p:spPr>
          <a:xfrm>
            <a:off x="8929956" y="2086698"/>
            <a:ext cx="1664208" cy="548640"/>
          </a:xfrm>
          <a:prstGeom prst="rect">
            <a:avLst/>
          </a:prstGeom>
          <a:noFill/>
          <a:ln/>
        </p:spPr>
        <p:txBody>
          <a:bodyPr wrap="square" lIns="0" tIns="0" rIns="0" bIns="0" rtlCol="0" anchor="t">
            <a:normAutofit/>
          </a:bodyPr>
          <a:lstStyle/>
          <a:p>
            <a:pPr marL="0" indent="0">
              <a:buNone/>
            </a:pPr>
            <a:r>
              <a:rPr lang="en-US" sz="1030" dirty="0">
                <a:solidFill>
                  <a:srgbClr val="8B949E"/>
                </a:solidFill>
              </a:rPr>
              <a:t>ME</a:t>
            </a:r>
            <a:endParaRPr lang="en-US" sz="1030" dirty="0"/>
          </a:p>
        </p:txBody>
      </p:sp>
      <p:sp>
        <p:nvSpPr>
          <p:cNvPr id="18" name="Shape 16">
            <a:extLst>
              <a:ext uri="{FF2B5EF4-FFF2-40B4-BE49-F238E27FC236}">
                <a16:creationId xmlns:a16="http://schemas.microsoft.com/office/drawing/2014/main" id="{D0D17C6B-8591-48A8-2EF5-6605B0C840EE}"/>
              </a:ext>
            </a:extLst>
          </p:cNvPr>
          <p:cNvSpPr/>
          <p:nvPr/>
        </p:nvSpPr>
        <p:spPr>
          <a:xfrm>
            <a:off x="5848428" y="3869778"/>
            <a:ext cx="2011680" cy="1188720"/>
          </a:xfrm>
          <a:prstGeom prst="roundRect">
            <a:avLst>
              <a:gd name="adj" fmla="val 6154"/>
            </a:avLst>
          </a:prstGeom>
          <a:solidFill>
            <a:srgbClr val="1C2230"/>
          </a:solidFill>
          <a:ln w="12700">
            <a:solidFill>
              <a:srgbClr val="30363D"/>
            </a:solidFill>
            <a:prstDash val="solid"/>
          </a:ln>
        </p:spPr>
        <p:txBody>
          <a:bodyPr/>
          <a:lstStyle/>
          <a:p>
            <a:endParaRPr lang="en-ZA"/>
          </a:p>
        </p:txBody>
      </p:sp>
      <p:sp>
        <p:nvSpPr>
          <p:cNvPr id="19" name="Shape 17">
            <a:extLst>
              <a:ext uri="{FF2B5EF4-FFF2-40B4-BE49-F238E27FC236}">
                <a16:creationId xmlns:a16="http://schemas.microsoft.com/office/drawing/2014/main" id="{A815F87C-2DE3-6F14-C86B-43D6A9F00D14}"/>
              </a:ext>
            </a:extLst>
          </p:cNvPr>
          <p:cNvSpPr/>
          <p:nvPr/>
        </p:nvSpPr>
        <p:spPr>
          <a:xfrm>
            <a:off x="5848428" y="3869778"/>
            <a:ext cx="64008" cy="1188720"/>
          </a:xfrm>
          <a:prstGeom prst="rect">
            <a:avLst/>
          </a:prstGeom>
          <a:solidFill>
            <a:srgbClr val="FACC15"/>
          </a:solidFill>
          <a:ln w="12700">
            <a:solidFill>
              <a:srgbClr val="FACC15"/>
            </a:solidFill>
            <a:prstDash val="solid"/>
          </a:ln>
        </p:spPr>
        <p:txBody>
          <a:bodyPr/>
          <a:lstStyle/>
          <a:p>
            <a:endParaRPr lang="en-ZA"/>
          </a:p>
        </p:txBody>
      </p:sp>
      <p:sp>
        <p:nvSpPr>
          <p:cNvPr id="20" name="Text 18">
            <a:extLst>
              <a:ext uri="{FF2B5EF4-FFF2-40B4-BE49-F238E27FC236}">
                <a16:creationId xmlns:a16="http://schemas.microsoft.com/office/drawing/2014/main" id="{E16D2A18-8935-334F-0EF9-36AB1521148F}"/>
              </a:ext>
            </a:extLst>
          </p:cNvPr>
          <p:cNvSpPr/>
          <p:nvPr/>
        </p:nvSpPr>
        <p:spPr>
          <a:xfrm>
            <a:off x="6049596" y="4034370"/>
            <a:ext cx="1664208" cy="237744"/>
          </a:xfrm>
          <a:prstGeom prst="rect">
            <a:avLst/>
          </a:prstGeom>
          <a:noFill/>
          <a:ln/>
        </p:spPr>
        <p:txBody>
          <a:bodyPr wrap="square" lIns="0" tIns="0" rIns="0" bIns="0" rtlCol="0" anchor="ctr"/>
          <a:lstStyle/>
          <a:p>
            <a:pPr marL="0" indent="0">
              <a:buNone/>
            </a:pPr>
            <a:r>
              <a:rPr lang="en-US" sz="1200" b="1" dirty="0">
                <a:solidFill>
                  <a:srgbClr val="E6EDF3"/>
                </a:solidFill>
              </a:rPr>
              <a:t>Ndlovu</a:t>
            </a:r>
            <a:endParaRPr lang="en-US" sz="1200" dirty="0"/>
          </a:p>
        </p:txBody>
      </p:sp>
      <p:sp>
        <p:nvSpPr>
          <p:cNvPr id="21" name="Text 19">
            <a:extLst>
              <a:ext uri="{FF2B5EF4-FFF2-40B4-BE49-F238E27FC236}">
                <a16:creationId xmlns:a16="http://schemas.microsoft.com/office/drawing/2014/main" id="{C9B09594-0B9C-5699-7314-EF048BAE4E29}"/>
              </a:ext>
            </a:extLst>
          </p:cNvPr>
          <p:cNvSpPr/>
          <p:nvPr/>
        </p:nvSpPr>
        <p:spPr>
          <a:xfrm>
            <a:off x="6049596" y="4372698"/>
            <a:ext cx="1664208" cy="548640"/>
          </a:xfrm>
          <a:prstGeom prst="rect">
            <a:avLst/>
          </a:prstGeom>
          <a:noFill/>
          <a:ln/>
        </p:spPr>
        <p:txBody>
          <a:bodyPr wrap="square" lIns="0" tIns="0" rIns="0" bIns="0" rtlCol="0" anchor="t">
            <a:normAutofit/>
          </a:bodyPr>
          <a:lstStyle/>
          <a:p>
            <a:pPr marL="0" indent="0">
              <a:buNone/>
            </a:pPr>
            <a:r>
              <a:rPr lang="en-US" sz="1030" dirty="0">
                <a:solidFill>
                  <a:srgbClr val="8B949E"/>
                </a:solidFill>
              </a:rPr>
              <a:t>T</a:t>
            </a:r>
            <a:endParaRPr lang="en-US" sz="1030" dirty="0"/>
          </a:p>
        </p:txBody>
      </p:sp>
      <p:sp>
        <p:nvSpPr>
          <p:cNvPr id="22" name="Shape 20">
            <a:extLst>
              <a:ext uri="{FF2B5EF4-FFF2-40B4-BE49-F238E27FC236}">
                <a16:creationId xmlns:a16="http://schemas.microsoft.com/office/drawing/2014/main" id="{31970A20-A969-43DD-459E-B9E8B83F19B2}"/>
              </a:ext>
            </a:extLst>
          </p:cNvPr>
          <p:cNvSpPr/>
          <p:nvPr/>
        </p:nvSpPr>
        <p:spPr>
          <a:xfrm>
            <a:off x="8728788" y="3869778"/>
            <a:ext cx="2011680" cy="1188720"/>
          </a:xfrm>
          <a:prstGeom prst="roundRect">
            <a:avLst>
              <a:gd name="adj" fmla="val 6154"/>
            </a:avLst>
          </a:prstGeom>
          <a:solidFill>
            <a:srgbClr val="1C2230"/>
          </a:solidFill>
          <a:ln w="12700">
            <a:solidFill>
              <a:srgbClr val="30363D"/>
            </a:solidFill>
            <a:prstDash val="solid"/>
          </a:ln>
        </p:spPr>
        <p:txBody>
          <a:bodyPr/>
          <a:lstStyle/>
          <a:p>
            <a:endParaRPr lang="en-ZA"/>
          </a:p>
        </p:txBody>
      </p:sp>
      <p:sp>
        <p:nvSpPr>
          <p:cNvPr id="23" name="Shape 21">
            <a:extLst>
              <a:ext uri="{FF2B5EF4-FFF2-40B4-BE49-F238E27FC236}">
                <a16:creationId xmlns:a16="http://schemas.microsoft.com/office/drawing/2014/main" id="{C73A57BD-C99C-3E50-6031-3A0FF8E819A7}"/>
              </a:ext>
            </a:extLst>
          </p:cNvPr>
          <p:cNvSpPr/>
          <p:nvPr/>
        </p:nvSpPr>
        <p:spPr>
          <a:xfrm>
            <a:off x="8728788" y="3869778"/>
            <a:ext cx="64008" cy="1188720"/>
          </a:xfrm>
          <a:prstGeom prst="rect">
            <a:avLst/>
          </a:prstGeom>
          <a:solidFill>
            <a:srgbClr val="FF2D55"/>
          </a:solidFill>
          <a:ln w="12700">
            <a:solidFill>
              <a:srgbClr val="FF2D55"/>
            </a:solidFill>
            <a:prstDash val="solid"/>
          </a:ln>
        </p:spPr>
        <p:txBody>
          <a:bodyPr/>
          <a:lstStyle/>
          <a:p>
            <a:endParaRPr lang="en-ZA"/>
          </a:p>
        </p:txBody>
      </p:sp>
      <p:sp>
        <p:nvSpPr>
          <p:cNvPr id="24" name="Text 22">
            <a:extLst>
              <a:ext uri="{FF2B5EF4-FFF2-40B4-BE49-F238E27FC236}">
                <a16:creationId xmlns:a16="http://schemas.microsoft.com/office/drawing/2014/main" id="{570B53CF-30BF-AF16-AC17-472CDB2A8C03}"/>
              </a:ext>
            </a:extLst>
          </p:cNvPr>
          <p:cNvSpPr/>
          <p:nvPr/>
        </p:nvSpPr>
        <p:spPr>
          <a:xfrm>
            <a:off x="8929956" y="4034370"/>
            <a:ext cx="1664208" cy="237744"/>
          </a:xfrm>
          <a:prstGeom prst="rect">
            <a:avLst/>
          </a:prstGeom>
          <a:noFill/>
          <a:ln/>
        </p:spPr>
        <p:txBody>
          <a:bodyPr wrap="square" lIns="0" tIns="0" rIns="0" bIns="0" rtlCol="0" anchor="ctr"/>
          <a:lstStyle/>
          <a:p>
            <a:pPr marL="0" indent="0">
              <a:buNone/>
            </a:pPr>
            <a:r>
              <a:rPr lang="en-US" sz="1200" b="1" dirty="0">
                <a:solidFill>
                  <a:srgbClr val="E6EDF3"/>
                </a:solidFill>
              </a:rPr>
              <a:t>Masunda</a:t>
            </a:r>
            <a:endParaRPr lang="en-US" sz="1200" dirty="0"/>
          </a:p>
        </p:txBody>
      </p:sp>
      <p:sp>
        <p:nvSpPr>
          <p:cNvPr id="25" name="Text 23">
            <a:extLst>
              <a:ext uri="{FF2B5EF4-FFF2-40B4-BE49-F238E27FC236}">
                <a16:creationId xmlns:a16="http://schemas.microsoft.com/office/drawing/2014/main" id="{F4569355-A9F9-C5C6-2450-56A20E02CA23}"/>
              </a:ext>
            </a:extLst>
          </p:cNvPr>
          <p:cNvSpPr/>
          <p:nvPr/>
        </p:nvSpPr>
        <p:spPr>
          <a:xfrm>
            <a:off x="8929956" y="4372698"/>
            <a:ext cx="1664208" cy="548640"/>
          </a:xfrm>
          <a:prstGeom prst="rect">
            <a:avLst/>
          </a:prstGeom>
          <a:noFill/>
          <a:ln/>
        </p:spPr>
        <p:txBody>
          <a:bodyPr wrap="square" lIns="0" tIns="0" rIns="0" bIns="0" rtlCol="0" anchor="t">
            <a:normAutofit/>
          </a:bodyPr>
          <a:lstStyle/>
          <a:p>
            <a:pPr marL="0" indent="0">
              <a:buNone/>
            </a:pPr>
            <a:r>
              <a:rPr lang="en-US" sz="1030" dirty="0">
                <a:solidFill>
                  <a:srgbClr val="8B949E"/>
                </a:solidFill>
              </a:rPr>
              <a:t>TJ</a:t>
            </a:r>
            <a:endParaRPr lang="en-US" sz="1030" dirty="0"/>
          </a:p>
        </p:txBody>
      </p:sp>
      <p:sp>
        <p:nvSpPr>
          <p:cNvPr id="27" name="Text 3">
            <a:extLst>
              <a:ext uri="{FF2B5EF4-FFF2-40B4-BE49-F238E27FC236}">
                <a16:creationId xmlns:a16="http://schemas.microsoft.com/office/drawing/2014/main" id="{378F44E5-F958-BEE9-9CA7-A4D6F133C1CB}"/>
              </a:ext>
            </a:extLst>
          </p:cNvPr>
          <p:cNvSpPr/>
          <p:nvPr/>
        </p:nvSpPr>
        <p:spPr>
          <a:xfrm>
            <a:off x="502920" y="1545522"/>
            <a:ext cx="4937760" cy="1005840"/>
          </a:xfrm>
          <a:prstGeom prst="rect">
            <a:avLst/>
          </a:prstGeom>
          <a:noFill/>
          <a:ln/>
        </p:spPr>
        <p:txBody>
          <a:bodyPr wrap="square" lIns="254" tIns="254" rIns="254" bIns="254" rtlCol="0" anchor="ctr">
            <a:normAutofit/>
          </a:bodyPr>
          <a:lstStyle/>
          <a:p>
            <a:pPr marL="0" indent="0">
              <a:buNone/>
            </a:pPr>
            <a:r>
              <a:rPr lang="en-US" sz="1800" dirty="0">
                <a:solidFill>
                  <a:srgbClr val="E6EDF3"/>
                </a:solidFill>
                <a:latin typeface="Aptos" pitchFamily="34" charset="0"/>
                <a:ea typeface="Aptos" pitchFamily="34" charset="-122"/>
                <a:cs typeface="Aptos" pitchFamily="34" charset="-120"/>
              </a:rPr>
              <a:t>University of Johannesburg</a:t>
            </a:r>
          </a:p>
          <a:p>
            <a:pPr marL="0" indent="0">
              <a:buNone/>
            </a:pPr>
            <a:r>
              <a:rPr lang="en-US" dirty="0">
                <a:solidFill>
                  <a:srgbClr val="E6EDF3"/>
                </a:solidFill>
                <a:latin typeface="Aptos" pitchFamily="34" charset="0"/>
              </a:rPr>
              <a:t>Computer Science 3A – CSC03A3</a:t>
            </a:r>
          </a:p>
          <a:p>
            <a:pPr marL="0" indent="0">
              <a:buNone/>
            </a:pPr>
            <a:r>
              <a:rPr lang="en-US" dirty="0">
                <a:solidFill>
                  <a:srgbClr val="E6EDF3"/>
                </a:solidFill>
                <a:latin typeface="Aptos" pitchFamily="34" charset="0"/>
              </a:rPr>
              <a:t>Semester One Group Mini Project</a:t>
            </a:r>
          </a:p>
        </p:txBody>
      </p:sp>
    </p:spTree>
    <p:extLst>
      <p:ext uri="{BB962C8B-B14F-4D97-AF65-F5344CB8AC3E}">
        <p14:creationId xmlns:p14="http://schemas.microsoft.com/office/powerpoint/2010/main" val="1921649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02920" y="310896"/>
            <a:ext cx="4937760" cy="219456"/>
          </a:xfrm>
          <a:prstGeom prst="rect">
            <a:avLst/>
          </a:prstGeom>
          <a:noFill/>
          <a:ln/>
        </p:spPr>
        <p:txBody>
          <a:bodyPr wrap="square" rtlCol="0" anchor="ctr"/>
          <a:lstStyle/>
          <a:p>
            <a:pPr marL="0" indent="0">
              <a:buNone/>
            </a:pPr>
            <a:r>
              <a:rPr lang="en-US" sz="900" b="1" dirty="0">
                <a:solidFill>
                  <a:srgbClr val="3FB950"/>
                </a:solidFill>
                <a:latin typeface="Aptos" pitchFamily="34" charset="0"/>
              </a:rPr>
              <a:t>THE PROBLME</a:t>
            </a:r>
            <a:endParaRPr lang="en-US" sz="900" dirty="0"/>
          </a:p>
        </p:txBody>
      </p:sp>
      <p:sp>
        <p:nvSpPr>
          <p:cNvPr id="3" name="Text 1"/>
          <p:cNvSpPr/>
          <p:nvPr/>
        </p:nvSpPr>
        <p:spPr>
          <a:xfrm>
            <a:off x="502920" y="566928"/>
            <a:ext cx="10698480" cy="530352"/>
          </a:xfrm>
          <a:prstGeom prst="rect">
            <a:avLst/>
          </a:prstGeom>
          <a:noFill/>
          <a:ln/>
        </p:spPr>
        <p:txBody>
          <a:bodyPr wrap="square" lIns="0" tIns="0" rIns="0" bIns="0" rtlCol="0" anchor="ctr">
            <a:normAutofit/>
          </a:bodyPr>
          <a:lstStyle/>
          <a:p>
            <a:pPr marL="0" indent="0">
              <a:buNone/>
            </a:pPr>
            <a:r>
              <a:rPr lang="en-US" sz="2500" b="1" dirty="0">
                <a:solidFill>
                  <a:srgbClr val="E6EDF3"/>
                </a:solidFill>
                <a:latin typeface="Aptos Display" pitchFamily="34" charset="0"/>
                <a:ea typeface="Aptos Display" pitchFamily="34" charset="-122"/>
                <a:cs typeface="Aptos Display" pitchFamily="34" charset="-120"/>
              </a:rPr>
              <a:t>The Problem domain: first responders’ navigation difficulties</a:t>
            </a:r>
            <a:endParaRPr lang="en-US" sz="2500" dirty="0"/>
          </a:p>
        </p:txBody>
      </p:sp>
      <p:sp>
        <p:nvSpPr>
          <p:cNvPr id="4" name="Shape 2"/>
          <p:cNvSpPr/>
          <p:nvPr/>
        </p:nvSpPr>
        <p:spPr>
          <a:xfrm>
            <a:off x="502920" y="1143000"/>
            <a:ext cx="1234440" cy="0"/>
          </a:xfrm>
          <a:prstGeom prst="line">
            <a:avLst/>
          </a:prstGeom>
          <a:noFill/>
          <a:ln w="27940">
            <a:solidFill>
              <a:srgbClr val="3FB950"/>
            </a:solidFill>
            <a:prstDash val="solid"/>
          </a:ln>
        </p:spPr>
        <p:txBody>
          <a:bodyPr/>
          <a:lstStyle/>
          <a:p>
            <a:endParaRPr lang="en-ZA"/>
          </a:p>
        </p:txBody>
      </p:sp>
      <p:sp>
        <p:nvSpPr>
          <p:cNvPr id="5" name="Text 3"/>
          <p:cNvSpPr/>
          <p:nvPr/>
        </p:nvSpPr>
        <p:spPr>
          <a:xfrm>
            <a:off x="594360" y="1417320"/>
            <a:ext cx="4937760" cy="1005840"/>
          </a:xfrm>
          <a:prstGeom prst="rect">
            <a:avLst/>
          </a:prstGeom>
          <a:noFill/>
          <a:ln/>
        </p:spPr>
        <p:txBody>
          <a:bodyPr wrap="square" lIns="254" tIns="254" rIns="254" bIns="254" rtlCol="0" anchor="ctr">
            <a:normAutofit/>
          </a:bodyPr>
          <a:lstStyle/>
          <a:p>
            <a:pPr marL="0" indent="0">
              <a:buNone/>
            </a:pPr>
            <a:r>
              <a:rPr lang="en-US" sz="1800" dirty="0">
                <a:solidFill>
                  <a:srgbClr val="E6EDF3"/>
                </a:solidFill>
                <a:latin typeface="Aptos" pitchFamily="34" charset="0"/>
                <a:ea typeface="Aptos" pitchFamily="34" charset="-122"/>
                <a:cs typeface="Aptos" pitchFamily="34" charset="-120"/>
              </a:rPr>
              <a:t>Informal settlements across South Africa present a unique and life-threatening navigation challenge for emergency responders.</a:t>
            </a:r>
            <a:endParaRPr lang="en-US" sz="1800" dirty="0"/>
          </a:p>
        </p:txBody>
      </p:sp>
      <p:sp>
        <p:nvSpPr>
          <p:cNvPr id="6" name="Text 4"/>
          <p:cNvSpPr/>
          <p:nvPr/>
        </p:nvSpPr>
        <p:spPr>
          <a:xfrm>
            <a:off x="594360" y="2487168"/>
            <a:ext cx="4937760" cy="1143000"/>
          </a:xfrm>
          <a:prstGeom prst="rect">
            <a:avLst/>
          </a:prstGeom>
          <a:noFill/>
          <a:ln/>
        </p:spPr>
        <p:txBody>
          <a:bodyPr wrap="square" lIns="254" tIns="254" rIns="254" bIns="254" rtlCol="0" anchor="ctr">
            <a:normAutofit fontScale="92500" lnSpcReduction="20000"/>
          </a:bodyPr>
          <a:lstStyle/>
          <a:p>
            <a:pPr marL="0" indent="0">
              <a:buNone/>
            </a:pPr>
            <a:r>
              <a:rPr lang="en-US" sz="1500" dirty="0">
                <a:solidFill>
                  <a:srgbClr val="8B949E"/>
                </a:solidFill>
                <a:latin typeface="Aptos" pitchFamily="34" charset="0"/>
              </a:rPr>
              <a:t>Unlike formal suburbs, these density packed communities have no official street maps, no named roads, and no digital infrastructure. When seconds count, first responders are forced to navigate by memory or intuition through a maze of narrow footprints and tightly packed structures – often with </a:t>
            </a:r>
            <a:r>
              <a:rPr lang="en-US" sz="1500" dirty="0" err="1">
                <a:solidFill>
                  <a:srgbClr val="8B949E"/>
                </a:solidFill>
                <a:latin typeface="Aptos" pitchFamily="34" charset="0"/>
              </a:rPr>
              <a:t>fatall</a:t>
            </a:r>
            <a:r>
              <a:rPr lang="en-US" sz="1500" dirty="0">
                <a:solidFill>
                  <a:srgbClr val="8B949E"/>
                </a:solidFill>
                <a:latin typeface="Aptos" pitchFamily="34" charset="0"/>
              </a:rPr>
              <a:t> consequences.</a:t>
            </a:r>
            <a:endParaRPr lang="en-US" sz="1500" dirty="0"/>
          </a:p>
        </p:txBody>
      </p:sp>
      <p:sp>
        <p:nvSpPr>
          <p:cNvPr id="7" name="Shape 5"/>
          <p:cNvSpPr/>
          <p:nvPr/>
        </p:nvSpPr>
        <p:spPr>
          <a:xfrm>
            <a:off x="6035040" y="1417320"/>
            <a:ext cx="2011680" cy="1188720"/>
          </a:xfrm>
          <a:prstGeom prst="roundRect">
            <a:avLst>
              <a:gd name="adj" fmla="val 6154"/>
            </a:avLst>
          </a:prstGeom>
          <a:solidFill>
            <a:srgbClr val="1C2230"/>
          </a:solidFill>
          <a:ln w="12700">
            <a:solidFill>
              <a:srgbClr val="30363D"/>
            </a:solidFill>
            <a:prstDash val="solid"/>
          </a:ln>
        </p:spPr>
        <p:txBody>
          <a:bodyPr/>
          <a:lstStyle/>
          <a:p>
            <a:endParaRPr lang="en-ZA"/>
          </a:p>
        </p:txBody>
      </p:sp>
      <p:sp>
        <p:nvSpPr>
          <p:cNvPr id="8" name="Shape 6"/>
          <p:cNvSpPr/>
          <p:nvPr/>
        </p:nvSpPr>
        <p:spPr>
          <a:xfrm>
            <a:off x="6035040" y="1417320"/>
            <a:ext cx="64008" cy="1188720"/>
          </a:xfrm>
          <a:prstGeom prst="rect">
            <a:avLst/>
          </a:prstGeom>
          <a:solidFill>
            <a:srgbClr val="38BDF8"/>
          </a:solidFill>
          <a:ln w="12700">
            <a:solidFill>
              <a:srgbClr val="38BDF8"/>
            </a:solidFill>
            <a:prstDash val="solid"/>
          </a:ln>
        </p:spPr>
        <p:txBody>
          <a:bodyPr/>
          <a:lstStyle/>
          <a:p>
            <a:endParaRPr lang="en-ZA"/>
          </a:p>
        </p:txBody>
      </p:sp>
      <p:sp>
        <p:nvSpPr>
          <p:cNvPr id="9" name="Text 7"/>
          <p:cNvSpPr/>
          <p:nvPr/>
        </p:nvSpPr>
        <p:spPr>
          <a:xfrm>
            <a:off x="6236208" y="1581912"/>
            <a:ext cx="1664208" cy="237744"/>
          </a:xfrm>
          <a:prstGeom prst="rect">
            <a:avLst/>
          </a:prstGeom>
          <a:noFill/>
          <a:ln/>
        </p:spPr>
        <p:txBody>
          <a:bodyPr wrap="square" lIns="0" tIns="0" rIns="0" bIns="0" rtlCol="0" anchor="ctr"/>
          <a:lstStyle/>
          <a:p>
            <a:pPr marL="0" indent="0">
              <a:buNone/>
            </a:pPr>
            <a:r>
              <a:rPr lang="en-US" sz="1200" b="1" dirty="0">
                <a:solidFill>
                  <a:srgbClr val="E6EDF3"/>
                </a:solidFill>
              </a:rPr>
              <a:t>No Digital Maps</a:t>
            </a:r>
            <a:endParaRPr lang="en-US" sz="1200" dirty="0"/>
          </a:p>
        </p:txBody>
      </p:sp>
      <p:sp>
        <p:nvSpPr>
          <p:cNvPr id="12" name="Shape 10"/>
          <p:cNvSpPr/>
          <p:nvPr/>
        </p:nvSpPr>
        <p:spPr>
          <a:xfrm>
            <a:off x="8915400" y="1417320"/>
            <a:ext cx="2011680" cy="1188720"/>
          </a:xfrm>
          <a:prstGeom prst="roundRect">
            <a:avLst>
              <a:gd name="adj" fmla="val 6154"/>
            </a:avLst>
          </a:prstGeom>
          <a:solidFill>
            <a:srgbClr val="1C2230"/>
          </a:solidFill>
          <a:ln w="12700">
            <a:solidFill>
              <a:srgbClr val="30363D"/>
            </a:solidFill>
            <a:prstDash val="solid"/>
          </a:ln>
        </p:spPr>
        <p:txBody>
          <a:bodyPr/>
          <a:lstStyle/>
          <a:p>
            <a:endParaRPr lang="en-ZA"/>
          </a:p>
        </p:txBody>
      </p:sp>
      <p:sp>
        <p:nvSpPr>
          <p:cNvPr id="13" name="Shape 11"/>
          <p:cNvSpPr/>
          <p:nvPr/>
        </p:nvSpPr>
        <p:spPr>
          <a:xfrm>
            <a:off x="8915400" y="1417320"/>
            <a:ext cx="64008" cy="1188720"/>
          </a:xfrm>
          <a:prstGeom prst="rect">
            <a:avLst/>
          </a:prstGeom>
          <a:solidFill>
            <a:srgbClr val="3FB950"/>
          </a:solidFill>
          <a:ln w="12700">
            <a:solidFill>
              <a:srgbClr val="3FB950"/>
            </a:solidFill>
            <a:prstDash val="solid"/>
          </a:ln>
        </p:spPr>
        <p:txBody>
          <a:bodyPr/>
          <a:lstStyle/>
          <a:p>
            <a:endParaRPr lang="en-ZA"/>
          </a:p>
        </p:txBody>
      </p:sp>
      <p:sp>
        <p:nvSpPr>
          <p:cNvPr id="14" name="Text 12"/>
          <p:cNvSpPr/>
          <p:nvPr/>
        </p:nvSpPr>
        <p:spPr>
          <a:xfrm>
            <a:off x="9116568" y="1581912"/>
            <a:ext cx="1664208" cy="237744"/>
          </a:xfrm>
          <a:prstGeom prst="rect">
            <a:avLst/>
          </a:prstGeom>
          <a:noFill/>
          <a:ln/>
        </p:spPr>
        <p:txBody>
          <a:bodyPr wrap="square" lIns="0" tIns="0" rIns="0" bIns="0" rtlCol="0" anchor="ctr"/>
          <a:lstStyle/>
          <a:p>
            <a:pPr marL="0" indent="0">
              <a:buNone/>
            </a:pPr>
            <a:r>
              <a:rPr lang="en-US" sz="1200" b="1" dirty="0">
                <a:solidFill>
                  <a:srgbClr val="E6EDF3"/>
                </a:solidFill>
              </a:rPr>
              <a:t>Deadly Navigation Delays</a:t>
            </a:r>
            <a:endParaRPr lang="en-US" sz="1200" dirty="0"/>
          </a:p>
        </p:txBody>
      </p:sp>
      <p:sp>
        <p:nvSpPr>
          <p:cNvPr id="18" name="Shape 16"/>
          <p:cNvSpPr/>
          <p:nvPr/>
        </p:nvSpPr>
        <p:spPr>
          <a:xfrm>
            <a:off x="6035040" y="3703320"/>
            <a:ext cx="2011680" cy="1188720"/>
          </a:xfrm>
          <a:prstGeom prst="roundRect">
            <a:avLst>
              <a:gd name="adj" fmla="val 6154"/>
            </a:avLst>
          </a:prstGeom>
          <a:solidFill>
            <a:srgbClr val="1C2230"/>
          </a:solidFill>
          <a:ln w="12700">
            <a:solidFill>
              <a:srgbClr val="30363D"/>
            </a:solidFill>
            <a:prstDash val="solid"/>
          </a:ln>
        </p:spPr>
        <p:txBody>
          <a:bodyPr/>
          <a:lstStyle/>
          <a:p>
            <a:endParaRPr lang="en-ZA"/>
          </a:p>
        </p:txBody>
      </p:sp>
      <p:sp>
        <p:nvSpPr>
          <p:cNvPr id="19" name="Shape 17"/>
          <p:cNvSpPr/>
          <p:nvPr/>
        </p:nvSpPr>
        <p:spPr>
          <a:xfrm>
            <a:off x="6035040" y="3703320"/>
            <a:ext cx="64008" cy="1188720"/>
          </a:xfrm>
          <a:prstGeom prst="rect">
            <a:avLst/>
          </a:prstGeom>
          <a:solidFill>
            <a:srgbClr val="FACC15"/>
          </a:solidFill>
          <a:ln w="12700">
            <a:solidFill>
              <a:srgbClr val="FACC15"/>
            </a:solidFill>
            <a:prstDash val="solid"/>
          </a:ln>
        </p:spPr>
        <p:txBody>
          <a:bodyPr/>
          <a:lstStyle/>
          <a:p>
            <a:endParaRPr lang="en-ZA"/>
          </a:p>
        </p:txBody>
      </p:sp>
      <p:sp>
        <p:nvSpPr>
          <p:cNvPr id="20" name="Text 18"/>
          <p:cNvSpPr/>
          <p:nvPr/>
        </p:nvSpPr>
        <p:spPr>
          <a:xfrm>
            <a:off x="6236208" y="3867912"/>
            <a:ext cx="1664208" cy="237744"/>
          </a:xfrm>
          <a:prstGeom prst="rect">
            <a:avLst/>
          </a:prstGeom>
          <a:noFill/>
          <a:ln/>
        </p:spPr>
        <p:txBody>
          <a:bodyPr wrap="square" lIns="0" tIns="0" rIns="0" bIns="0" rtlCol="0" anchor="ctr"/>
          <a:lstStyle/>
          <a:p>
            <a:pPr marL="0" indent="0">
              <a:buNone/>
            </a:pPr>
            <a:r>
              <a:rPr lang="en-US" sz="1200" b="1" dirty="0">
                <a:solidFill>
                  <a:srgbClr val="E6EDF3"/>
                </a:solidFill>
              </a:rPr>
              <a:t>Terrain Ambiguity</a:t>
            </a:r>
            <a:endParaRPr lang="en-US" sz="1200" dirty="0"/>
          </a:p>
        </p:txBody>
      </p:sp>
      <p:sp>
        <p:nvSpPr>
          <p:cNvPr id="22" name="Shape 20"/>
          <p:cNvSpPr/>
          <p:nvPr/>
        </p:nvSpPr>
        <p:spPr>
          <a:xfrm>
            <a:off x="8915400" y="3703320"/>
            <a:ext cx="2011680" cy="1188720"/>
          </a:xfrm>
          <a:prstGeom prst="roundRect">
            <a:avLst>
              <a:gd name="adj" fmla="val 6154"/>
            </a:avLst>
          </a:prstGeom>
          <a:solidFill>
            <a:srgbClr val="1C2230"/>
          </a:solidFill>
          <a:ln w="12700">
            <a:solidFill>
              <a:srgbClr val="30363D"/>
            </a:solidFill>
            <a:prstDash val="solid"/>
          </a:ln>
        </p:spPr>
        <p:txBody>
          <a:bodyPr/>
          <a:lstStyle/>
          <a:p>
            <a:endParaRPr lang="en-ZA"/>
          </a:p>
        </p:txBody>
      </p:sp>
      <p:sp>
        <p:nvSpPr>
          <p:cNvPr id="23" name="Shape 21"/>
          <p:cNvSpPr/>
          <p:nvPr/>
        </p:nvSpPr>
        <p:spPr>
          <a:xfrm>
            <a:off x="8915400" y="3703320"/>
            <a:ext cx="64008" cy="1188720"/>
          </a:xfrm>
          <a:prstGeom prst="rect">
            <a:avLst/>
          </a:prstGeom>
          <a:solidFill>
            <a:srgbClr val="FF2D55"/>
          </a:solidFill>
          <a:ln w="12700">
            <a:solidFill>
              <a:srgbClr val="FF2D55"/>
            </a:solidFill>
            <a:prstDash val="solid"/>
          </a:ln>
        </p:spPr>
        <p:txBody>
          <a:bodyPr/>
          <a:lstStyle/>
          <a:p>
            <a:endParaRPr lang="en-ZA"/>
          </a:p>
        </p:txBody>
      </p:sp>
      <p:sp>
        <p:nvSpPr>
          <p:cNvPr id="24" name="Text 22"/>
          <p:cNvSpPr/>
          <p:nvPr/>
        </p:nvSpPr>
        <p:spPr>
          <a:xfrm>
            <a:off x="9116568" y="3867912"/>
            <a:ext cx="1664208" cy="237744"/>
          </a:xfrm>
          <a:prstGeom prst="rect">
            <a:avLst/>
          </a:prstGeom>
          <a:noFill/>
          <a:ln/>
        </p:spPr>
        <p:txBody>
          <a:bodyPr wrap="square" lIns="0" tIns="0" rIns="0" bIns="0" rtlCol="0" anchor="ctr"/>
          <a:lstStyle/>
          <a:p>
            <a:pPr marL="0" indent="0">
              <a:buNone/>
            </a:pPr>
            <a:r>
              <a:rPr lang="en-US" sz="1200" b="1" dirty="0">
                <a:solidFill>
                  <a:srgbClr val="E6EDF3"/>
                </a:solidFill>
              </a:rPr>
              <a:t>Offline </a:t>
            </a:r>
            <a:r>
              <a:rPr lang="en-US" sz="1200" b="1" dirty="0" err="1">
                <a:solidFill>
                  <a:srgbClr val="E6EDF3"/>
                </a:solidFill>
              </a:rPr>
              <a:t>Enviroments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a:extLst>
            <a:ext uri="{FF2B5EF4-FFF2-40B4-BE49-F238E27FC236}">
              <a16:creationId xmlns:a16="http://schemas.microsoft.com/office/drawing/2014/main" id="{C1EA3593-D211-0D5B-B8D0-29FCD5D4744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D2359D2-D353-90BD-1023-2928FE36F160}"/>
              </a:ext>
            </a:extLst>
          </p:cNvPr>
          <p:cNvSpPr/>
          <p:nvPr/>
        </p:nvSpPr>
        <p:spPr>
          <a:xfrm>
            <a:off x="502920" y="310896"/>
            <a:ext cx="4937760" cy="219456"/>
          </a:xfrm>
          <a:prstGeom prst="rect">
            <a:avLst/>
          </a:prstGeom>
          <a:noFill/>
          <a:ln/>
        </p:spPr>
        <p:txBody>
          <a:bodyPr wrap="square" rtlCol="0" anchor="ctr"/>
          <a:lstStyle/>
          <a:p>
            <a:pPr marL="0" indent="0">
              <a:buNone/>
            </a:pPr>
            <a:r>
              <a:rPr lang="en-US" sz="900" b="1" dirty="0">
                <a:solidFill>
                  <a:srgbClr val="3FB950"/>
                </a:solidFill>
                <a:latin typeface="Aptos" pitchFamily="34" charset="0"/>
              </a:rPr>
              <a:t>THE SOLUTION</a:t>
            </a:r>
            <a:endParaRPr lang="en-US" sz="900" dirty="0"/>
          </a:p>
        </p:txBody>
      </p:sp>
      <p:sp>
        <p:nvSpPr>
          <p:cNvPr id="3" name="Text 1">
            <a:extLst>
              <a:ext uri="{FF2B5EF4-FFF2-40B4-BE49-F238E27FC236}">
                <a16:creationId xmlns:a16="http://schemas.microsoft.com/office/drawing/2014/main" id="{09110024-403F-A34B-FF9F-AB270BB141A7}"/>
              </a:ext>
            </a:extLst>
          </p:cNvPr>
          <p:cNvSpPr/>
          <p:nvPr/>
        </p:nvSpPr>
        <p:spPr>
          <a:xfrm>
            <a:off x="502920" y="566928"/>
            <a:ext cx="10698480" cy="530352"/>
          </a:xfrm>
          <a:prstGeom prst="rect">
            <a:avLst/>
          </a:prstGeom>
          <a:noFill/>
          <a:ln/>
        </p:spPr>
        <p:txBody>
          <a:bodyPr wrap="square" lIns="0" tIns="0" rIns="0" bIns="0" rtlCol="0" anchor="ctr">
            <a:normAutofit/>
          </a:bodyPr>
          <a:lstStyle/>
          <a:p>
            <a:pPr marL="0" indent="0">
              <a:buNone/>
            </a:pPr>
            <a:r>
              <a:rPr lang="en-US" sz="2500" b="1" dirty="0">
                <a:solidFill>
                  <a:srgbClr val="E6EDF3"/>
                </a:solidFill>
                <a:latin typeface="Aptos Display" pitchFamily="34" charset="0"/>
                <a:ea typeface="Aptos Display" pitchFamily="34" charset="-122"/>
                <a:cs typeface="Aptos Display" pitchFamily="34" charset="-120"/>
              </a:rPr>
              <a:t>The Navigation system: </a:t>
            </a:r>
            <a:endParaRPr lang="en-US" sz="2500" dirty="0"/>
          </a:p>
        </p:txBody>
      </p:sp>
      <p:sp>
        <p:nvSpPr>
          <p:cNvPr id="4" name="Shape 2">
            <a:extLst>
              <a:ext uri="{FF2B5EF4-FFF2-40B4-BE49-F238E27FC236}">
                <a16:creationId xmlns:a16="http://schemas.microsoft.com/office/drawing/2014/main" id="{02C9D96F-704A-76AB-D23B-BC2EA7253BDF}"/>
              </a:ext>
            </a:extLst>
          </p:cNvPr>
          <p:cNvSpPr/>
          <p:nvPr/>
        </p:nvSpPr>
        <p:spPr>
          <a:xfrm>
            <a:off x="502920" y="1143000"/>
            <a:ext cx="1234440" cy="0"/>
          </a:xfrm>
          <a:prstGeom prst="line">
            <a:avLst/>
          </a:prstGeom>
          <a:noFill/>
          <a:ln w="27940">
            <a:solidFill>
              <a:srgbClr val="3FB950"/>
            </a:solidFill>
            <a:prstDash val="solid"/>
          </a:ln>
        </p:spPr>
        <p:txBody>
          <a:bodyPr/>
          <a:lstStyle/>
          <a:p>
            <a:endParaRPr lang="en-ZA"/>
          </a:p>
        </p:txBody>
      </p:sp>
      <p:sp>
        <p:nvSpPr>
          <p:cNvPr id="5" name="Text 3">
            <a:extLst>
              <a:ext uri="{FF2B5EF4-FFF2-40B4-BE49-F238E27FC236}">
                <a16:creationId xmlns:a16="http://schemas.microsoft.com/office/drawing/2014/main" id="{AC4862E0-820A-0FE9-8DE3-CB5F2DBE3DD2}"/>
              </a:ext>
            </a:extLst>
          </p:cNvPr>
          <p:cNvSpPr/>
          <p:nvPr/>
        </p:nvSpPr>
        <p:spPr>
          <a:xfrm>
            <a:off x="594360" y="1417320"/>
            <a:ext cx="4937760" cy="1005840"/>
          </a:xfrm>
          <a:prstGeom prst="rect">
            <a:avLst/>
          </a:prstGeom>
          <a:noFill/>
          <a:ln/>
        </p:spPr>
        <p:txBody>
          <a:bodyPr wrap="square" lIns="254" tIns="254" rIns="254" bIns="254" rtlCol="0" anchor="ctr">
            <a:normAutofit lnSpcReduction="10000"/>
          </a:bodyPr>
          <a:lstStyle/>
          <a:p>
            <a:pPr marL="0" indent="0">
              <a:buNone/>
            </a:pPr>
            <a:r>
              <a:rPr lang="en-US" dirty="0">
                <a:solidFill>
                  <a:srgbClr val="E6EDF3"/>
                </a:solidFill>
                <a:latin typeface="Aptos" pitchFamily="34" charset="0"/>
                <a:ea typeface="Aptos" pitchFamily="34" charset="-122"/>
                <a:cs typeface="Aptos" pitchFamily="34" charset="-120"/>
              </a:rPr>
              <a:t>Our system addresses this problem by converting raw satellite imagery of informal settlements into a fully navigable weighted graph – entirely offline and without external APIs.</a:t>
            </a:r>
            <a:endParaRPr lang="en-US" sz="1800" dirty="0"/>
          </a:p>
        </p:txBody>
      </p:sp>
      <p:sp>
        <p:nvSpPr>
          <p:cNvPr id="6" name="Text 4">
            <a:extLst>
              <a:ext uri="{FF2B5EF4-FFF2-40B4-BE49-F238E27FC236}">
                <a16:creationId xmlns:a16="http://schemas.microsoft.com/office/drawing/2014/main" id="{7ECF0690-7147-8B74-AD71-92D126585993}"/>
              </a:ext>
            </a:extLst>
          </p:cNvPr>
          <p:cNvSpPr/>
          <p:nvPr/>
        </p:nvSpPr>
        <p:spPr>
          <a:xfrm>
            <a:off x="594360" y="2487168"/>
            <a:ext cx="4937760" cy="1143000"/>
          </a:xfrm>
          <a:prstGeom prst="rect">
            <a:avLst/>
          </a:prstGeom>
          <a:noFill/>
          <a:ln/>
        </p:spPr>
        <p:txBody>
          <a:bodyPr wrap="square" lIns="254" tIns="254" rIns="254" bIns="254" rtlCol="0" anchor="ctr">
            <a:normAutofit lnSpcReduction="10000"/>
          </a:bodyPr>
          <a:lstStyle/>
          <a:p>
            <a:pPr marL="0" indent="0">
              <a:buNone/>
            </a:pPr>
            <a:r>
              <a:rPr lang="en-US" sz="1500" dirty="0">
                <a:solidFill>
                  <a:srgbClr val="8B949E"/>
                </a:solidFill>
                <a:latin typeface="Aptos" pitchFamily="34" charset="0"/>
              </a:rPr>
              <a:t>The image is broken into a grid of terrain patches, each classified using a custom-built feature extractor and machine learning classifier. Once the terrain is labelled, pathfinding algorithms will be applied to calculate the fastest and safest route visually in real time.</a:t>
            </a:r>
            <a:endParaRPr lang="en-US" sz="1500" dirty="0"/>
          </a:p>
        </p:txBody>
      </p:sp>
      <p:sp>
        <p:nvSpPr>
          <p:cNvPr id="7" name="Shape 5">
            <a:extLst>
              <a:ext uri="{FF2B5EF4-FFF2-40B4-BE49-F238E27FC236}">
                <a16:creationId xmlns:a16="http://schemas.microsoft.com/office/drawing/2014/main" id="{A539A61A-DABD-7455-F1CB-3B22CBFE2956}"/>
              </a:ext>
            </a:extLst>
          </p:cNvPr>
          <p:cNvSpPr/>
          <p:nvPr/>
        </p:nvSpPr>
        <p:spPr>
          <a:xfrm>
            <a:off x="6035040" y="1417320"/>
            <a:ext cx="2011680" cy="1188720"/>
          </a:xfrm>
          <a:prstGeom prst="roundRect">
            <a:avLst>
              <a:gd name="adj" fmla="val 6154"/>
            </a:avLst>
          </a:prstGeom>
          <a:solidFill>
            <a:srgbClr val="1C2230"/>
          </a:solidFill>
          <a:ln w="12700">
            <a:solidFill>
              <a:srgbClr val="30363D"/>
            </a:solidFill>
            <a:prstDash val="solid"/>
          </a:ln>
        </p:spPr>
        <p:txBody>
          <a:bodyPr/>
          <a:lstStyle/>
          <a:p>
            <a:endParaRPr lang="en-ZA"/>
          </a:p>
        </p:txBody>
      </p:sp>
      <p:sp>
        <p:nvSpPr>
          <p:cNvPr id="8" name="Shape 6">
            <a:extLst>
              <a:ext uri="{FF2B5EF4-FFF2-40B4-BE49-F238E27FC236}">
                <a16:creationId xmlns:a16="http://schemas.microsoft.com/office/drawing/2014/main" id="{F9BEF002-A1FB-0B34-48D4-2DF324BD0A8A}"/>
              </a:ext>
            </a:extLst>
          </p:cNvPr>
          <p:cNvSpPr/>
          <p:nvPr/>
        </p:nvSpPr>
        <p:spPr>
          <a:xfrm>
            <a:off x="6035040" y="1417320"/>
            <a:ext cx="64008" cy="1188720"/>
          </a:xfrm>
          <a:prstGeom prst="rect">
            <a:avLst/>
          </a:prstGeom>
          <a:solidFill>
            <a:srgbClr val="38BDF8"/>
          </a:solidFill>
          <a:ln w="12700">
            <a:solidFill>
              <a:srgbClr val="38BDF8"/>
            </a:solidFill>
            <a:prstDash val="solid"/>
          </a:ln>
        </p:spPr>
        <p:txBody>
          <a:bodyPr/>
          <a:lstStyle/>
          <a:p>
            <a:endParaRPr lang="en-ZA"/>
          </a:p>
        </p:txBody>
      </p:sp>
      <p:sp>
        <p:nvSpPr>
          <p:cNvPr id="9" name="Text 7">
            <a:extLst>
              <a:ext uri="{FF2B5EF4-FFF2-40B4-BE49-F238E27FC236}">
                <a16:creationId xmlns:a16="http://schemas.microsoft.com/office/drawing/2014/main" id="{DB6E4222-2C27-B9EA-079C-D074FB785148}"/>
              </a:ext>
            </a:extLst>
          </p:cNvPr>
          <p:cNvSpPr/>
          <p:nvPr/>
        </p:nvSpPr>
        <p:spPr>
          <a:xfrm>
            <a:off x="6236208" y="1581912"/>
            <a:ext cx="1664208" cy="237744"/>
          </a:xfrm>
          <a:prstGeom prst="rect">
            <a:avLst/>
          </a:prstGeom>
          <a:noFill/>
          <a:ln/>
        </p:spPr>
        <p:txBody>
          <a:bodyPr wrap="square" lIns="0" tIns="0" rIns="0" bIns="0" rtlCol="0" anchor="ctr"/>
          <a:lstStyle/>
          <a:p>
            <a:pPr marL="0" indent="0">
              <a:buNone/>
            </a:pPr>
            <a:r>
              <a:rPr lang="en-US" sz="1200" b="1" dirty="0">
                <a:solidFill>
                  <a:srgbClr val="E6EDF3"/>
                </a:solidFill>
              </a:rPr>
              <a:t>Image-to-Graph Conversion</a:t>
            </a:r>
            <a:endParaRPr lang="en-US" sz="1200" dirty="0"/>
          </a:p>
        </p:txBody>
      </p:sp>
      <p:sp>
        <p:nvSpPr>
          <p:cNvPr id="12" name="Shape 10">
            <a:extLst>
              <a:ext uri="{FF2B5EF4-FFF2-40B4-BE49-F238E27FC236}">
                <a16:creationId xmlns:a16="http://schemas.microsoft.com/office/drawing/2014/main" id="{9599E29F-2077-6701-FC36-7609E68C1FF8}"/>
              </a:ext>
            </a:extLst>
          </p:cNvPr>
          <p:cNvSpPr/>
          <p:nvPr/>
        </p:nvSpPr>
        <p:spPr>
          <a:xfrm>
            <a:off x="8915400" y="1417320"/>
            <a:ext cx="2011680" cy="1188720"/>
          </a:xfrm>
          <a:prstGeom prst="roundRect">
            <a:avLst>
              <a:gd name="adj" fmla="val 6154"/>
            </a:avLst>
          </a:prstGeom>
          <a:solidFill>
            <a:srgbClr val="1C2230"/>
          </a:solidFill>
          <a:ln w="12700">
            <a:solidFill>
              <a:srgbClr val="30363D"/>
            </a:solidFill>
            <a:prstDash val="solid"/>
          </a:ln>
        </p:spPr>
        <p:txBody>
          <a:bodyPr/>
          <a:lstStyle/>
          <a:p>
            <a:endParaRPr lang="en-ZA"/>
          </a:p>
        </p:txBody>
      </p:sp>
      <p:sp>
        <p:nvSpPr>
          <p:cNvPr id="13" name="Shape 11">
            <a:extLst>
              <a:ext uri="{FF2B5EF4-FFF2-40B4-BE49-F238E27FC236}">
                <a16:creationId xmlns:a16="http://schemas.microsoft.com/office/drawing/2014/main" id="{A9B63D37-C624-58EF-D560-A7CAFFB3818E}"/>
              </a:ext>
            </a:extLst>
          </p:cNvPr>
          <p:cNvSpPr/>
          <p:nvPr/>
        </p:nvSpPr>
        <p:spPr>
          <a:xfrm>
            <a:off x="8915400" y="1417320"/>
            <a:ext cx="64008" cy="1188720"/>
          </a:xfrm>
          <a:prstGeom prst="rect">
            <a:avLst/>
          </a:prstGeom>
          <a:solidFill>
            <a:srgbClr val="3FB950"/>
          </a:solidFill>
          <a:ln w="12700">
            <a:solidFill>
              <a:srgbClr val="3FB950"/>
            </a:solidFill>
            <a:prstDash val="solid"/>
          </a:ln>
        </p:spPr>
        <p:txBody>
          <a:bodyPr/>
          <a:lstStyle/>
          <a:p>
            <a:endParaRPr lang="en-ZA"/>
          </a:p>
        </p:txBody>
      </p:sp>
      <p:sp>
        <p:nvSpPr>
          <p:cNvPr id="14" name="Text 12">
            <a:extLst>
              <a:ext uri="{FF2B5EF4-FFF2-40B4-BE49-F238E27FC236}">
                <a16:creationId xmlns:a16="http://schemas.microsoft.com/office/drawing/2014/main" id="{8FE98856-181E-9F32-7D40-ABE04478DABB}"/>
              </a:ext>
            </a:extLst>
          </p:cNvPr>
          <p:cNvSpPr/>
          <p:nvPr/>
        </p:nvSpPr>
        <p:spPr>
          <a:xfrm>
            <a:off x="9116568" y="1581912"/>
            <a:ext cx="1664208" cy="237744"/>
          </a:xfrm>
          <a:prstGeom prst="rect">
            <a:avLst/>
          </a:prstGeom>
          <a:noFill/>
          <a:ln/>
        </p:spPr>
        <p:txBody>
          <a:bodyPr wrap="square" lIns="0" tIns="0" rIns="0" bIns="0" rtlCol="0" anchor="ctr"/>
          <a:lstStyle/>
          <a:p>
            <a:pPr marL="0" indent="0">
              <a:buNone/>
            </a:pPr>
            <a:r>
              <a:rPr lang="en-US" sz="1200" b="1" dirty="0">
                <a:solidFill>
                  <a:srgbClr val="E6EDF3"/>
                </a:solidFill>
              </a:rPr>
              <a:t>Intelligent Terrain Classification</a:t>
            </a:r>
            <a:endParaRPr lang="en-US" sz="1200" dirty="0"/>
          </a:p>
        </p:txBody>
      </p:sp>
      <p:sp>
        <p:nvSpPr>
          <p:cNvPr id="18" name="Shape 16">
            <a:extLst>
              <a:ext uri="{FF2B5EF4-FFF2-40B4-BE49-F238E27FC236}">
                <a16:creationId xmlns:a16="http://schemas.microsoft.com/office/drawing/2014/main" id="{D90D2E3C-D833-E9AB-37AC-5CC3329CB9E2}"/>
              </a:ext>
            </a:extLst>
          </p:cNvPr>
          <p:cNvSpPr/>
          <p:nvPr/>
        </p:nvSpPr>
        <p:spPr>
          <a:xfrm>
            <a:off x="6035040" y="3703320"/>
            <a:ext cx="2011680" cy="1188720"/>
          </a:xfrm>
          <a:prstGeom prst="roundRect">
            <a:avLst>
              <a:gd name="adj" fmla="val 6154"/>
            </a:avLst>
          </a:prstGeom>
          <a:solidFill>
            <a:srgbClr val="1C2230"/>
          </a:solidFill>
          <a:ln w="12700">
            <a:solidFill>
              <a:srgbClr val="30363D"/>
            </a:solidFill>
            <a:prstDash val="solid"/>
          </a:ln>
        </p:spPr>
        <p:txBody>
          <a:bodyPr/>
          <a:lstStyle/>
          <a:p>
            <a:endParaRPr lang="en-ZA"/>
          </a:p>
        </p:txBody>
      </p:sp>
      <p:sp>
        <p:nvSpPr>
          <p:cNvPr id="19" name="Shape 17">
            <a:extLst>
              <a:ext uri="{FF2B5EF4-FFF2-40B4-BE49-F238E27FC236}">
                <a16:creationId xmlns:a16="http://schemas.microsoft.com/office/drawing/2014/main" id="{C7BCA390-CCDE-F8C8-820F-8E1960420C67}"/>
              </a:ext>
            </a:extLst>
          </p:cNvPr>
          <p:cNvSpPr/>
          <p:nvPr/>
        </p:nvSpPr>
        <p:spPr>
          <a:xfrm>
            <a:off x="6035040" y="3703320"/>
            <a:ext cx="64008" cy="1188720"/>
          </a:xfrm>
          <a:prstGeom prst="rect">
            <a:avLst/>
          </a:prstGeom>
          <a:solidFill>
            <a:srgbClr val="FACC15"/>
          </a:solidFill>
          <a:ln w="12700">
            <a:solidFill>
              <a:srgbClr val="FACC15"/>
            </a:solidFill>
            <a:prstDash val="solid"/>
          </a:ln>
        </p:spPr>
        <p:txBody>
          <a:bodyPr/>
          <a:lstStyle/>
          <a:p>
            <a:endParaRPr lang="en-ZA"/>
          </a:p>
        </p:txBody>
      </p:sp>
      <p:sp>
        <p:nvSpPr>
          <p:cNvPr id="20" name="Text 18">
            <a:extLst>
              <a:ext uri="{FF2B5EF4-FFF2-40B4-BE49-F238E27FC236}">
                <a16:creationId xmlns:a16="http://schemas.microsoft.com/office/drawing/2014/main" id="{CD6E15D1-1CB2-4739-2A2A-05D5E6797EAF}"/>
              </a:ext>
            </a:extLst>
          </p:cNvPr>
          <p:cNvSpPr/>
          <p:nvPr/>
        </p:nvSpPr>
        <p:spPr>
          <a:xfrm>
            <a:off x="6236208" y="3867912"/>
            <a:ext cx="1664208" cy="237744"/>
          </a:xfrm>
          <a:prstGeom prst="rect">
            <a:avLst/>
          </a:prstGeom>
          <a:noFill/>
          <a:ln/>
        </p:spPr>
        <p:txBody>
          <a:bodyPr wrap="square" lIns="0" tIns="0" rIns="0" bIns="0" rtlCol="0" anchor="ctr"/>
          <a:lstStyle/>
          <a:p>
            <a:pPr marL="0" indent="0">
              <a:buNone/>
            </a:pPr>
            <a:r>
              <a:rPr lang="en-US" sz="1200" b="1" dirty="0">
                <a:solidFill>
                  <a:srgbClr val="E6EDF3"/>
                </a:solidFill>
              </a:rPr>
              <a:t>Multi-Algorithm Pathfinding</a:t>
            </a:r>
            <a:endParaRPr lang="en-US" sz="1200" dirty="0"/>
          </a:p>
        </p:txBody>
      </p:sp>
      <p:sp>
        <p:nvSpPr>
          <p:cNvPr id="22" name="Shape 20">
            <a:extLst>
              <a:ext uri="{FF2B5EF4-FFF2-40B4-BE49-F238E27FC236}">
                <a16:creationId xmlns:a16="http://schemas.microsoft.com/office/drawing/2014/main" id="{C11A75F9-A2D5-1FB5-8E9A-5A529570D919}"/>
              </a:ext>
            </a:extLst>
          </p:cNvPr>
          <p:cNvSpPr/>
          <p:nvPr/>
        </p:nvSpPr>
        <p:spPr>
          <a:xfrm>
            <a:off x="8915400" y="3703320"/>
            <a:ext cx="2011680" cy="1188720"/>
          </a:xfrm>
          <a:prstGeom prst="roundRect">
            <a:avLst>
              <a:gd name="adj" fmla="val 6154"/>
            </a:avLst>
          </a:prstGeom>
          <a:solidFill>
            <a:srgbClr val="1C2230"/>
          </a:solidFill>
          <a:ln w="12700">
            <a:solidFill>
              <a:srgbClr val="30363D"/>
            </a:solidFill>
            <a:prstDash val="solid"/>
          </a:ln>
        </p:spPr>
        <p:txBody>
          <a:bodyPr/>
          <a:lstStyle/>
          <a:p>
            <a:endParaRPr lang="en-ZA"/>
          </a:p>
        </p:txBody>
      </p:sp>
      <p:sp>
        <p:nvSpPr>
          <p:cNvPr id="23" name="Shape 21">
            <a:extLst>
              <a:ext uri="{FF2B5EF4-FFF2-40B4-BE49-F238E27FC236}">
                <a16:creationId xmlns:a16="http://schemas.microsoft.com/office/drawing/2014/main" id="{C0876AE1-18EE-72B5-73F1-3764B7B8DCC1}"/>
              </a:ext>
            </a:extLst>
          </p:cNvPr>
          <p:cNvSpPr/>
          <p:nvPr/>
        </p:nvSpPr>
        <p:spPr>
          <a:xfrm>
            <a:off x="8915400" y="3703320"/>
            <a:ext cx="64008" cy="1188720"/>
          </a:xfrm>
          <a:prstGeom prst="rect">
            <a:avLst/>
          </a:prstGeom>
          <a:solidFill>
            <a:srgbClr val="FF2D55"/>
          </a:solidFill>
          <a:ln w="12700">
            <a:solidFill>
              <a:srgbClr val="FF2D55"/>
            </a:solidFill>
            <a:prstDash val="solid"/>
          </a:ln>
        </p:spPr>
        <p:txBody>
          <a:bodyPr/>
          <a:lstStyle/>
          <a:p>
            <a:endParaRPr lang="en-ZA"/>
          </a:p>
        </p:txBody>
      </p:sp>
      <p:sp>
        <p:nvSpPr>
          <p:cNvPr id="24" name="Text 22">
            <a:extLst>
              <a:ext uri="{FF2B5EF4-FFF2-40B4-BE49-F238E27FC236}">
                <a16:creationId xmlns:a16="http://schemas.microsoft.com/office/drawing/2014/main" id="{66EA19E4-CA64-B312-443E-E428785302A2}"/>
              </a:ext>
            </a:extLst>
          </p:cNvPr>
          <p:cNvSpPr/>
          <p:nvPr/>
        </p:nvSpPr>
        <p:spPr>
          <a:xfrm>
            <a:off x="9116568" y="3867912"/>
            <a:ext cx="1664208" cy="237744"/>
          </a:xfrm>
          <a:prstGeom prst="rect">
            <a:avLst/>
          </a:prstGeom>
          <a:noFill/>
          <a:ln/>
        </p:spPr>
        <p:txBody>
          <a:bodyPr wrap="square" lIns="0" tIns="0" rIns="0" bIns="0" rtlCol="0" anchor="ctr"/>
          <a:lstStyle/>
          <a:p>
            <a:pPr marL="0" indent="0">
              <a:buNone/>
            </a:pPr>
            <a:r>
              <a:rPr lang="en-US" sz="1200" b="1" dirty="0">
                <a:solidFill>
                  <a:srgbClr val="E6EDF3"/>
                </a:solidFill>
              </a:rPr>
              <a:t>Fully Offline</a:t>
            </a:r>
            <a:endParaRPr lang="en-US" sz="1200" dirty="0"/>
          </a:p>
        </p:txBody>
      </p:sp>
    </p:spTree>
    <p:extLst>
      <p:ext uri="{BB962C8B-B14F-4D97-AF65-F5344CB8AC3E}">
        <p14:creationId xmlns:p14="http://schemas.microsoft.com/office/powerpoint/2010/main" val="869354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a:extLst>
            <a:ext uri="{FF2B5EF4-FFF2-40B4-BE49-F238E27FC236}">
              <a16:creationId xmlns:a16="http://schemas.microsoft.com/office/drawing/2014/main" id="{F64C560F-947B-ED46-705E-7D13118258A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E8E2962-D3BB-3BAD-CEEE-A86BD39671D6}"/>
              </a:ext>
            </a:extLst>
          </p:cNvPr>
          <p:cNvSpPr/>
          <p:nvPr/>
        </p:nvSpPr>
        <p:spPr>
          <a:xfrm>
            <a:off x="502920" y="310896"/>
            <a:ext cx="4937760" cy="219456"/>
          </a:xfrm>
          <a:prstGeom prst="rect">
            <a:avLst/>
          </a:prstGeom>
          <a:noFill/>
          <a:ln/>
        </p:spPr>
        <p:txBody>
          <a:bodyPr wrap="square" rtlCol="0" anchor="ctr"/>
          <a:lstStyle/>
          <a:p>
            <a:pPr marL="0" indent="0">
              <a:buNone/>
            </a:pPr>
            <a:r>
              <a:rPr lang="en-US" sz="900" b="1" dirty="0">
                <a:solidFill>
                  <a:srgbClr val="3FB950"/>
                </a:solidFill>
                <a:latin typeface="Aptos" pitchFamily="34" charset="0"/>
                <a:ea typeface="Aptos" pitchFamily="34" charset="-122"/>
                <a:cs typeface="Aptos" pitchFamily="34" charset="-120"/>
              </a:rPr>
              <a:t>PROJECT CONTEXT</a:t>
            </a:r>
            <a:endParaRPr lang="en-US" sz="900" dirty="0"/>
          </a:p>
        </p:txBody>
      </p:sp>
      <p:sp>
        <p:nvSpPr>
          <p:cNvPr id="3" name="Text 1">
            <a:extLst>
              <a:ext uri="{FF2B5EF4-FFF2-40B4-BE49-F238E27FC236}">
                <a16:creationId xmlns:a16="http://schemas.microsoft.com/office/drawing/2014/main" id="{548AD6FA-DE20-83FD-8A6D-47C11F80F902}"/>
              </a:ext>
            </a:extLst>
          </p:cNvPr>
          <p:cNvSpPr/>
          <p:nvPr/>
        </p:nvSpPr>
        <p:spPr>
          <a:xfrm>
            <a:off x="502920" y="566928"/>
            <a:ext cx="10698480" cy="530352"/>
          </a:xfrm>
          <a:prstGeom prst="rect">
            <a:avLst/>
          </a:prstGeom>
          <a:noFill/>
          <a:ln/>
        </p:spPr>
        <p:txBody>
          <a:bodyPr wrap="square" lIns="0" tIns="0" rIns="0" bIns="0" rtlCol="0" anchor="ctr">
            <a:normAutofit/>
          </a:bodyPr>
          <a:lstStyle/>
          <a:p>
            <a:pPr marL="0" indent="0">
              <a:buNone/>
            </a:pPr>
            <a:r>
              <a:rPr lang="en-US" sz="2500" b="1" dirty="0">
                <a:solidFill>
                  <a:srgbClr val="E6EDF3"/>
                </a:solidFill>
                <a:latin typeface="Aptos Display" pitchFamily="34" charset="0"/>
                <a:ea typeface="Aptos Display" pitchFamily="34" charset="-122"/>
                <a:cs typeface="Aptos Display" pitchFamily="34" charset="-120"/>
              </a:rPr>
              <a:t>Background: images become navigable graphs</a:t>
            </a:r>
            <a:endParaRPr lang="en-US" sz="2500" dirty="0"/>
          </a:p>
        </p:txBody>
      </p:sp>
      <p:sp>
        <p:nvSpPr>
          <p:cNvPr id="4" name="Shape 2">
            <a:extLst>
              <a:ext uri="{FF2B5EF4-FFF2-40B4-BE49-F238E27FC236}">
                <a16:creationId xmlns:a16="http://schemas.microsoft.com/office/drawing/2014/main" id="{4661517A-DC81-9299-8661-3CB3D4CA8171}"/>
              </a:ext>
            </a:extLst>
          </p:cNvPr>
          <p:cNvSpPr/>
          <p:nvPr/>
        </p:nvSpPr>
        <p:spPr>
          <a:xfrm>
            <a:off x="502920" y="1143000"/>
            <a:ext cx="1234440" cy="0"/>
          </a:xfrm>
          <a:prstGeom prst="line">
            <a:avLst/>
          </a:prstGeom>
          <a:noFill/>
          <a:ln w="27940">
            <a:solidFill>
              <a:srgbClr val="3FB950"/>
            </a:solidFill>
            <a:prstDash val="solid"/>
          </a:ln>
        </p:spPr>
        <p:txBody>
          <a:bodyPr/>
          <a:lstStyle/>
          <a:p>
            <a:endParaRPr lang="en-ZA"/>
          </a:p>
        </p:txBody>
      </p:sp>
      <p:sp>
        <p:nvSpPr>
          <p:cNvPr id="5" name="Text 3">
            <a:extLst>
              <a:ext uri="{FF2B5EF4-FFF2-40B4-BE49-F238E27FC236}">
                <a16:creationId xmlns:a16="http://schemas.microsoft.com/office/drawing/2014/main" id="{BF02BFA0-22ED-8703-0C32-3610D6B8639E}"/>
              </a:ext>
            </a:extLst>
          </p:cNvPr>
          <p:cNvSpPr/>
          <p:nvPr/>
        </p:nvSpPr>
        <p:spPr>
          <a:xfrm>
            <a:off x="594360" y="1417320"/>
            <a:ext cx="4937760" cy="1005840"/>
          </a:xfrm>
          <a:prstGeom prst="rect">
            <a:avLst/>
          </a:prstGeom>
          <a:noFill/>
          <a:ln/>
        </p:spPr>
        <p:txBody>
          <a:bodyPr wrap="square" lIns="254" tIns="254" rIns="254" bIns="254" rtlCol="0" anchor="ctr">
            <a:normAutofit lnSpcReduction="10000"/>
          </a:bodyPr>
          <a:lstStyle/>
          <a:p>
            <a:pPr marL="0" indent="0">
              <a:buNone/>
            </a:pPr>
            <a:r>
              <a:rPr lang="en-US" sz="1800" dirty="0">
                <a:solidFill>
                  <a:srgbClr val="E6EDF3"/>
                </a:solidFill>
                <a:latin typeface="Aptos" pitchFamily="34" charset="0"/>
                <a:ea typeface="Aptos" pitchFamily="34" charset="-122"/>
                <a:cs typeface="Aptos" pitchFamily="34" charset="-120"/>
              </a:rPr>
              <a:t>The project starts from a practical problem: a map image is visually rich, but algorithms cannot reason over it until it is converted into structured data.</a:t>
            </a:r>
            <a:endParaRPr lang="en-US" sz="1800" dirty="0"/>
          </a:p>
        </p:txBody>
      </p:sp>
      <p:sp>
        <p:nvSpPr>
          <p:cNvPr id="6" name="Text 4">
            <a:extLst>
              <a:ext uri="{FF2B5EF4-FFF2-40B4-BE49-F238E27FC236}">
                <a16:creationId xmlns:a16="http://schemas.microsoft.com/office/drawing/2014/main" id="{568752BA-B84B-D1C1-30DB-0AA3704BD563}"/>
              </a:ext>
            </a:extLst>
          </p:cNvPr>
          <p:cNvSpPr/>
          <p:nvPr/>
        </p:nvSpPr>
        <p:spPr>
          <a:xfrm>
            <a:off x="594360" y="2487168"/>
            <a:ext cx="4937760" cy="1143000"/>
          </a:xfrm>
          <a:prstGeom prst="rect">
            <a:avLst/>
          </a:prstGeom>
          <a:noFill/>
          <a:ln/>
        </p:spPr>
        <p:txBody>
          <a:bodyPr wrap="square" lIns="254" tIns="254" rIns="254" bIns="254" rtlCol="0" anchor="ctr">
            <a:normAutofit/>
          </a:bodyPr>
          <a:lstStyle/>
          <a:p>
            <a:pPr marL="0" indent="0">
              <a:buNone/>
            </a:pPr>
            <a:r>
              <a:rPr lang="en-US" sz="1500" dirty="0">
                <a:solidFill>
                  <a:srgbClr val="8B949E"/>
                </a:solidFill>
                <a:latin typeface="Aptos" pitchFamily="34" charset="0"/>
                <a:ea typeface="Aptos" pitchFamily="34" charset="-122"/>
                <a:cs typeface="Aptos" pitchFamily="34" charset="-120"/>
              </a:rPr>
              <a:t>The application divides an image into cells, extracts handwritten colour/texture features, classifies each cell, and connects nearby cells as graph vertices and edges.</a:t>
            </a:r>
            <a:endParaRPr lang="en-US" sz="1500" dirty="0"/>
          </a:p>
        </p:txBody>
      </p:sp>
      <p:sp>
        <p:nvSpPr>
          <p:cNvPr id="7" name="Shape 5">
            <a:extLst>
              <a:ext uri="{FF2B5EF4-FFF2-40B4-BE49-F238E27FC236}">
                <a16:creationId xmlns:a16="http://schemas.microsoft.com/office/drawing/2014/main" id="{1D6D6D34-6EEA-10C5-B920-49422C1D4791}"/>
              </a:ext>
            </a:extLst>
          </p:cNvPr>
          <p:cNvSpPr/>
          <p:nvPr/>
        </p:nvSpPr>
        <p:spPr>
          <a:xfrm>
            <a:off x="6035040" y="1417320"/>
            <a:ext cx="2011680" cy="1188720"/>
          </a:xfrm>
          <a:prstGeom prst="roundRect">
            <a:avLst>
              <a:gd name="adj" fmla="val 6154"/>
            </a:avLst>
          </a:prstGeom>
          <a:solidFill>
            <a:srgbClr val="1C2230"/>
          </a:solidFill>
          <a:ln w="12700">
            <a:solidFill>
              <a:srgbClr val="30363D"/>
            </a:solidFill>
            <a:prstDash val="solid"/>
          </a:ln>
        </p:spPr>
        <p:txBody>
          <a:bodyPr/>
          <a:lstStyle/>
          <a:p>
            <a:endParaRPr lang="en-ZA"/>
          </a:p>
        </p:txBody>
      </p:sp>
      <p:sp>
        <p:nvSpPr>
          <p:cNvPr id="8" name="Shape 6">
            <a:extLst>
              <a:ext uri="{FF2B5EF4-FFF2-40B4-BE49-F238E27FC236}">
                <a16:creationId xmlns:a16="http://schemas.microsoft.com/office/drawing/2014/main" id="{F861A6E8-FBC5-FB48-839B-304C660B2774}"/>
              </a:ext>
            </a:extLst>
          </p:cNvPr>
          <p:cNvSpPr/>
          <p:nvPr/>
        </p:nvSpPr>
        <p:spPr>
          <a:xfrm>
            <a:off x="6035040" y="1417320"/>
            <a:ext cx="64008" cy="1188720"/>
          </a:xfrm>
          <a:prstGeom prst="rect">
            <a:avLst/>
          </a:prstGeom>
          <a:solidFill>
            <a:srgbClr val="38BDF8"/>
          </a:solidFill>
          <a:ln w="12700">
            <a:solidFill>
              <a:srgbClr val="38BDF8"/>
            </a:solidFill>
            <a:prstDash val="solid"/>
          </a:ln>
        </p:spPr>
        <p:txBody>
          <a:bodyPr/>
          <a:lstStyle/>
          <a:p>
            <a:endParaRPr lang="en-ZA"/>
          </a:p>
        </p:txBody>
      </p:sp>
      <p:sp>
        <p:nvSpPr>
          <p:cNvPr id="9" name="Text 7">
            <a:extLst>
              <a:ext uri="{FF2B5EF4-FFF2-40B4-BE49-F238E27FC236}">
                <a16:creationId xmlns:a16="http://schemas.microsoft.com/office/drawing/2014/main" id="{FB2085D3-90E1-EE7B-ED9D-0F3A8B8CB03B}"/>
              </a:ext>
            </a:extLst>
          </p:cNvPr>
          <p:cNvSpPr/>
          <p:nvPr/>
        </p:nvSpPr>
        <p:spPr>
          <a:xfrm>
            <a:off x="6236208" y="1581912"/>
            <a:ext cx="1664208" cy="237744"/>
          </a:xfrm>
          <a:prstGeom prst="rect">
            <a:avLst/>
          </a:prstGeom>
          <a:noFill/>
          <a:ln/>
        </p:spPr>
        <p:txBody>
          <a:bodyPr wrap="square" lIns="0" tIns="0" rIns="0" bIns="0" rtlCol="0" anchor="ctr"/>
          <a:lstStyle/>
          <a:p>
            <a:pPr marL="0" indent="0">
              <a:buNone/>
            </a:pPr>
            <a:r>
              <a:rPr lang="en-US" sz="1200" b="1" dirty="0">
                <a:solidFill>
                  <a:srgbClr val="E6EDF3"/>
                </a:solidFill>
              </a:rPr>
              <a:t>Image</a:t>
            </a:r>
            <a:endParaRPr lang="en-US" sz="1200" dirty="0"/>
          </a:p>
        </p:txBody>
      </p:sp>
      <p:sp>
        <p:nvSpPr>
          <p:cNvPr id="10" name="Text 8">
            <a:extLst>
              <a:ext uri="{FF2B5EF4-FFF2-40B4-BE49-F238E27FC236}">
                <a16:creationId xmlns:a16="http://schemas.microsoft.com/office/drawing/2014/main" id="{CCC34FCB-4F24-03F2-1818-9AD30DE92B9A}"/>
              </a:ext>
            </a:extLst>
          </p:cNvPr>
          <p:cNvSpPr/>
          <p:nvPr/>
        </p:nvSpPr>
        <p:spPr>
          <a:xfrm>
            <a:off x="6236208" y="1920240"/>
            <a:ext cx="1664208" cy="548640"/>
          </a:xfrm>
          <a:prstGeom prst="rect">
            <a:avLst/>
          </a:prstGeom>
          <a:noFill/>
          <a:ln/>
        </p:spPr>
        <p:txBody>
          <a:bodyPr wrap="square" lIns="0" tIns="0" rIns="0" bIns="0" rtlCol="0" anchor="t">
            <a:normAutofit/>
          </a:bodyPr>
          <a:lstStyle/>
          <a:p>
            <a:pPr marL="0" indent="0">
              <a:buNone/>
            </a:pPr>
            <a:r>
              <a:rPr lang="en-US" sz="1030" dirty="0">
                <a:solidFill>
                  <a:srgbClr val="8B949E"/>
                </a:solidFill>
              </a:rPr>
              <a:t>Raw map or demo terrain</a:t>
            </a:r>
            <a:endParaRPr lang="en-US" sz="1030" dirty="0"/>
          </a:p>
        </p:txBody>
      </p:sp>
      <p:sp>
        <p:nvSpPr>
          <p:cNvPr id="11" name="Shape 9">
            <a:extLst>
              <a:ext uri="{FF2B5EF4-FFF2-40B4-BE49-F238E27FC236}">
                <a16:creationId xmlns:a16="http://schemas.microsoft.com/office/drawing/2014/main" id="{C013A578-BBCE-45B4-0E23-8966A1FCB672}"/>
              </a:ext>
            </a:extLst>
          </p:cNvPr>
          <p:cNvSpPr/>
          <p:nvPr/>
        </p:nvSpPr>
        <p:spPr>
          <a:xfrm>
            <a:off x="8183880" y="2011680"/>
            <a:ext cx="548640" cy="0"/>
          </a:xfrm>
          <a:prstGeom prst="line">
            <a:avLst/>
          </a:prstGeom>
          <a:noFill/>
          <a:ln w="25400">
            <a:solidFill>
              <a:srgbClr val="3FB950"/>
            </a:solidFill>
            <a:prstDash val="solid"/>
            <a:headEnd type="none"/>
            <a:tailEnd type="triangle"/>
          </a:ln>
        </p:spPr>
        <p:txBody>
          <a:bodyPr/>
          <a:lstStyle/>
          <a:p>
            <a:endParaRPr lang="en-ZA"/>
          </a:p>
        </p:txBody>
      </p:sp>
      <p:sp>
        <p:nvSpPr>
          <p:cNvPr id="12" name="Shape 10">
            <a:extLst>
              <a:ext uri="{FF2B5EF4-FFF2-40B4-BE49-F238E27FC236}">
                <a16:creationId xmlns:a16="http://schemas.microsoft.com/office/drawing/2014/main" id="{ADBE6419-3DC0-AFD3-0CAF-5F784DAB00BC}"/>
              </a:ext>
            </a:extLst>
          </p:cNvPr>
          <p:cNvSpPr/>
          <p:nvPr/>
        </p:nvSpPr>
        <p:spPr>
          <a:xfrm>
            <a:off x="8915400" y="1417320"/>
            <a:ext cx="2011680" cy="1188720"/>
          </a:xfrm>
          <a:prstGeom prst="roundRect">
            <a:avLst>
              <a:gd name="adj" fmla="val 6154"/>
            </a:avLst>
          </a:prstGeom>
          <a:solidFill>
            <a:srgbClr val="1C2230"/>
          </a:solidFill>
          <a:ln w="12700">
            <a:solidFill>
              <a:srgbClr val="30363D"/>
            </a:solidFill>
            <a:prstDash val="solid"/>
          </a:ln>
        </p:spPr>
        <p:txBody>
          <a:bodyPr/>
          <a:lstStyle/>
          <a:p>
            <a:endParaRPr lang="en-ZA"/>
          </a:p>
        </p:txBody>
      </p:sp>
      <p:sp>
        <p:nvSpPr>
          <p:cNvPr id="13" name="Shape 11">
            <a:extLst>
              <a:ext uri="{FF2B5EF4-FFF2-40B4-BE49-F238E27FC236}">
                <a16:creationId xmlns:a16="http://schemas.microsoft.com/office/drawing/2014/main" id="{1B67DE7E-D8A7-C5AA-41D4-489ACDFD0177}"/>
              </a:ext>
            </a:extLst>
          </p:cNvPr>
          <p:cNvSpPr/>
          <p:nvPr/>
        </p:nvSpPr>
        <p:spPr>
          <a:xfrm>
            <a:off x="8915400" y="1417320"/>
            <a:ext cx="64008" cy="1188720"/>
          </a:xfrm>
          <a:prstGeom prst="rect">
            <a:avLst/>
          </a:prstGeom>
          <a:solidFill>
            <a:srgbClr val="3FB950"/>
          </a:solidFill>
          <a:ln w="12700">
            <a:solidFill>
              <a:srgbClr val="3FB950"/>
            </a:solidFill>
            <a:prstDash val="solid"/>
          </a:ln>
        </p:spPr>
        <p:txBody>
          <a:bodyPr/>
          <a:lstStyle/>
          <a:p>
            <a:endParaRPr lang="en-ZA"/>
          </a:p>
        </p:txBody>
      </p:sp>
      <p:sp>
        <p:nvSpPr>
          <p:cNvPr id="14" name="Text 12">
            <a:extLst>
              <a:ext uri="{FF2B5EF4-FFF2-40B4-BE49-F238E27FC236}">
                <a16:creationId xmlns:a16="http://schemas.microsoft.com/office/drawing/2014/main" id="{557EB4A4-B061-B7E5-3659-88FB62B4AEDA}"/>
              </a:ext>
            </a:extLst>
          </p:cNvPr>
          <p:cNvSpPr/>
          <p:nvPr/>
        </p:nvSpPr>
        <p:spPr>
          <a:xfrm>
            <a:off x="9116568" y="1581912"/>
            <a:ext cx="1664208" cy="237744"/>
          </a:xfrm>
          <a:prstGeom prst="rect">
            <a:avLst/>
          </a:prstGeom>
          <a:noFill/>
          <a:ln/>
        </p:spPr>
        <p:txBody>
          <a:bodyPr wrap="square" lIns="0" tIns="0" rIns="0" bIns="0" rtlCol="0" anchor="ctr"/>
          <a:lstStyle/>
          <a:p>
            <a:pPr marL="0" indent="0">
              <a:buNone/>
            </a:pPr>
            <a:r>
              <a:rPr lang="en-US" sz="1200" b="1" dirty="0">
                <a:solidFill>
                  <a:srgbClr val="E6EDF3"/>
                </a:solidFill>
              </a:rPr>
              <a:t>Graph</a:t>
            </a:r>
            <a:endParaRPr lang="en-US" sz="1200" dirty="0"/>
          </a:p>
        </p:txBody>
      </p:sp>
      <p:sp>
        <p:nvSpPr>
          <p:cNvPr id="15" name="Text 13">
            <a:extLst>
              <a:ext uri="{FF2B5EF4-FFF2-40B4-BE49-F238E27FC236}">
                <a16:creationId xmlns:a16="http://schemas.microsoft.com/office/drawing/2014/main" id="{9B9C14C4-E2C8-379E-34E1-036027F526E0}"/>
              </a:ext>
            </a:extLst>
          </p:cNvPr>
          <p:cNvSpPr/>
          <p:nvPr/>
        </p:nvSpPr>
        <p:spPr>
          <a:xfrm>
            <a:off x="9116568" y="1920240"/>
            <a:ext cx="1664208" cy="548640"/>
          </a:xfrm>
          <a:prstGeom prst="rect">
            <a:avLst/>
          </a:prstGeom>
          <a:noFill/>
          <a:ln/>
        </p:spPr>
        <p:txBody>
          <a:bodyPr wrap="square" lIns="0" tIns="0" rIns="0" bIns="0" rtlCol="0" anchor="t">
            <a:normAutofit/>
          </a:bodyPr>
          <a:lstStyle/>
          <a:p>
            <a:pPr marL="0" indent="0">
              <a:buNone/>
            </a:pPr>
            <a:r>
              <a:rPr lang="en-US" sz="1030" dirty="0">
                <a:solidFill>
                  <a:srgbClr val="8B949E"/>
                </a:solidFill>
              </a:rPr>
              <a:t>Cells become vertices; neighbours become edges</a:t>
            </a:r>
            <a:endParaRPr lang="en-US" sz="1030" dirty="0"/>
          </a:p>
        </p:txBody>
      </p:sp>
      <p:sp>
        <p:nvSpPr>
          <p:cNvPr id="16" name="Shape 14">
            <a:extLst>
              <a:ext uri="{FF2B5EF4-FFF2-40B4-BE49-F238E27FC236}">
                <a16:creationId xmlns:a16="http://schemas.microsoft.com/office/drawing/2014/main" id="{DB7748E7-246C-621C-9C40-AE6CBF551D65}"/>
              </a:ext>
            </a:extLst>
          </p:cNvPr>
          <p:cNvSpPr/>
          <p:nvPr/>
        </p:nvSpPr>
        <p:spPr>
          <a:xfrm>
            <a:off x="7040880" y="2926080"/>
            <a:ext cx="0" cy="594360"/>
          </a:xfrm>
          <a:prstGeom prst="line">
            <a:avLst/>
          </a:prstGeom>
          <a:noFill/>
          <a:ln w="25400">
            <a:solidFill>
              <a:srgbClr val="3FB950"/>
            </a:solidFill>
            <a:prstDash val="solid"/>
            <a:headEnd type="none"/>
            <a:tailEnd type="triangle"/>
          </a:ln>
        </p:spPr>
        <p:txBody>
          <a:bodyPr/>
          <a:lstStyle/>
          <a:p>
            <a:endParaRPr lang="en-ZA"/>
          </a:p>
        </p:txBody>
      </p:sp>
      <p:sp>
        <p:nvSpPr>
          <p:cNvPr id="17" name="Shape 15">
            <a:extLst>
              <a:ext uri="{FF2B5EF4-FFF2-40B4-BE49-F238E27FC236}">
                <a16:creationId xmlns:a16="http://schemas.microsoft.com/office/drawing/2014/main" id="{F8DF093F-072F-9BD1-3D01-6C4647E48DE9}"/>
              </a:ext>
            </a:extLst>
          </p:cNvPr>
          <p:cNvSpPr/>
          <p:nvPr/>
        </p:nvSpPr>
        <p:spPr>
          <a:xfrm>
            <a:off x="9966960" y="2926080"/>
            <a:ext cx="0" cy="594360"/>
          </a:xfrm>
          <a:prstGeom prst="line">
            <a:avLst/>
          </a:prstGeom>
          <a:noFill/>
          <a:ln w="25400">
            <a:solidFill>
              <a:srgbClr val="3FB950"/>
            </a:solidFill>
            <a:prstDash val="solid"/>
            <a:headEnd type="none"/>
            <a:tailEnd type="triangle"/>
          </a:ln>
        </p:spPr>
        <p:txBody>
          <a:bodyPr/>
          <a:lstStyle/>
          <a:p>
            <a:endParaRPr lang="en-ZA"/>
          </a:p>
        </p:txBody>
      </p:sp>
      <p:sp>
        <p:nvSpPr>
          <p:cNvPr id="18" name="Shape 16">
            <a:extLst>
              <a:ext uri="{FF2B5EF4-FFF2-40B4-BE49-F238E27FC236}">
                <a16:creationId xmlns:a16="http://schemas.microsoft.com/office/drawing/2014/main" id="{A24E74A4-9964-0D84-44B7-96F405DBC61A}"/>
              </a:ext>
            </a:extLst>
          </p:cNvPr>
          <p:cNvSpPr/>
          <p:nvPr/>
        </p:nvSpPr>
        <p:spPr>
          <a:xfrm>
            <a:off x="6035040" y="3703320"/>
            <a:ext cx="2011680" cy="1188720"/>
          </a:xfrm>
          <a:prstGeom prst="roundRect">
            <a:avLst>
              <a:gd name="adj" fmla="val 6154"/>
            </a:avLst>
          </a:prstGeom>
          <a:solidFill>
            <a:srgbClr val="1C2230"/>
          </a:solidFill>
          <a:ln w="12700">
            <a:solidFill>
              <a:srgbClr val="30363D"/>
            </a:solidFill>
            <a:prstDash val="solid"/>
          </a:ln>
        </p:spPr>
        <p:txBody>
          <a:bodyPr/>
          <a:lstStyle/>
          <a:p>
            <a:endParaRPr lang="en-ZA"/>
          </a:p>
        </p:txBody>
      </p:sp>
      <p:sp>
        <p:nvSpPr>
          <p:cNvPr id="19" name="Shape 17">
            <a:extLst>
              <a:ext uri="{FF2B5EF4-FFF2-40B4-BE49-F238E27FC236}">
                <a16:creationId xmlns:a16="http://schemas.microsoft.com/office/drawing/2014/main" id="{49BA85E3-2E51-999F-AEE8-2F967B1681BF}"/>
              </a:ext>
            </a:extLst>
          </p:cNvPr>
          <p:cNvSpPr/>
          <p:nvPr/>
        </p:nvSpPr>
        <p:spPr>
          <a:xfrm>
            <a:off x="6035040" y="3703320"/>
            <a:ext cx="64008" cy="1188720"/>
          </a:xfrm>
          <a:prstGeom prst="rect">
            <a:avLst/>
          </a:prstGeom>
          <a:solidFill>
            <a:srgbClr val="FACC15"/>
          </a:solidFill>
          <a:ln w="12700">
            <a:solidFill>
              <a:srgbClr val="FACC15"/>
            </a:solidFill>
            <a:prstDash val="solid"/>
          </a:ln>
        </p:spPr>
        <p:txBody>
          <a:bodyPr/>
          <a:lstStyle/>
          <a:p>
            <a:endParaRPr lang="en-ZA"/>
          </a:p>
        </p:txBody>
      </p:sp>
      <p:sp>
        <p:nvSpPr>
          <p:cNvPr id="20" name="Text 18">
            <a:extLst>
              <a:ext uri="{FF2B5EF4-FFF2-40B4-BE49-F238E27FC236}">
                <a16:creationId xmlns:a16="http://schemas.microsoft.com/office/drawing/2014/main" id="{69E9FA3B-9BED-A830-2DF2-AD9CB1A02850}"/>
              </a:ext>
            </a:extLst>
          </p:cNvPr>
          <p:cNvSpPr/>
          <p:nvPr/>
        </p:nvSpPr>
        <p:spPr>
          <a:xfrm>
            <a:off x="6236208" y="3867912"/>
            <a:ext cx="1664208" cy="237744"/>
          </a:xfrm>
          <a:prstGeom prst="rect">
            <a:avLst/>
          </a:prstGeom>
          <a:noFill/>
          <a:ln/>
        </p:spPr>
        <p:txBody>
          <a:bodyPr wrap="square" lIns="0" tIns="0" rIns="0" bIns="0" rtlCol="0" anchor="ctr"/>
          <a:lstStyle/>
          <a:p>
            <a:pPr marL="0" indent="0">
              <a:buNone/>
            </a:pPr>
            <a:r>
              <a:rPr lang="en-US" sz="1200" b="1" dirty="0">
                <a:solidFill>
                  <a:srgbClr val="E6EDF3"/>
                </a:solidFill>
              </a:rPr>
              <a:t>Classification</a:t>
            </a:r>
            <a:endParaRPr lang="en-US" sz="1200" dirty="0"/>
          </a:p>
        </p:txBody>
      </p:sp>
      <p:sp>
        <p:nvSpPr>
          <p:cNvPr id="21" name="Text 19">
            <a:extLst>
              <a:ext uri="{FF2B5EF4-FFF2-40B4-BE49-F238E27FC236}">
                <a16:creationId xmlns:a16="http://schemas.microsoft.com/office/drawing/2014/main" id="{5FA25E13-873E-F3CD-3B7A-962E7D4FBB98}"/>
              </a:ext>
            </a:extLst>
          </p:cNvPr>
          <p:cNvSpPr/>
          <p:nvPr/>
        </p:nvSpPr>
        <p:spPr>
          <a:xfrm>
            <a:off x="6236208" y="4206240"/>
            <a:ext cx="1664208" cy="548640"/>
          </a:xfrm>
          <a:prstGeom prst="rect">
            <a:avLst/>
          </a:prstGeom>
          <a:noFill/>
          <a:ln/>
        </p:spPr>
        <p:txBody>
          <a:bodyPr wrap="square" lIns="0" tIns="0" rIns="0" bIns="0" rtlCol="0" anchor="t">
            <a:normAutofit/>
          </a:bodyPr>
          <a:lstStyle/>
          <a:p>
            <a:pPr marL="0" indent="0">
              <a:buNone/>
            </a:pPr>
            <a:r>
              <a:rPr lang="en-US" sz="1030" dirty="0">
                <a:solidFill>
                  <a:srgbClr val="8B949E"/>
                </a:solidFill>
              </a:rPr>
              <a:t>Path, road, water, structure, vegetation, pothole</a:t>
            </a:r>
            <a:endParaRPr lang="en-US" sz="1030" dirty="0"/>
          </a:p>
        </p:txBody>
      </p:sp>
      <p:sp>
        <p:nvSpPr>
          <p:cNvPr id="22" name="Shape 20">
            <a:extLst>
              <a:ext uri="{FF2B5EF4-FFF2-40B4-BE49-F238E27FC236}">
                <a16:creationId xmlns:a16="http://schemas.microsoft.com/office/drawing/2014/main" id="{EE5728E7-1EBA-F24B-32D3-F214AEF3745B}"/>
              </a:ext>
            </a:extLst>
          </p:cNvPr>
          <p:cNvSpPr/>
          <p:nvPr/>
        </p:nvSpPr>
        <p:spPr>
          <a:xfrm>
            <a:off x="8915400" y="3703320"/>
            <a:ext cx="2011680" cy="1188720"/>
          </a:xfrm>
          <a:prstGeom prst="roundRect">
            <a:avLst>
              <a:gd name="adj" fmla="val 6154"/>
            </a:avLst>
          </a:prstGeom>
          <a:solidFill>
            <a:srgbClr val="1C2230"/>
          </a:solidFill>
          <a:ln w="12700">
            <a:solidFill>
              <a:srgbClr val="30363D"/>
            </a:solidFill>
            <a:prstDash val="solid"/>
          </a:ln>
        </p:spPr>
        <p:txBody>
          <a:bodyPr/>
          <a:lstStyle/>
          <a:p>
            <a:endParaRPr lang="en-ZA"/>
          </a:p>
        </p:txBody>
      </p:sp>
      <p:sp>
        <p:nvSpPr>
          <p:cNvPr id="23" name="Shape 21">
            <a:extLst>
              <a:ext uri="{FF2B5EF4-FFF2-40B4-BE49-F238E27FC236}">
                <a16:creationId xmlns:a16="http://schemas.microsoft.com/office/drawing/2014/main" id="{CABBB5F0-38D2-4BC6-26D3-04DF826E04D3}"/>
              </a:ext>
            </a:extLst>
          </p:cNvPr>
          <p:cNvSpPr/>
          <p:nvPr/>
        </p:nvSpPr>
        <p:spPr>
          <a:xfrm>
            <a:off x="8915400" y="3703320"/>
            <a:ext cx="64008" cy="1188720"/>
          </a:xfrm>
          <a:prstGeom prst="rect">
            <a:avLst/>
          </a:prstGeom>
          <a:solidFill>
            <a:srgbClr val="FF2D55"/>
          </a:solidFill>
          <a:ln w="12700">
            <a:solidFill>
              <a:srgbClr val="FF2D55"/>
            </a:solidFill>
            <a:prstDash val="solid"/>
          </a:ln>
        </p:spPr>
        <p:txBody>
          <a:bodyPr/>
          <a:lstStyle/>
          <a:p>
            <a:endParaRPr lang="en-ZA"/>
          </a:p>
        </p:txBody>
      </p:sp>
      <p:sp>
        <p:nvSpPr>
          <p:cNvPr id="24" name="Text 22">
            <a:extLst>
              <a:ext uri="{FF2B5EF4-FFF2-40B4-BE49-F238E27FC236}">
                <a16:creationId xmlns:a16="http://schemas.microsoft.com/office/drawing/2014/main" id="{BF343855-F579-2E9E-01F5-194E5DAF475C}"/>
              </a:ext>
            </a:extLst>
          </p:cNvPr>
          <p:cNvSpPr/>
          <p:nvPr/>
        </p:nvSpPr>
        <p:spPr>
          <a:xfrm>
            <a:off x="9116568" y="3867912"/>
            <a:ext cx="1664208" cy="237744"/>
          </a:xfrm>
          <a:prstGeom prst="rect">
            <a:avLst/>
          </a:prstGeom>
          <a:noFill/>
          <a:ln/>
        </p:spPr>
        <p:txBody>
          <a:bodyPr wrap="square" lIns="0" tIns="0" rIns="0" bIns="0" rtlCol="0" anchor="ctr"/>
          <a:lstStyle/>
          <a:p>
            <a:pPr marL="0" indent="0">
              <a:buNone/>
            </a:pPr>
            <a:r>
              <a:rPr lang="en-US" sz="1200" b="1" dirty="0">
                <a:solidFill>
                  <a:srgbClr val="E6EDF3"/>
                </a:solidFill>
              </a:rPr>
              <a:t>Pathfinding</a:t>
            </a:r>
            <a:endParaRPr lang="en-US" sz="1200" dirty="0"/>
          </a:p>
        </p:txBody>
      </p:sp>
      <p:sp>
        <p:nvSpPr>
          <p:cNvPr id="25" name="Text 23">
            <a:extLst>
              <a:ext uri="{FF2B5EF4-FFF2-40B4-BE49-F238E27FC236}">
                <a16:creationId xmlns:a16="http://schemas.microsoft.com/office/drawing/2014/main" id="{C5AE801F-9517-337D-800D-E2F4F8BDF2A1}"/>
              </a:ext>
            </a:extLst>
          </p:cNvPr>
          <p:cNvSpPr/>
          <p:nvPr/>
        </p:nvSpPr>
        <p:spPr>
          <a:xfrm>
            <a:off x="9116568" y="4206240"/>
            <a:ext cx="1664208" cy="548640"/>
          </a:xfrm>
          <a:prstGeom prst="rect">
            <a:avLst/>
          </a:prstGeom>
          <a:noFill/>
          <a:ln/>
        </p:spPr>
        <p:txBody>
          <a:bodyPr wrap="square" lIns="0" tIns="0" rIns="0" bIns="0" rtlCol="0" anchor="t">
            <a:normAutofit/>
          </a:bodyPr>
          <a:lstStyle/>
          <a:p>
            <a:pPr marL="0" indent="0">
              <a:buNone/>
            </a:pPr>
            <a:r>
              <a:rPr lang="en-US" sz="1030" dirty="0">
                <a:solidFill>
                  <a:srgbClr val="8B949E"/>
                </a:solidFill>
              </a:rPr>
              <a:t>A*, Dijkstra, Greedy Best-First Search</a:t>
            </a:r>
            <a:endParaRPr lang="en-US" sz="1030" dirty="0"/>
          </a:p>
        </p:txBody>
      </p:sp>
      <p:sp>
        <p:nvSpPr>
          <p:cNvPr id="26" name="Text 24">
            <a:extLst>
              <a:ext uri="{FF2B5EF4-FFF2-40B4-BE49-F238E27FC236}">
                <a16:creationId xmlns:a16="http://schemas.microsoft.com/office/drawing/2014/main" id="{2EB15076-89BC-0F22-8E16-C4E7659F05D2}"/>
              </a:ext>
            </a:extLst>
          </p:cNvPr>
          <p:cNvSpPr/>
          <p:nvPr/>
        </p:nvSpPr>
        <p:spPr>
          <a:xfrm>
            <a:off x="621792" y="5650992"/>
            <a:ext cx="10424160" cy="329184"/>
          </a:xfrm>
          <a:prstGeom prst="rect">
            <a:avLst/>
          </a:prstGeom>
          <a:noFill/>
          <a:ln/>
        </p:spPr>
        <p:txBody>
          <a:bodyPr wrap="square" lIns="0" tIns="0" rIns="0" bIns="0" rtlCol="0" anchor="ctr"/>
          <a:lstStyle/>
          <a:p>
            <a:pPr marL="0" indent="0">
              <a:buNone/>
            </a:pPr>
            <a:r>
              <a:rPr lang="en-US" sz="1600" b="1" dirty="0">
                <a:solidFill>
                  <a:srgbClr val="3FB950"/>
                </a:solidFill>
              </a:rPr>
              <a:t>Core idea: the graph is the bridge between image processing and route planning.</a:t>
            </a:r>
            <a:endParaRPr lang="en-US" sz="1600" dirty="0"/>
          </a:p>
        </p:txBody>
      </p:sp>
    </p:spTree>
    <p:extLst>
      <p:ext uri="{BB962C8B-B14F-4D97-AF65-F5344CB8AC3E}">
        <p14:creationId xmlns:p14="http://schemas.microsoft.com/office/powerpoint/2010/main" val="3832000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02920" y="310896"/>
            <a:ext cx="4937760" cy="219456"/>
          </a:xfrm>
          <a:prstGeom prst="rect">
            <a:avLst/>
          </a:prstGeom>
          <a:noFill/>
          <a:ln/>
        </p:spPr>
        <p:txBody>
          <a:bodyPr wrap="square" rtlCol="0" anchor="ctr"/>
          <a:lstStyle/>
          <a:p>
            <a:pPr marL="0" indent="0">
              <a:buNone/>
            </a:pPr>
            <a:r>
              <a:rPr lang="en-US" sz="900" b="1" dirty="0">
                <a:solidFill>
                  <a:srgbClr val="3FB950"/>
                </a:solidFill>
                <a:latin typeface="Aptos" pitchFamily="34" charset="0"/>
                <a:ea typeface="Aptos" pitchFamily="34" charset="-122"/>
                <a:cs typeface="Aptos" pitchFamily="34" charset="-120"/>
              </a:rPr>
              <a:t>HOW IT WORKS</a:t>
            </a:r>
            <a:endParaRPr lang="en-US" sz="900" dirty="0"/>
          </a:p>
        </p:txBody>
      </p:sp>
      <p:sp>
        <p:nvSpPr>
          <p:cNvPr id="3" name="Text 1"/>
          <p:cNvSpPr/>
          <p:nvPr/>
        </p:nvSpPr>
        <p:spPr>
          <a:xfrm>
            <a:off x="502920" y="566928"/>
            <a:ext cx="10698480" cy="530352"/>
          </a:xfrm>
          <a:prstGeom prst="rect">
            <a:avLst/>
          </a:prstGeom>
          <a:noFill/>
          <a:ln/>
        </p:spPr>
        <p:txBody>
          <a:bodyPr wrap="square" lIns="0" tIns="0" rIns="0" bIns="0" rtlCol="0" anchor="ctr">
            <a:normAutofit/>
          </a:bodyPr>
          <a:lstStyle/>
          <a:p>
            <a:pPr marL="0" indent="0">
              <a:buNone/>
            </a:pPr>
            <a:r>
              <a:rPr lang="en-US" sz="2500" b="1" dirty="0">
                <a:solidFill>
                  <a:srgbClr val="E6EDF3"/>
                </a:solidFill>
                <a:latin typeface="Aptos Display" pitchFamily="34" charset="0"/>
                <a:ea typeface="Aptos Display" pitchFamily="34" charset="-122"/>
                <a:cs typeface="Aptos Display" pitchFamily="34" charset="-120"/>
              </a:rPr>
              <a:t>System architecture</a:t>
            </a:r>
            <a:endParaRPr lang="en-US" sz="2500" dirty="0"/>
          </a:p>
        </p:txBody>
      </p:sp>
      <p:sp>
        <p:nvSpPr>
          <p:cNvPr id="4" name="Shape 2"/>
          <p:cNvSpPr/>
          <p:nvPr/>
        </p:nvSpPr>
        <p:spPr>
          <a:xfrm>
            <a:off x="502920" y="1143000"/>
            <a:ext cx="1234440" cy="0"/>
          </a:xfrm>
          <a:prstGeom prst="line">
            <a:avLst/>
          </a:prstGeom>
          <a:noFill/>
          <a:ln w="27940">
            <a:solidFill>
              <a:srgbClr val="3FB950"/>
            </a:solidFill>
            <a:prstDash val="solid"/>
          </a:ln>
        </p:spPr>
        <p:txBody>
          <a:bodyPr/>
          <a:lstStyle/>
          <a:p>
            <a:endParaRPr lang="en-ZA"/>
          </a:p>
        </p:txBody>
      </p:sp>
      <p:sp>
        <p:nvSpPr>
          <p:cNvPr id="5" name="Shape 3"/>
          <p:cNvSpPr/>
          <p:nvPr/>
        </p:nvSpPr>
        <p:spPr>
          <a:xfrm>
            <a:off x="731520" y="1463040"/>
            <a:ext cx="3063240" cy="1234440"/>
          </a:xfrm>
          <a:prstGeom prst="roundRect">
            <a:avLst>
              <a:gd name="adj" fmla="val 5926"/>
            </a:avLst>
          </a:prstGeom>
          <a:solidFill>
            <a:srgbClr val="1C2230"/>
          </a:solidFill>
          <a:ln w="12700">
            <a:solidFill>
              <a:srgbClr val="30363D"/>
            </a:solidFill>
            <a:prstDash val="solid"/>
          </a:ln>
        </p:spPr>
        <p:txBody>
          <a:bodyPr/>
          <a:lstStyle/>
          <a:p>
            <a:endParaRPr lang="en-ZA"/>
          </a:p>
        </p:txBody>
      </p:sp>
      <p:sp>
        <p:nvSpPr>
          <p:cNvPr id="6" name="Shape 4"/>
          <p:cNvSpPr/>
          <p:nvPr/>
        </p:nvSpPr>
        <p:spPr>
          <a:xfrm>
            <a:off x="731520" y="1463040"/>
            <a:ext cx="64008" cy="1234440"/>
          </a:xfrm>
          <a:prstGeom prst="rect">
            <a:avLst/>
          </a:prstGeom>
          <a:solidFill>
            <a:srgbClr val="38BDF8"/>
          </a:solidFill>
          <a:ln w="12700">
            <a:solidFill>
              <a:srgbClr val="38BDF8"/>
            </a:solidFill>
            <a:prstDash val="solid"/>
          </a:ln>
        </p:spPr>
        <p:txBody>
          <a:bodyPr/>
          <a:lstStyle/>
          <a:p>
            <a:endParaRPr lang="en-ZA"/>
          </a:p>
        </p:txBody>
      </p:sp>
      <p:sp>
        <p:nvSpPr>
          <p:cNvPr id="7" name="Text 5"/>
          <p:cNvSpPr/>
          <p:nvPr/>
        </p:nvSpPr>
        <p:spPr>
          <a:xfrm>
            <a:off x="932688" y="1627632"/>
            <a:ext cx="2715768" cy="237744"/>
          </a:xfrm>
          <a:prstGeom prst="rect">
            <a:avLst/>
          </a:prstGeom>
          <a:noFill/>
          <a:ln/>
        </p:spPr>
        <p:txBody>
          <a:bodyPr wrap="square" lIns="0" tIns="0" rIns="0" bIns="0" rtlCol="0" anchor="ctr"/>
          <a:lstStyle/>
          <a:p>
            <a:pPr marL="0" indent="0">
              <a:buNone/>
            </a:pPr>
            <a:r>
              <a:rPr lang="en-US" sz="1200" b="1" dirty="0">
                <a:solidFill>
                  <a:srgbClr val="E6EDF3"/>
                </a:solidFill>
              </a:rPr>
              <a:t>ImageLoader</a:t>
            </a:r>
            <a:endParaRPr lang="en-US" sz="1200" dirty="0"/>
          </a:p>
        </p:txBody>
      </p:sp>
      <p:sp>
        <p:nvSpPr>
          <p:cNvPr id="8" name="Text 6"/>
          <p:cNvSpPr/>
          <p:nvPr/>
        </p:nvSpPr>
        <p:spPr>
          <a:xfrm>
            <a:off x="932688" y="1965960"/>
            <a:ext cx="2715768" cy="594360"/>
          </a:xfrm>
          <a:prstGeom prst="rect">
            <a:avLst/>
          </a:prstGeom>
          <a:noFill/>
          <a:ln/>
        </p:spPr>
        <p:txBody>
          <a:bodyPr wrap="square" lIns="0" tIns="0" rIns="0" bIns="0" rtlCol="0" anchor="t">
            <a:normAutofit/>
          </a:bodyPr>
          <a:lstStyle/>
          <a:p>
            <a:pPr marL="0" indent="0">
              <a:buNone/>
            </a:pPr>
            <a:r>
              <a:rPr lang="en-US" sz="1030" dirty="0">
                <a:solidFill>
                  <a:srgbClr val="8B949E"/>
                </a:solidFill>
              </a:rPr>
              <a:t>Loads image, downsamples large files, creates graph cells</a:t>
            </a:r>
            <a:endParaRPr lang="en-US" sz="1030" dirty="0"/>
          </a:p>
        </p:txBody>
      </p:sp>
      <p:sp>
        <p:nvSpPr>
          <p:cNvPr id="9" name="Shape 7"/>
          <p:cNvSpPr/>
          <p:nvPr/>
        </p:nvSpPr>
        <p:spPr>
          <a:xfrm>
            <a:off x="4434840" y="1463040"/>
            <a:ext cx="3063240" cy="1234440"/>
          </a:xfrm>
          <a:prstGeom prst="roundRect">
            <a:avLst>
              <a:gd name="adj" fmla="val 5926"/>
            </a:avLst>
          </a:prstGeom>
          <a:solidFill>
            <a:srgbClr val="1C2230"/>
          </a:solidFill>
          <a:ln w="12700">
            <a:solidFill>
              <a:srgbClr val="30363D"/>
            </a:solidFill>
            <a:prstDash val="solid"/>
          </a:ln>
        </p:spPr>
        <p:txBody>
          <a:bodyPr/>
          <a:lstStyle/>
          <a:p>
            <a:endParaRPr lang="en-ZA"/>
          </a:p>
        </p:txBody>
      </p:sp>
      <p:sp>
        <p:nvSpPr>
          <p:cNvPr id="10" name="Shape 8"/>
          <p:cNvSpPr/>
          <p:nvPr/>
        </p:nvSpPr>
        <p:spPr>
          <a:xfrm>
            <a:off x="4434840" y="1463040"/>
            <a:ext cx="64008" cy="1234440"/>
          </a:xfrm>
          <a:prstGeom prst="rect">
            <a:avLst/>
          </a:prstGeom>
          <a:solidFill>
            <a:srgbClr val="3FB950"/>
          </a:solidFill>
          <a:ln w="12700">
            <a:solidFill>
              <a:srgbClr val="3FB950"/>
            </a:solidFill>
            <a:prstDash val="solid"/>
          </a:ln>
        </p:spPr>
        <p:txBody>
          <a:bodyPr/>
          <a:lstStyle/>
          <a:p>
            <a:endParaRPr lang="en-ZA"/>
          </a:p>
        </p:txBody>
      </p:sp>
      <p:sp>
        <p:nvSpPr>
          <p:cNvPr id="11" name="Text 9"/>
          <p:cNvSpPr/>
          <p:nvPr/>
        </p:nvSpPr>
        <p:spPr>
          <a:xfrm>
            <a:off x="4636008" y="1627632"/>
            <a:ext cx="2715768" cy="237744"/>
          </a:xfrm>
          <a:prstGeom prst="rect">
            <a:avLst/>
          </a:prstGeom>
          <a:noFill/>
          <a:ln/>
        </p:spPr>
        <p:txBody>
          <a:bodyPr wrap="square" lIns="0" tIns="0" rIns="0" bIns="0" rtlCol="0" anchor="ctr"/>
          <a:lstStyle/>
          <a:p>
            <a:pPr marL="0" indent="0">
              <a:buNone/>
            </a:pPr>
            <a:r>
              <a:rPr lang="en-US" sz="1200" b="1" dirty="0">
                <a:solidFill>
                  <a:srgbClr val="E6EDF3"/>
                </a:solidFill>
              </a:rPr>
              <a:t>RichFeatureExtractor</a:t>
            </a:r>
            <a:endParaRPr lang="en-US" sz="1200" dirty="0"/>
          </a:p>
        </p:txBody>
      </p:sp>
      <p:sp>
        <p:nvSpPr>
          <p:cNvPr id="12" name="Text 10"/>
          <p:cNvSpPr/>
          <p:nvPr/>
        </p:nvSpPr>
        <p:spPr>
          <a:xfrm>
            <a:off x="4636008" y="1965960"/>
            <a:ext cx="2715768" cy="594360"/>
          </a:xfrm>
          <a:prstGeom prst="rect">
            <a:avLst/>
          </a:prstGeom>
          <a:noFill/>
          <a:ln/>
        </p:spPr>
        <p:txBody>
          <a:bodyPr wrap="square" lIns="0" tIns="0" rIns="0" bIns="0" rtlCol="0" anchor="t">
            <a:normAutofit/>
          </a:bodyPr>
          <a:lstStyle/>
          <a:p>
            <a:pPr marL="0" indent="0">
              <a:buNone/>
            </a:pPr>
            <a:r>
              <a:rPr lang="en-US" sz="1030" dirty="0">
                <a:solidFill>
                  <a:srgbClr val="8B949E"/>
                </a:solidFill>
              </a:rPr>
              <a:t>Builds handwritten feature vectors from colour and neighbourhood context</a:t>
            </a:r>
            <a:endParaRPr lang="en-US" sz="1030" dirty="0"/>
          </a:p>
        </p:txBody>
      </p:sp>
      <p:sp>
        <p:nvSpPr>
          <p:cNvPr id="13" name="Shape 11"/>
          <p:cNvSpPr/>
          <p:nvPr/>
        </p:nvSpPr>
        <p:spPr>
          <a:xfrm>
            <a:off x="8138160" y="1463040"/>
            <a:ext cx="3063240" cy="1234440"/>
          </a:xfrm>
          <a:prstGeom prst="roundRect">
            <a:avLst>
              <a:gd name="adj" fmla="val 5926"/>
            </a:avLst>
          </a:prstGeom>
          <a:solidFill>
            <a:srgbClr val="1C2230"/>
          </a:solidFill>
          <a:ln w="12700">
            <a:solidFill>
              <a:srgbClr val="30363D"/>
            </a:solidFill>
            <a:prstDash val="solid"/>
          </a:ln>
        </p:spPr>
        <p:txBody>
          <a:bodyPr/>
          <a:lstStyle/>
          <a:p>
            <a:endParaRPr lang="en-ZA"/>
          </a:p>
        </p:txBody>
      </p:sp>
      <p:sp>
        <p:nvSpPr>
          <p:cNvPr id="14" name="Shape 12"/>
          <p:cNvSpPr/>
          <p:nvPr/>
        </p:nvSpPr>
        <p:spPr>
          <a:xfrm>
            <a:off x="8138160" y="1463040"/>
            <a:ext cx="64008" cy="1234440"/>
          </a:xfrm>
          <a:prstGeom prst="rect">
            <a:avLst/>
          </a:prstGeom>
          <a:solidFill>
            <a:srgbClr val="FACC15"/>
          </a:solidFill>
          <a:ln w="12700">
            <a:solidFill>
              <a:srgbClr val="FACC15"/>
            </a:solidFill>
            <a:prstDash val="solid"/>
          </a:ln>
        </p:spPr>
        <p:txBody>
          <a:bodyPr/>
          <a:lstStyle/>
          <a:p>
            <a:endParaRPr lang="en-ZA"/>
          </a:p>
        </p:txBody>
      </p:sp>
      <p:sp>
        <p:nvSpPr>
          <p:cNvPr id="15" name="Text 13"/>
          <p:cNvSpPr/>
          <p:nvPr/>
        </p:nvSpPr>
        <p:spPr>
          <a:xfrm>
            <a:off x="8339328" y="1627632"/>
            <a:ext cx="2715768" cy="237744"/>
          </a:xfrm>
          <a:prstGeom prst="rect">
            <a:avLst/>
          </a:prstGeom>
          <a:noFill/>
          <a:ln/>
        </p:spPr>
        <p:txBody>
          <a:bodyPr wrap="square" lIns="0" tIns="0" rIns="0" bIns="0" rtlCol="0" anchor="ctr"/>
          <a:lstStyle/>
          <a:p>
            <a:pPr marL="0" indent="0">
              <a:buNone/>
            </a:pPr>
            <a:r>
              <a:rPr lang="en-US" sz="1200" b="1" dirty="0">
                <a:solidFill>
                  <a:srgbClr val="E6EDF3"/>
                </a:solidFill>
              </a:rPr>
              <a:t>KNNClassifier</a:t>
            </a:r>
            <a:endParaRPr lang="en-US" sz="1200" dirty="0"/>
          </a:p>
        </p:txBody>
      </p:sp>
      <p:sp>
        <p:nvSpPr>
          <p:cNvPr id="16" name="Text 14"/>
          <p:cNvSpPr/>
          <p:nvPr/>
        </p:nvSpPr>
        <p:spPr>
          <a:xfrm>
            <a:off x="8339328" y="1965960"/>
            <a:ext cx="2715768" cy="594360"/>
          </a:xfrm>
          <a:prstGeom prst="rect">
            <a:avLst/>
          </a:prstGeom>
          <a:noFill/>
          <a:ln/>
        </p:spPr>
        <p:txBody>
          <a:bodyPr wrap="square" lIns="0" tIns="0" rIns="0" bIns="0" rtlCol="0" anchor="t">
            <a:normAutofit/>
          </a:bodyPr>
          <a:lstStyle/>
          <a:p>
            <a:pPr marL="0" indent="0">
              <a:buNone/>
            </a:pPr>
            <a:r>
              <a:rPr lang="en-US" sz="1030" dirty="0">
                <a:solidFill>
                  <a:srgbClr val="8B949E"/>
                </a:solidFill>
              </a:rPr>
              <a:t>Uses saved examples for downstream terrain classification</a:t>
            </a:r>
            <a:endParaRPr lang="en-US" sz="1030" dirty="0"/>
          </a:p>
        </p:txBody>
      </p:sp>
      <p:sp>
        <p:nvSpPr>
          <p:cNvPr id="17" name="Shape 15"/>
          <p:cNvSpPr/>
          <p:nvPr/>
        </p:nvSpPr>
        <p:spPr>
          <a:xfrm>
            <a:off x="731520" y="3337560"/>
            <a:ext cx="3063240" cy="1234440"/>
          </a:xfrm>
          <a:prstGeom prst="roundRect">
            <a:avLst>
              <a:gd name="adj" fmla="val 5926"/>
            </a:avLst>
          </a:prstGeom>
          <a:solidFill>
            <a:srgbClr val="1C2230"/>
          </a:solidFill>
          <a:ln w="12700">
            <a:solidFill>
              <a:srgbClr val="30363D"/>
            </a:solidFill>
            <a:prstDash val="solid"/>
          </a:ln>
        </p:spPr>
        <p:txBody>
          <a:bodyPr/>
          <a:lstStyle/>
          <a:p>
            <a:endParaRPr lang="en-ZA"/>
          </a:p>
        </p:txBody>
      </p:sp>
      <p:sp>
        <p:nvSpPr>
          <p:cNvPr id="18" name="Shape 16"/>
          <p:cNvSpPr/>
          <p:nvPr/>
        </p:nvSpPr>
        <p:spPr>
          <a:xfrm>
            <a:off x="731520" y="3337560"/>
            <a:ext cx="64008" cy="1234440"/>
          </a:xfrm>
          <a:prstGeom prst="rect">
            <a:avLst/>
          </a:prstGeom>
          <a:solidFill>
            <a:srgbClr val="A855F7"/>
          </a:solidFill>
          <a:ln w="12700">
            <a:solidFill>
              <a:srgbClr val="A855F7"/>
            </a:solidFill>
            <a:prstDash val="solid"/>
          </a:ln>
        </p:spPr>
        <p:txBody>
          <a:bodyPr/>
          <a:lstStyle/>
          <a:p>
            <a:endParaRPr lang="en-ZA"/>
          </a:p>
        </p:txBody>
      </p:sp>
      <p:sp>
        <p:nvSpPr>
          <p:cNvPr id="19" name="Text 17"/>
          <p:cNvSpPr/>
          <p:nvPr/>
        </p:nvSpPr>
        <p:spPr>
          <a:xfrm>
            <a:off x="932688" y="3502152"/>
            <a:ext cx="2715768" cy="237744"/>
          </a:xfrm>
          <a:prstGeom prst="rect">
            <a:avLst/>
          </a:prstGeom>
          <a:noFill/>
          <a:ln/>
        </p:spPr>
        <p:txBody>
          <a:bodyPr wrap="square" lIns="0" tIns="0" rIns="0" bIns="0" rtlCol="0" anchor="ctr"/>
          <a:lstStyle/>
          <a:p>
            <a:pPr marL="0" indent="0">
              <a:buNone/>
            </a:pPr>
            <a:r>
              <a:rPr lang="en-US" sz="1200" b="1" dirty="0">
                <a:solidFill>
                  <a:srgbClr val="E6EDF3"/>
                </a:solidFill>
              </a:rPr>
              <a:t>GraphGrid</a:t>
            </a:r>
            <a:endParaRPr lang="en-US" sz="1200" dirty="0"/>
          </a:p>
        </p:txBody>
      </p:sp>
      <p:sp>
        <p:nvSpPr>
          <p:cNvPr id="20" name="Text 18"/>
          <p:cNvSpPr/>
          <p:nvPr/>
        </p:nvSpPr>
        <p:spPr>
          <a:xfrm>
            <a:off x="932688" y="3840480"/>
            <a:ext cx="2715768" cy="594360"/>
          </a:xfrm>
          <a:prstGeom prst="rect">
            <a:avLst/>
          </a:prstGeom>
          <a:noFill/>
          <a:ln/>
        </p:spPr>
        <p:txBody>
          <a:bodyPr wrap="square" lIns="0" tIns="0" rIns="0" bIns="0" rtlCol="0" anchor="t">
            <a:normAutofit/>
          </a:bodyPr>
          <a:lstStyle/>
          <a:p>
            <a:pPr marL="0" indent="0">
              <a:buNone/>
            </a:pPr>
            <a:r>
              <a:rPr lang="en-US" sz="1030" dirty="0">
                <a:solidFill>
                  <a:srgbClr val="8B949E"/>
                </a:solidFill>
              </a:rPr>
              <a:t>Stores vertices, walkability, weights, and neighbours</a:t>
            </a:r>
            <a:endParaRPr lang="en-US" sz="1030" dirty="0"/>
          </a:p>
        </p:txBody>
      </p:sp>
      <p:sp>
        <p:nvSpPr>
          <p:cNvPr id="21" name="Shape 19"/>
          <p:cNvSpPr/>
          <p:nvPr/>
        </p:nvSpPr>
        <p:spPr>
          <a:xfrm>
            <a:off x="4434840" y="3337560"/>
            <a:ext cx="3063240" cy="1234440"/>
          </a:xfrm>
          <a:prstGeom prst="roundRect">
            <a:avLst>
              <a:gd name="adj" fmla="val 5926"/>
            </a:avLst>
          </a:prstGeom>
          <a:solidFill>
            <a:srgbClr val="1C2230"/>
          </a:solidFill>
          <a:ln w="12700">
            <a:solidFill>
              <a:srgbClr val="30363D"/>
            </a:solidFill>
            <a:prstDash val="solid"/>
          </a:ln>
        </p:spPr>
        <p:txBody>
          <a:bodyPr/>
          <a:lstStyle/>
          <a:p>
            <a:endParaRPr lang="en-ZA"/>
          </a:p>
        </p:txBody>
      </p:sp>
      <p:sp>
        <p:nvSpPr>
          <p:cNvPr id="22" name="Shape 20"/>
          <p:cNvSpPr/>
          <p:nvPr/>
        </p:nvSpPr>
        <p:spPr>
          <a:xfrm>
            <a:off x="4434840" y="3337560"/>
            <a:ext cx="64008" cy="1234440"/>
          </a:xfrm>
          <a:prstGeom prst="rect">
            <a:avLst/>
          </a:prstGeom>
          <a:solidFill>
            <a:srgbClr val="FF2D55"/>
          </a:solidFill>
          <a:ln w="12700">
            <a:solidFill>
              <a:srgbClr val="FF2D55"/>
            </a:solidFill>
            <a:prstDash val="solid"/>
          </a:ln>
        </p:spPr>
        <p:txBody>
          <a:bodyPr/>
          <a:lstStyle/>
          <a:p>
            <a:endParaRPr lang="en-ZA"/>
          </a:p>
        </p:txBody>
      </p:sp>
      <p:sp>
        <p:nvSpPr>
          <p:cNvPr id="23" name="Text 21"/>
          <p:cNvSpPr/>
          <p:nvPr/>
        </p:nvSpPr>
        <p:spPr>
          <a:xfrm>
            <a:off x="4636008" y="3502152"/>
            <a:ext cx="2715768" cy="237744"/>
          </a:xfrm>
          <a:prstGeom prst="rect">
            <a:avLst/>
          </a:prstGeom>
          <a:noFill/>
          <a:ln/>
        </p:spPr>
        <p:txBody>
          <a:bodyPr wrap="square" lIns="0" tIns="0" rIns="0" bIns="0" rtlCol="0" anchor="ctr"/>
          <a:lstStyle/>
          <a:p>
            <a:pPr marL="0" indent="0">
              <a:buNone/>
            </a:pPr>
            <a:r>
              <a:rPr lang="en-US" sz="1200" b="1" dirty="0">
                <a:solidFill>
                  <a:srgbClr val="E6EDF3"/>
                </a:solidFill>
              </a:rPr>
              <a:t>AlgorithmManager</a:t>
            </a:r>
            <a:endParaRPr lang="en-US" sz="1200" dirty="0"/>
          </a:p>
        </p:txBody>
      </p:sp>
      <p:sp>
        <p:nvSpPr>
          <p:cNvPr id="24" name="Text 22"/>
          <p:cNvSpPr/>
          <p:nvPr/>
        </p:nvSpPr>
        <p:spPr>
          <a:xfrm>
            <a:off x="4636008" y="3840480"/>
            <a:ext cx="2715768" cy="594360"/>
          </a:xfrm>
          <a:prstGeom prst="rect">
            <a:avLst/>
          </a:prstGeom>
          <a:noFill/>
          <a:ln/>
        </p:spPr>
        <p:txBody>
          <a:bodyPr wrap="square" lIns="0" tIns="0" rIns="0" bIns="0" rtlCol="0" anchor="t">
            <a:normAutofit/>
          </a:bodyPr>
          <a:lstStyle/>
          <a:p>
            <a:pPr marL="0" indent="0">
              <a:buNone/>
            </a:pPr>
            <a:r>
              <a:rPr lang="en-US" sz="1030" dirty="0">
                <a:solidFill>
                  <a:srgbClr val="8B949E"/>
                </a:solidFill>
              </a:rPr>
              <a:t>Runs A*, Dijkstra, and Greedy on the same start/end</a:t>
            </a:r>
            <a:endParaRPr lang="en-US" sz="1030" dirty="0"/>
          </a:p>
        </p:txBody>
      </p:sp>
      <p:sp>
        <p:nvSpPr>
          <p:cNvPr id="25" name="Shape 23"/>
          <p:cNvSpPr/>
          <p:nvPr/>
        </p:nvSpPr>
        <p:spPr>
          <a:xfrm>
            <a:off x="8138160" y="3337560"/>
            <a:ext cx="3063240" cy="1234440"/>
          </a:xfrm>
          <a:prstGeom prst="roundRect">
            <a:avLst>
              <a:gd name="adj" fmla="val 5926"/>
            </a:avLst>
          </a:prstGeom>
          <a:solidFill>
            <a:srgbClr val="1C2230"/>
          </a:solidFill>
          <a:ln w="12700">
            <a:solidFill>
              <a:srgbClr val="30363D"/>
            </a:solidFill>
            <a:prstDash val="solid"/>
          </a:ln>
        </p:spPr>
        <p:txBody>
          <a:bodyPr/>
          <a:lstStyle/>
          <a:p>
            <a:endParaRPr lang="en-ZA"/>
          </a:p>
        </p:txBody>
      </p:sp>
      <p:sp>
        <p:nvSpPr>
          <p:cNvPr id="26" name="Shape 24"/>
          <p:cNvSpPr/>
          <p:nvPr/>
        </p:nvSpPr>
        <p:spPr>
          <a:xfrm>
            <a:off x="8138160" y="3337560"/>
            <a:ext cx="64008" cy="1234440"/>
          </a:xfrm>
          <a:prstGeom prst="rect">
            <a:avLst/>
          </a:prstGeom>
          <a:solidFill>
            <a:srgbClr val="F97316"/>
          </a:solidFill>
          <a:ln w="12700">
            <a:solidFill>
              <a:srgbClr val="F97316"/>
            </a:solidFill>
            <a:prstDash val="solid"/>
          </a:ln>
        </p:spPr>
        <p:txBody>
          <a:bodyPr/>
          <a:lstStyle/>
          <a:p>
            <a:endParaRPr lang="en-ZA"/>
          </a:p>
        </p:txBody>
      </p:sp>
      <p:sp>
        <p:nvSpPr>
          <p:cNvPr id="27" name="Text 25"/>
          <p:cNvSpPr/>
          <p:nvPr/>
        </p:nvSpPr>
        <p:spPr>
          <a:xfrm>
            <a:off x="8339328" y="3502152"/>
            <a:ext cx="2715768" cy="237744"/>
          </a:xfrm>
          <a:prstGeom prst="rect">
            <a:avLst/>
          </a:prstGeom>
          <a:noFill/>
          <a:ln/>
        </p:spPr>
        <p:txBody>
          <a:bodyPr wrap="square" lIns="0" tIns="0" rIns="0" bIns="0" rtlCol="0" anchor="ctr"/>
          <a:lstStyle/>
          <a:p>
            <a:pPr marL="0" indent="0">
              <a:buNone/>
            </a:pPr>
            <a:r>
              <a:rPr lang="en-US" sz="1200" b="1" dirty="0">
                <a:solidFill>
                  <a:srgbClr val="E6EDF3"/>
                </a:solidFill>
              </a:rPr>
              <a:t>MapCanvas / Main</a:t>
            </a:r>
            <a:endParaRPr lang="en-US" sz="1200" dirty="0"/>
          </a:p>
        </p:txBody>
      </p:sp>
      <p:sp>
        <p:nvSpPr>
          <p:cNvPr id="28" name="Text 26"/>
          <p:cNvSpPr/>
          <p:nvPr/>
        </p:nvSpPr>
        <p:spPr>
          <a:xfrm>
            <a:off x="8339328" y="3840480"/>
            <a:ext cx="2715768" cy="594360"/>
          </a:xfrm>
          <a:prstGeom prst="rect">
            <a:avLst/>
          </a:prstGeom>
          <a:noFill/>
          <a:ln/>
        </p:spPr>
        <p:txBody>
          <a:bodyPr wrap="square" lIns="0" tIns="0" rIns="0" bIns="0" rtlCol="0" anchor="t">
            <a:normAutofit/>
          </a:bodyPr>
          <a:lstStyle/>
          <a:p>
            <a:pPr marL="0" indent="0">
              <a:buNone/>
            </a:pPr>
            <a:r>
              <a:rPr lang="en-US" sz="1030" dirty="0">
                <a:solidFill>
                  <a:srgbClr val="8B949E"/>
                </a:solidFill>
              </a:rPr>
              <a:t>Renders map, training, dashboard, and controls</a:t>
            </a:r>
            <a:endParaRPr lang="en-US" sz="1030" dirty="0"/>
          </a:p>
        </p:txBody>
      </p:sp>
      <p:sp>
        <p:nvSpPr>
          <p:cNvPr id="29" name="Shape 27"/>
          <p:cNvSpPr/>
          <p:nvPr/>
        </p:nvSpPr>
        <p:spPr>
          <a:xfrm>
            <a:off x="3566160" y="2084832"/>
            <a:ext cx="868680" cy="0"/>
          </a:xfrm>
          <a:prstGeom prst="line">
            <a:avLst/>
          </a:prstGeom>
          <a:noFill/>
          <a:ln w="25400">
            <a:solidFill>
              <a:srgbClr val="3FB950"/>
            </a:solidFill>
            <a:prstDash val="solid"/>
            <a:headEnd type="none"/>
            <a:tailEnd type="triangle"/>
          </a:ln>
        </p:spPr>
        <p:txBody>
          <a:bodyPr/>
          <a:lstStyle/>
          <a:p>
            <a:endParaRPr lang="en-ZA"/>
          </a:p>
        </p:txBody>
      </p:sp>
      <p:sp>
        <p:nvSpPr>
          <p:cNvPr id="30" name="Shape 28"/>
          <p:cNvSpPr/>
          <p:nvPr/>
        </p:nvSpPr>
        <p:spPr>
          <a:xfrm>
            <a:off x="7269480" y="2084832"/>
            <a:ext cx="868680" cy="0"/>
          </a:xfrm>
          <a:prstGeom prst="line">
            <a:avLst/>
          </a:prstGeom>
          <a:noFill/>
          <a:ln w="25400">
            <a:solidFill>
              <a:srgbClr val="3FB950"/>
            </a:solidFill>
            <a:prstDash val="solid"/>
            <a:headEnd type="none"/>
            <a:tailEnd type="triangle"/>
          </a:ln>
        </p:spPr>
        <p:txBody>
          <a:bodyPr/>
          <a:lstStyle/>
          <a:p>
            <a:endParaRPr lang="en-ZA"/>
          </a:p>
        </p:txBody>
      </p:sp>
      <p:sp>
        <p:nvSpPr>
          <p:cNvPr id="31" name="Shape 29"/>
          <p:cNvSpPr/>
          <p:nvPr/>
        </p:nvSpPr>
        <p:spPr>
          <a:xfrm>
            <a:off x="3566160" y="3959352"/>
            <a:ext cx="868680" cy="0"/>
          </a:xfrm>
          <a:prstGeom prst="line">
            <a:avLst/>
          </a:prstGeom>
          <a:noFill/>
          <a:ln w="25400">
            <a:solidFill>
              <a:srgbClr val="3FB950"/>
            </a:solidFill>
            <a:prstDash val="solid"/>
            <a:headEnd type="none"/>
            <a:tailEnd type="triangle"/>
          </a:ln>
        </p:spPr>
        <p:txBody>
          <a:bodyPr/>
          <a:lstStyle/>
          <a:p>
            <a:endParaRPr lang="en-ZA"/>
          </a:p>
        </p:txBody>
      </p:sp>
      <p:sp>
        <p:nvSpPr>
          <p:cNvPr id="32" name="Shape 30"/>
          <p:cNvSpPr/>
          <p:nvPr/>
        </p:nvSpPr>
        <p:spPr>
          <a:xfrm>
            <a:off x="7269480" y="3959352"/>
            <a:ext cx="868680" cy="0"/>
          </a:xfrm>
          <a:prstGeom prst="line">
            <a:avLst/>
          </a:prstGeom>
          <a:noFill/>
          <a:ln w="25400">
            <a:solidFill>
              <a:srgbClr val="3FB950"/>
            </a:solidFill>
            <a:prstDash val="solid"/>
            <a:headEnd type="none"/>
            <a:tailEnd type="triangle"/>
          </a:ln>
        </p:spPr>
        <p:txBody>
          <a:bodyPr/>
          <a:lstStyle/>
          <a:p>
            <a:endParaRPr lang="en-ZA"/>
          </a:p>
        </p:txBody>
      </p:sp>
      <p:sp>
        <p:nvSpPr>
          <p:cNvPr id="33" name="Text 31"/>
          <p:cNvSpPr/>
          <p:nvPr/>
        </p:nvSpPr>
        <p:spPr>
          <a:xfrm>
            <a:off x="731520" y="5669280"/>
            <a:ext cx="10698480" cy="384048"/>
          </a:xfrm>
          <a:prstGeom prst="rect">
            <a:avLst/>
          </a:prstGeom>
          <a:noFill/>
          <a:ln/>
        </p:spPr>
        <p:txBody>
          <a:bodyPr wrap="square" lIns="0" tIns="0" rIns="0" bIns="0" rtlCol="0" anchor="ctr"/>
          <a:lstStyle/>
          <a:p>
            <a:pPr marL="0" indent="0">
              <a:buNone/>
            </a:pPr>
            <a:r>
              <a:rPr lang="en-US" sz="1600" b="1" dirty="0">
                <a:solidFill>
                  <a:srgbClr val="E6EDF3"/>
                </a:solidFill>
              </a:rPr>
              <a:t>The design keeps feature extraction and graph construction inside custom Java code, while ML is only used as a downstream classifier.</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02920" y="310896"/>
            <a:ext cx="4937760" cy="219456"/>
          </a:xfrm>
          <a:prstGeom prst="rect">
            <a:avLst/>
          </a:prstGeom>
          <a:noFill/>
          <a:ln/>
        </p:spPr>
        <p:txBody>
          <a:bodyPr wrap="square" rtlCol="0" anchor="ctr"/>
          <a:lstStyle/>
          <a:p>
            <a:pPr marL="0" indent="0">
              <a:buNone/>
            </a:pPr>
            <a:r>
              <a:rPr lang="en-US" sz="900" b="1" dirty="0">
                <a:solidFill>
                  <a:srgbClr val="3FB950"/>
                </a:solidFill>
                <a:latin typeface="Aptos" pitchFamily="34" charset="0"/>
                <a:ea typeface="Aptos" pitchFamily="34" charset="-122"/>
                <a:cs typeface="Aptos" pitchFamily="34" charset="-120"/>
              </a:rPr>
              <a:t>DATA STRUCTURE</a:t>
            </a:r>
            <a:endParaRPr lang="en-US" sz="900" dirty="0"/>
          </a:p>
        </p:txBody>
      </p:sp>
      <p:sp>
        <p:nvSpPr>
          <p:cNvPr id="3" name="Text 1"/>
          <p:cNvSpPr/>
          <p:nvPr/>
        </p:nvSpPr>
        <p:spPr>
          <a:xfrm>
            <a:off x="502920" y="566928"/>
            <a:ext cx="10698480" cy="530352"/>
          </a:xfrm>
          <a:prstGeom prst="rect">
            <a:avLst/>
          </a:prstGeom>
          <a:noFill/>
          <a:ln/>
        </p:spPr>
        <p:txBody>
          <a:bodyPr wrap="square" lIns="0" tIns="0" rIns="0" bIns="0" rtlCol="0" anchor="ctr">
            <a:normAutofit/>
          </a:bodyPr>
          <a:lstStyle/>
          <a:p>
            <a:pPr marL="0" indent="0">
              <a:buNone/>
            </a:pPr>
            <a:r>
              <a:rPr lang="en-US" sz="2500" b="1" dirty="0">
                <a:solidFill>
                  <a:srgbClr val="E6EDF3"/>
                </a:solidFill>
                <a:latin typeface="Aptos Display" pitchFamily="34" charset="0"/>
                <a:ea typeface="Aptos Display" pitchFamily="34" charset="-122"/>
                <a:cs typeface="Aptos Display" pitchFamily="34" charset="-120"/>
              </a:rPr>
              <a:t>Graph construction: a grid-backed graph</a:t>
            </a:r>
            <a:endParaRPr lang="en-US" sz="2500" dirty="0"/>
          </a:p>
        </p:txBody>
      </p:sp>
      <p:sp>
        <p:nvSpPr>
          <p:cNvPr id="4" name="Shape 2"/>
          <p:cNvSpPr/>
          <p:nvPr/>
        </p:nvSpPr>
        <p:spPr>
          <a:xfrm>
            <a:off x="502920" y="1143000"/>
            <a:ext cx="1234440" cy="0"/>
          </a:xfrm>
          <a:prstGeom prst="line">
            <a:avLst/>
          </a:prstGeom>
          <a:noFill/>
          <a:ln w="27940">
            <a:solidFill>
              <a:srgbClr val="3FB950"/>
            </a:solidFill>
            <a:prstDash val="solid"/>
          </a:ln>
        </p:spPr>
        <p:txBody>
          <a:bodyPr/>
          <a:lstStyle/>
          <a:p>
            <a:endParaRPr lang="en-ZA"/>
          </a:p>
        </p:txBody>
      </p:sp>
      <p:sp>
        <p:nvSpPr>
          <p:cNvPr id="5" name="Text 3"/>
          <p:cNvSpPr/>
          <p:nvPr/>
        </p:nvSpPr>
        <p:spPr>
          <a:xfrm>
            <a:off x="685800" y="1417320"/>
            <a:ext cx="4937760" cy="868680"/>
          </a:xfrm>
          <a:prstGeom prst="rect">
            <a:avLst/>
          </a:prstGeom>
          <a:noFill/>
          <a:ln/>
        </p:spPr>
        <p:txBody>
          <a:bodyPr wrap="square" lIns="254" tIns="254" rIns="254" bIns="254" rtlCol="0" anchor="ctr">
            <a:normAutofit/>
          </a:bodyPr>
          <a:lstStyle/>
          <a:p>
            <a:pPr marL="0" indent="0">
              <a:buNone/>
            </a:pPr>
            <a:r>
              <a:rPr lang="en-US" sz="1600" dirty="0">
                <a:solidFill>
                  <a:srgbClr val="E6EDF3"/>
                </a:solidFill>
                <a:latin typeface="Aptos" pitchFamily="34" charset="0"/>
                <a:ea typeface="Aptos" pitchFamily="34" charset="-122"/>
                <a:cs typeface="Aptos" pitchFamily="34" charset="-120"/>
              </a:rPr>
              <a:t>Each block of the image becomes a GraphNode. The graph uses implicit adjacency: neighbours are generated when needed instead of storing every edge object.</a:t>
            </a:r>
            <a:endParaRPr lang="en-US" sz="1600" dirty="0"/>
          </a:p>
        </p:txBody>
      </p:sp>
      <p:sp>
        <p:nvSpPr>
          <p:cNvPr id="6" name="Text 4"/>
          <p:cNvSpPr/>
          <p:nvPr/>
        </p:nvSpPr>
        <p:spPr>
          <a:xfrm>
            <a:off x="685800" y="2423160"/>
            <a:ext cx="4937760" cy="914400"/>
          </a:xfrm>
          <a:prstGeom prst="rect">
            <a:avLst/>
          </a:prstGeom>
          <a:noFill/>
          <a:ln/>
        </p:spPr>
        <p:txBody>
          <a:bodyPr wrap="square" lIns="254" tIns="254" rIns="254" bIns="254" rtlCol="0" anchor="ctr">
            <a:normAutofit/>
          </a:bodyPr>
          <a:lstStyle/>
          <a:p>
            <a:pPr marL="0" indent="0">
              <a:buNone/>
            </a:pPr>
            <a:r>
              <a:rPr lang="en-US" sz="1400" dirty="0">
                <a:solidFill>
                  <a:srgbClr val="8B949E"/>
                </a:solidFill>
                <a:latin typeface="Aptos" pitchFamily="34" charset="0"/>
                <a:ea typeface="Aptos" pitchFamily="34" charset="-122"/>
                <a:cs typeface="Aptos" pitchFamily="34" charset="-120"/>
              </a:rPr>
              <a:t>This follows a textbook-friendly graph design: vertices are explicit, neighbouring edges are calculated from coordinates, and removed edges are stored compactly.</a:t>
            </a:r>
            <a:endParaRPr lang="en-US" sz="1400" dirty="0"/>
          </a:p>
        </p:txBody>
      </p:sp>
      <p:sp>
        <p:nvSpPr>
          <p:cNvPr id="7" name="Shape 5"/>
          <p:cNvSpPr/>
          <p:nvPr/>
        </p:nvSpPr>
        <p:spPr>
          <a:xfrm>
            <a:off x="6492240" y="1298448"/>
            <a:ext cx="306324" cy="306324"/>
          </a:xfrm>
          <a:prstGeom prst="rect">
            <a:avLst/>
          </a:prstGeom>
          <a:solidFill>
            <a:srgbClr val="4B5563"/>
          </a:solidFill>
          <a:ln w="12700">
            <a:solidFill>
              <a:srgbClr val="4B5563"/>
            </a:solidFill>
            <a:prstDash val="solid"/>
          </a:ln>
        </p:spPr>
        <p:txBody>
          <a:bodyPr/>
          <a:lstStyle/>
          <a:p>
            <a:endParaRPr lang="en-ZA"/>
          </a:p>
        </p:txBody>
      </p:sp>
      <p:sp>
        <p:nvSpPr>
          <p:cNvPr id="8" name="Shape 6"/>
          <p:cNvSpPr/>
          <p:nvPr/>
        </p:nvSpPr>
        <p:spPr>
          <a:xfrm>
            <a:off x="6821424" y="1298448"/>
            <a:ext cx="306324" cy="306324"/>
          </a:xfrm>
          <a:prstGeom prst="rect">
            <a:avLst/>
          </a:prstGeom>
          <a:solidFill>
            <a:srgbClr val="4B5563"/>
          </a:solidFill>
          <a:ln w="12700">
            <a:solidFill>
              <a:srgbClr val="4B5563"/>
            </a:solidFill>
            <a:prstDash val="solid"/>
          </a:ln>
        </p:spPr>
        <p:txBody>
          <a:bodyPr/>
          <a:lstStyle/>
          <a:p>
            <a:endParaRPr lang="en-ZA"/>
          </a:p>
        </p:txBody>
      </p:sp>
      <p:sp>
        <p:nvSpPr>
          <p:cNvPr id="9" name="Shape 7"/>
          <p:cNvSpPr/>
          <p:nvPr/>
        </p:nvSpPr>
        <p:spPr>
          <a:xfrm>
            <a:off x="7150608" y="1298448"/>
            <a:ext cx="306324" cy="306324"/>
          </a:xfrm>
          <a:prstGeom prst="rect">
            <a:avLst/>
          </a:prstGeom>
          <a:solidFill>
            <a:srgbClr val="4B5563"/>
          </a:solidFill>
          <a:ln w="12700">
            <a:solidFill>
              <a:srgbClr val="4B5563"/>
            </a:solidFill>
            <a:prstDash val="solid"/>
          </a:ln>
        </p:spPr>
        <p:txBody>
          <a:bodyPr/>
          <a:lstStyle/>
          <a:p>
            <a:endParaRPr lang="en-ZA"/>
          </a:p>
        </p:txBody>
      </p:sp>
      <p:sp>
        <p:nvSpPr>
          <p:cNvPr id="10" name="Shape 8"/>
          <p:cNvSpPr/>
          <p:nvPr/>
        </p:nvSpPr>
        <p:spPr>
          <a:xfrm>
            <a:off x="7479792" y="1298448"/>
            <a:ext cx="306324" cy="306324"/>
          </a:xfrm>
          <a:prstGeom prst="rect">
            <a:avLst/>
          </a:prstGeom>
          <a:solidFill>
            <a:srgbClr val="4B5563"/>
          </a:solidFill>
          <a:ln w="12700">
            <a:solidFill>
              <a:srgbClr val="4B5563"/>
            </a:solidFill>
            <a:prstDash val="solid"/>
          </a:ln>
        </p:spPr>
        <p:txBody>
          <a:bodyPr/>
          <a:lstStyle/>
          <a:p>
            <a:endParaRPr lang="en-ZA"/>
          </a:p>
        </p:txBody>
      </p:sp>
      <p:sp>
        <p:nvSpPr>
          <p:cNvPr id="11" name="Shape 9"/>
          <p:cNvSpPr/>
          <p:nvPr/>
        </p:nvSpPr>
        <p:spPr>
          <a:xfrm>
            <a:off x="7808976" y="1298448"/>
            <a:ext cx="306324" cy="306324"/>
          </a:xfrm>
          <a:prstGeom prst="rect">
            <a:avLst/>
          </a:prstGeom>
          <a:solidFill>
            <a:srgbClr val="3FB950"/>
          </a:solidFill>
          <a:ln w="12700">
            <a:solidFill>
              <a:srgbClr val="3FB950"/>
            </a:solidFill>
            <a:prstDash val="solid"/>
          </a:ln>
        </p:spPr>
        <p:txBody>
          <a:bodyPr/>
          <a:lstStyle/>
          <a:p>
            <a:endParaRPr lang="en-ZA"/>
          </a:p>
        </p:txBody>
      </p:sp>
      <p:sp>
        <p:nvSpPr>
          <p:cNvPr id="12" name="Shape 10"/>
          <p:cNvSpPr/>
          <p:nvPr/>
        </p:nvSpPr>
        <p:spPr>
          <a:xfrm>
            <a:off x="8138160" y="1298448"/>
            <a:ext cx="306324" cy="306324"/>
          </a:xfrm>
          <a:prstGeom prst="rect">
            <a:avLst/>
          </a:prstGeom>
          <a:solidFill>
            <a:srgbClr val="4B5563"/>
          </a:solidFill>
          <a:ln w="12700">
            <a:solidFill>
              <a:srgbClr val="4B5563"/>
            </a:solidFill>
            <a:prstDash val="solid"/>
          </a:ln>
        </p:spPr>
        <p:txBody>
          <a:bodyPr/>
          <a:lstStyle/>
          <a:p>
            <a:endParaRPr lang="en-ZA"/>
          </a:p>
        </p:txBody>
      </p:sp>
      <p:sp>
        <p:nvSpPr>
          <p:cNvPr id="13" name="Shape 11"/>
          <p:cNvSpPr/>
          <p:nvPr/>
        </p:nvSpPr>
        <p:spPr>
          <a:xfrm>
            <a:off x="8467344" y="1298448"/>
            <a:ext cx="306324" cy="306324"/>
          </a:xfrm>
          <a:prstGeom prst="rect">
            <a:avLst/>
          </a:prstGeom>
          <a:solidFill>
            <a:srgbClr val="4B5563"/>
          </a:solidFill>
          <a:ln w="12700">
            <a:solidFill>
              <a:srgbClr val="4B5563"/>
            </a:solidFill>
            <a:prstDash val="solid"/>
          </a:ln>
        </p:spPr>
        <p:txBody>
          <a:bodyPr/>
          <a:lstStyle/>
          <a:p>
            <a:endParaRPr lang="en-ZA"/>
          </a:p>
        </p:txBody>
      </p:sp>
      <p:sp>
        <p:nvSpPr>
          <p:cNvPr id="14" name="Shape 12"/>
          <p:cNvSpPr/>
          <p:nvPr/>
        </p:nvSpPr>
        <p:spPr>
          <a:xfrm>
            <a:off x="8796528" y="1298448"/>
            <a:ext cx="306324" cy="306324"/>
          </a:xfrm>
          <a:prstGeom prst="rect">
            <a:avLst/>
          </a:prstGeom>
          <a:solidFill>
            <a:srgbClr val="4B5563"/>
          </a:solidFill>
          <a:ln w="12700">
            <a:solidFill>
              <a:srgbClr val="4B5563"/>
            </a:solidFill>
            <a:prstDash val="solid"/>
          </a:ln>
        </p:spPr>
        <p:txBody>
          <a:bodyPr/>
          <a:lstStyle/>
          <a:p>
            <a:endParaRPr lang="en-ZA"/>
          </a:p>
        </p:txBody>
      </p:sp>
      <p:sp>
        <p:nvSpPr>
          <p:cNvPr id="15" name="Shape 13"/>
          <p:cNvSpPr/>
          <p:nvPr/>
        </p:nvSpPr>
        <p:spPr>
          <a:xfrm>
            <a:off x="9125712" y="1298448"/>
            <a:ext cx="306324" cy="306324"/>
          </a:xfrm>
          <a:prstGeom prst="rect">
            <a:avLst/>
          </a:prstGeom>
          <a:solidFill>
            <a:srgbClr val="4B5563"/>
          </a:solidFill>
          <a:ln w="12700">
            <a:solidFill>
              <a:srgbClr val="4B5563"/>
            </a:solidFill>
            <a:prstDash val="solid"/>
          </a:ln>
        </p:spPr>
        <p:txBody>
          <a:bodyPr/>
          <a:lstStyle/>
          <a:p>
            <a:endParaRPr lang="en-ZA"/>
          </a:p>
        </p:txBody>
      </p:sp>
      <p:sp>
        <p:nvSpPr>
          <p:cNvPr id="16" name="Shape 14"/>
          <p:cNvSpPr/>
          <p:nvPr/>
        </p:nvSpPr>
        <p:spPr>
          <a:xfrm>
            <a:off x="9454896" y="1298448"/>
            <a:ext cx="306324" cy="306324"/>
          </a:xfrm>
          <a:prstGeom prst="rect">
            <a:avLst/>
          </a:prstGeom>
          <a:solidFill>
            <a:srgbClr val="4B5563"/>
          </a:solidFill>
          <a:ln w="12700">
            <a:solidFill>
              <a:srgbClr val="4B5563"/>
            </a:solidFill>
            <a:prstDash val="solid"/>
          </a:ln>
        </p:spPr>
        <p:txBody>
          <a:bodyPr/>
          <a:lstStyle/>
          <a:p>
            <a:endParaRPr lang="en-ZA"/>
          </a:p>
        </p:txBody>
      </p:sp>
      <p:sp>
        <p:nvSpPr>
          <p:cNvPr id="17" name="Shape 15"/>
          <p:cNvSpPr/>
          <p:nvPr/>
        </p:nvSpPr>
        <p:spPr>
          <a:xfrm>
            <a:off x="6492240" y="1627632"/>
            <a:ext cx="306324" cy="306324"/>
          </a:xfrm>
          <a:prstGeom prst="rect">
            <a:avLst/>
          </a:prstGeom>
          <a:solidFill>
            <a:srgbClr val="4B5563"/>
          </a:solidFill>
          <a:ln w="12700">
            <a:solidFill>
              <a:srgbClr val="4B5563"/>
            </a:solidFill>
            <a:prstDash val="solid"/>
          </a:ln>
        </p:spPr>
        <p:txBody>
          <a:bodyPr/>
          <a:lstStyle/>
          <a:p>
            <a:endParaRPr lang="en-ZA"/>
          </a:p>
        </p:txBody>
      </p:sp>
      <p:sp>
        <p:nvSpPr>
          <p:cNvPr id="18" name="Shape 16"/>
          <p:cNvSpPr/>
          <p:nvPr/>
        </p:nvSpPr>
        <p:spPr>
          <a:xfrm>
            <a:off x="6821424" y="1627632"/>
            <a:ext cx="306324" cy="306324"/>
          </a:xfrm>
          <a:prstGeom prst="rect">
            <a:avLst/>
          </a:prstGeom>
          <a:solidFill>
            <a:srgbClr val="4B5563"/>
          </a:solidFill>
          <a:ln w="12700">
            <a:solidFill>
              <a:srgbClr val="4B5563"/>
            </a:solidFill>
            <a:prstDash val="solid"/>
          </a:ln>
        </p:spPr>
        <p:txBody>
          <a:bodyPr/>
          <a:lstStyle/>
          <a:p>
            <a:endParaRPr lang="en-ZA"/>
          </a:p>
        </p:txBody>
      </p:sp>
      <p:sp>
        <p:nvSpPr>
          <p:cNvPr id="19" name="Shape 17"/>
          <p:cNvSpPr/>
          <p:nvPr/>
        </p:nvSpPr>
        <p:spPr>
          <a:xfrm>
            <a:off x="7150608" y="1627632"/>
            <a:ext cx="306324" cy="306324"/>
          </a:xfrm>
          <a:prstGeom prst="rect">
            <a:avLst/>
          </a:prstGeom>
          <a:solidFill>
            <a:srgbClr val="4B5563"/>
          </a:solidFill>
          <a:ln w="12700">
            <a:solidFill>
              <a:srgbClr val="4B5563"/>
            </a:solidFill>
            <a:prstDash val="solid"/>
          </a:ln>
        </p:spPr>
        <p:txBody>
          <a:bodyPr/>
          <a:lstStyle/>
          <a:p>
            <a:endParaRPr lang="en-ZA"/>
          </a:p>
        </p:txBody>
      </p:sp>
      <p:sp>
        <p:nvSpPr>
          <p:cNvPr id="20" name="Shape 18"/>
          <p:cNvSpPr/>
          <p:nvPr/>
        </p:nvSpPr>
        <p:spPr>
          <a:xfrm>
            <a:off x="7479792" y="1627632"/>
            <a:ext cx="306324" cy="306324"/>
          </a:xfrm>
          <a:prstGeom prst="rect">
            <a:avLst/>
          </a:prstGeom>
          <a:solidFill>
            <a:srgbClr val="4B5563"/>
          </a:solidFill>
          <a:ln w="12700">
            <a:solidFill>
              <a:srgbClr val="4B5563"/>
            </a:solidFill>
            <a:prstDash val="solid"/>
          </a:ln>
        </p:spPr>
        <p:txBody>
          <a:bodyPr/>
          <a:lstStyle/>
          <a:p>
            <a:endParaRPr lang="en-ZA"/>
          </a:p>
        </p:txBody>
      </p:sp>
      <p:sp>
        <p:nvSpPr>
          <p:cNvPr id="21" name="Shape 19"/>
          <p:cNvSpPr/>
          <p:nvPr/>
        </p:nvSpPr>
        <p:spPr>
          <a:xfrm>
            <a:off x="7808976" y="1627632"/>
            <a:ext cx="306324" cy="306324"/>
          </a:xfrm>
          <a:prstGeom prst="rect">
            <a:avLst/>
          </a:prstGeom>
          <a:solidFill>
            <a:srgbClr val="3FB950"/>
          </a:solidFill>
          <a:ln w="12700">
            <a:solidFill>
              <a:srgbClr val="3FB950"/>
            </a:solidFill>
            <a:prstDash val="solid"/>
          </a:ln>
        </p:spPr>
        <p:txBody>
          <a:bodyPr/>
          <a:lstStyle/>
          <a:p>
            <a:endParaRPr lang="en-ZA"/>
          </a:p>
        </p:txBody>
      </p:sp>
      <p:sp>
        <p:nvSpPr>
          <p:cNvPr id="22" name="Shape 20"/>
          <p:cNvSpPr/>
          <p:nvPr/>
        </p:nvSpPr>
        <p:spPr>
          <a:xfrm>
            <a:off x="8138160" y="1627632"/>
            <a:ext cx="306324" cy="306324"/>
          </a:xfrm>
          <a:prstGeom prst="rect">
            <a:avLst/>
          </a:prstGeom>
          <a:solidFill>
            <a:srgbClr val="4B5563"/>
          </a:solidFill>
          <a:ln w="12700">
            <a:solidFill>
              <a:srgbClr val="4B5563"/>
            </a:solidFill>
            <a:prstDash val="solid"/>
          </a:ln>
        </p:spPr>
        <p:txBody>
          <a:bodyPr/>
          <a:lstStyle/>
          <a:p>
            <a:endParaRPr lang="en-ZA"/>
          </a:p>
        </p:txBody>
      </p:sp>
      <p:sp>
        <p:nvSpPr>
          <p:cNvPr id="23" name="Shape 21"/>
          <p:cNvSpPr/>
          <p:nvPr/>
        </p:nvSpPr>
        <p:spPr>
          <a:xfrm>
            <a:off x="8467344" y="1627632"/>
            <a:ext cx="306324" cy="306324"/>
          </a:xfrm>
          <a:prstGeom prst="rect">
            <a:avLst/>
          </a:prstGeom>
          <a:solidFill>
            <a:srgbClr val="4B5563"/>
          </a:solidFill>
          <a:ln w="12700">
            <a:solidFill>
              <a:srgbClr val="4B5563"/>
            </a:solidFill>
            <a:prstDash val="solid"/>
          </a:ln>
        </p:spPr>
        <p:txBody>
          <a:bodyPr/>
          <a:lstStyle/>
          <a:p>
            <a:endParaRPr lang="en-ZA"/>
          </a:p>
        </p:txBody>
      </p:sp>
      <p:sp>
        <p:nvSpPr>
          <p:cNvPr id="24" name="Shape 22"/>
          <p:cNvSpPr/>
          <p:nvPr/>
        </p:nvSpPr>
        <p:spPr>
          <a:xfrm>
            <a:off x="8796528" y="1627632"/>
            <a:ext cx="306324" cy="306324"/>
          </a:xfrm>
          <a:prstGeom prst="rect">
            <a:avLst/>
          </a:prstGeom>
          <a:solidFill>
            <a:srgbClr val="4B5563"/>
          </a:solidFill>
          <a:ln w="12700">
            <a:solidFill>
              <a:srgbClr val="4B5563"/>
            </a:solidFill>
            <a:prstDash val="solid"/>
          </a:ln>
        </p:spPr>
        <p:txBody>
          <a:bodyPr/>
          <a:lstStyle/>
          <a:p>
            <a:endParaRPr lang="en-ZA"/>
          </a:p>
        </p:txBody>
      </p:sp>
      <p:sp>
        <p:nvSpPr>
          <p:cNvPr id="25" name="Shape 23"/>
          <p:cNvSpPr/>
          <p:nvPr/>
        </p:nvSpPr>
        <p:spPr>
          <a:xfrm>
            <a:off x="9125712" y="1627632"/>
            <a:ext cx="306324" cy="306324"/>
          </a:xfrm>
          <a:prstGeom prst="rect">
            <a:avLst/>
          </a:prstGeom>
          <a:solidFill>
            <a:srgbClr val="4B5563"/>
          </a:solidFill>
          <a:ln w="12700">
            <a:solidFill>
              <a:srgbClr val="4B5563"/>
            </a:solidFill>
            <a:prstDash val="solid"/>
          </a:ln>
        </p:spPr>
        <p:txBody>
          <a:bodyPr/>
          <a:lstStyle/>
          <a:p>
            <a:endParaRPr lang="en-ZA"/>
          </a:p>
        </p:txBody>
      </p:sp>
      <p:sp>
        <p:nvSpPr>
          <p:cNvPr id="26" name="Shape 24"/>
          <p:cNvSpPr/>
          <p:nvPr/>
        </p:nvSpPr>
        <p:spPr>
          <a:xfrm>
            <a:off x="9454896" y="1627632"/>
            <a:ext cx="306324" cy="306324"/>
          </a:xfrm>
          <a:prstGeom prst="rect">
            <a:avLst/>
          </a:prstGeom>
          <a:solidFill>
            <a:srgbClr val="4B5563"/>
          </a:solidFill>
          <a:ln w="12700">
            <a:solidFill>
              <a:srgbClr val="4B5563"/>
            </a:solidFill>
            <a:prstDash val="solid"/>
          </a:ln>
        </p:spPr>
        <p:txBody>
          <a:bodyPr/>
          <a:lstStyle/>
          <a:p>
            <a:endParaRPr lang="en-ZA"/>
          </a:p>
        </p:txBody>
      </p:sp>
      <p:sp>
        <p:nvSpPr>
          <p:cNvPr id="27" name="Shape 25"/>
          <p:cNvSpPr/>
          <p:nvPr/>
        </p:nvSpPr>
        <p:spPr>
          <a:xfrm>
            <a:off x="6492240" y="1956816"/>
            <a:ext cx="306324" cy="306324"/>
          </a:xfrm>
          <a:prstGeom prst="rect">
            <a:avLst/>
          </a:prstGeom>
          <a:solidFill>
            <a:srgbClr val="4B5563"/>
          </a:solidFill>
          <a:ln w="12700">
            <a:solidFill>
              <a:srgbClr val="4B5563"/>
            </a:solidFill>
            <a:prstDash val="solid"/>
          </a:ln>
        </p:spPr>
        <p:txBody>
          <a:bodyPr/>
          <a:lstStyle/>
          <a:p>
            <a:endParaRPr lang="en-ZA"/>
          </a:p>
        </p:txBody>
      </p:sp>
      <p:sp>
        <p:nvSpPr>
          <p:cNvPr id="28" name="Shape 26"/>
          <p:cNvSpPr/>
          <p:nvPr/>
        </p:nvSpPr>
        <p:spPr>
          <a:xfrm>
            <a:off x="6821424" y="1956816"/>
            <a:ext cx="306324" cy="306324"/>
          </a:xfrm>
          <a:prstGeom prst="rect">
            <a:avLst/>
          </a:prstGeom>
          <a:solidFill>
            <a:srgbClr val="4B5563"/>
          </a:solidFill>
          <a:ln w="12700">
            <a:solidFill>
              <a:srgbClr val="4B5563"/>
            </a:solidFill>
            <a:prstDash val="solid"/>
          </a:ln>
        </p:spPr>
        <p:txBody>
          <a:bodyPr/>
          <a:lstStyle/>
          <a:p>
            <a:endParaRPr lang="en-ZA"/>
          </a:p>
        </p:txBody>
      </p:sp>
      <p:sp>
        <p:nvSpPr>
          <p:cNvPr id="29" name="Shape 27"/>
          <p:cNvSpPr/>
          <p:nvPr/>
        </p:nvSpPr>
        <p:spPr>
          <a:xfrm>
            <a:off x="7150608" y="1956816"/>
            <a:ext cx="306324" cy="306324"/>
          </a:xfrm>
          <a:prstGeom prst="rect">
            <a:avLst/>
          </a:prstGeom>
          <a:solidFill>
            <a:srgbClr val="4B5563"/>
          </a:solidFill>
          <a:ln w="12700">
            <a:solidFill>
              <a:srgbClr val="4B5563"/>
            </a:solidFill>
            <a:prstDash val="solid"/>
          </a:ln>
        </p:spPr>
        <p:txBody>
          <a:bodyPr/>
          <a:lstStyle/>
          <a:p>
            <a:endParaRPr lang="en-ZA"/>
          </a:p>
        </p:txBody>
      </p:sp>
      <p:sp>
        <p:nvSpPr>
          <p:cNvPr id="30" name="Shape 28"/>
          <p:cNvSpPr/>
          <p:nvPr/>
        </p:nvSpPr>
        <p:spPr>
          <a:xfrm>
            <a:off x="7479792" y="1956816"/>
            <a:ext cx="306324" cy="306324"/>
          </a:xfrm>
          <a:prstGeom prst="rect">
            <a:avLst/>
          </a:prstGeom>
          <a:solidFill>
            <a:srgbClr val="4B5563"/>
          </a:solidFill>
          <a:ln w="12700">
            <a:solidFill>
              <a:srgbClr val="4B5563"/>
            </a:solidFill>
            <a:prstDash val="solid"/>
          </a:ln>
        </p:spPr>
        <p:txBody>
          <a:bodyPr/>
          <a:lstStyle/>
          <a:p>
            <a:endParaRPr lang="en-ZA"/>
          </a:p>
        </p:txBody>
      </p:sp>
      <p:sp>
        <p:nvSpPr>
          <p:cNvPr id="31" name="Shape 29"/>
          <p:cNvSpPr/>
          <p:nvPr/>
        </p:nvSpPr>
        <p:spPr>
          <a:xfrm>
            <a:off x="7808976" y="1956816"/>
            <a:ext cx="306324" cy="306324"/>
          </a:xfrm>
          <a:prstGeom prst="rect">
            <a:avLst/>
          </a:prstGeom>
          <a:solidFill>
            <a:srgbClr val="3FB950"/>
          </a:solidFill>
          <a:ln w="12700">
            <a:solidFill>
              <a:srgbClr val="3FB950"/>
            </a:solidFill>
            <a:prstDash val="solid"/>
          </a:ln>
        </p:spPr>
        <p:txBody>
          <a:bodyPr/>
          <a:lstStyle/>
          <a:p>
            <a:endParaRPr lang="en-ZA"/>
          </a:p>
        </p:txBody>
      </p:sp>
      <p:sp>
        <p:nvSpPr>
          <p:cNvPr id="32" name="Shape 30"/>
          <p:cNvSpPr/>
          <p:nvPr/>
        </p:nvSpPr>
        <p:spPr>
          <a:xfrm>
            <a:off x="8138160" y="1956816"/>
            <a:ext cx="306324" cy="306324"/>
          </a:xfrm>
          <a:prstGeom prst="rect">
            <a:avLst/>
          </a:prstGeom>
          <a:solidFill>
            <a:srgbClr val="4B5563"/>
          </a:solidFill>
          <a:ln w="12700">
            <a:solidFill>
              <a:srgbClr val="4B5563"/>
            </a:solidFill>
            <a:prstDash val="solid"/>
          </a:ln>
        </p:spPr>
        <p:txBody>
          <a:bodyPr/>
          <a:lstStyle/>
          <a:p>
            <a:endParaRPr lang="en-ZA"/>
          </a:p>
        </p:txBody>
      </p:sp>
      <p:sp>
        <p:nvSpPr>
          <p:cNvPr id="33" name="Shape 31"/>
          <p:cNvSpPr/>
          <p:nvPr/>
        </p:nvSpPr>
        <p:spPr>
          <a:xfrm>
            <a:off x="8467344" y="1956816"/>
            <a:ext cx="306324" cy="306324"/>
          </a:xfrm>
          <a:prstGeom prst="rect">
            <a:avLst/>
          </a:prstGeom>
          <a:solidFill>
            <a:srgbClr val="4B5563"/>
          </a:solidFill>
          <a:ln w="12700">
            <a:solidFill>
              <a:srgbClr val="4B5563"/>
            </a:solidFill>
            <a:prstDash val="solid"/>
          </a:ln>
        </p:spPr>
        <p:txBody>
          <a:bodyPr/>
          <a:lstStyle/>
          <a:p>
            <a:endParaRPr lang="en-ZA"/>
          </a:p>
        </p:txBody>
      </p:sp>
      <p:sp>
        <p:nvSpPr>
          <p:cNvPr id="34" name="Shape 32"/>
          <p:cNvSpPr/>
          <p:nvPr/>
        </p:nvSpPr>
        <p:spPr>
          <a:xfrm>
            <a:off x="8796528" y="1956816"/>
            <a:ext cx="306324" cy="306324"/>
          </a:xfrm>
          <a:prstGeom prst="rect">
            <a:avLst/>
          </a:prstGeom>
          <a:solidFill>
            <a:srgbClr val="4B5563"/>
          </a:solidFill>
          <a:ln w="12700">
            <a:solidFill>
              <a:srgbClr val="4B5563"/>
            </a:solidFill>
            <a:prstDash val="solid"/>
          </a:ln>
        </p:spPr>
        <p:txBody>
          <a:bodyPr/>
          <a:lstStyle/>
          <a:p>
            <a:endParaRPr lang="en-ZA"/>
          </a:p>
        </p:txBody>
      </p:sp>
      <p:sp>
        <p:nvSpPr>
          <p:cNvPr id="35" name="Shape 33"/>
          <p:cNvSpPr/>
          <p:nvPr/>
        </p:nvSpPr>
        <p:spPr>
          <a:xfrm>
            <a:off x="9125712" y="1956816"/>
            <a:ext cx="306324" cy="306324"/>
          </a:xfrm>
          <a:prstGeom prst="rect">
            <a:avLst/>
          </a:prstGeom>
          <a:solidFill>
            <a:srgbClr val="4B5563"/>
          </a:solidFill>
          <a:ln w="12700">
            <a:solidFill>
              <a:srgbClr val="4B5563"/>
            </a:solidFill>
            <a:prstDash val="solid"/>
          </a:ln>
        </p:spPr>
        <p:txBody>
          <a:bodyPr/>
          <a:lstStyle/>
          <a:p>
            <a:endParaRPr lang="en-ZA"/>
          </a:p>
        </p:txBody>
      </p:sp>
      <p:sp>
        <p:nvSpPr>
          <p:cNvPr id="36" name="Shape 34"/>
          <p:cNvSpPr/>
          <p:nvPr/>
        </p:nvSpPr>
        <p:spPr>
          <a:xfrm>
            <a:off x="9454896" y="1956816"/>
            <a:ext cx="306324" cy="306324"/>
          </a:xfrm>
          <a:prstGeom prst="rect">
            <a:avLst/>
          </a:prstGeom>
          <a:solidFill>
            <a:srgbClr val="4B5563"/>
          </a:solidFill>
          <a:ln w="12700">
            <a:solidFill>
              <a:srgbClr val="4B5563"/>
            </a:solidFill>
            <a:prstDash val="solid"/>
          </a:ln>
        </p:spPr>
        <p:txBody>
          <a:bodyPr/>
          <a:lstStyle/>
          <a:p>
            <a:endParaRPr lang="en-ZA"/>
          </a:p>
        </p:txBody>
      </p:sp>
      <p:sp>
        <p:nvSpPr>
          <p:cNvPr id="37" name="Shape 35"/>
          <p:cNvSpPr/>
          <p:nvPr/>
        </p:nvSpPr>
        <p:spPr>
          <a:xfrm>
            <a:off x="6492240" y="2286000"/>
            <a:ext cx="306324" cy="306324"/>
          </a:xfrm>
          <a:prstGeom prst="rect">
            <a:avLst/>
          </a:prstGeom>
          <a:solidFill>
            <a:srgbClr val="4B5563"/>
          </a:solidFill>
          <a:ln w="12700">
            <a:solidFill>
              <a:srgbClr val="4B5563"/>
            </a:solidFill>
            <a:prstDash val="solid"/>
          </a:ln>
        </p:spPr>
        <p:txBody>
          <a:bodyPr/>
          <a:lstStyle/>
          <a:p>
            <a:endParaRPr lang="en-ZA"/>
          </a:p>
        </p:txBody>
      </p:sp>
      <p:sp>
        <p:nvSpPr>
          <p:cNvPr id="38" name="Shape 36"/>
          <p:cNvSpPr/>
          <p:nvPr/>
        </p:nvSpPr>
        <p:spPr>
          <a:xfrm>
            <a:off x="6821424" y="2286000"/>
            <a:ext cx="306324" cy="306324"/>
          </a:xfrm>
          <a:prstGeom prst="rect">
            <a:avLst/>
          </a:prstGeom>
          <a:solidFill>
            <a:srgbClr val="4B5563"/>
          </a:solidFill>
          <a:ln w="12700">
            <a:solidFill>
              <a:srgbClr val="4B5563"/>
            </a:solidFill>
            <a:prstDash val="solid"/>
          </a:ln>
        </p:spPr>
        <p:txBody>
          <a:bodyPr/>
          <a:lstStyle/>
          <a:p>
            <a:endParaRPr lang="en-ZA"/>
          </a:p>
        </p:txBody>
      </p:sp>
      <p:sp>
        <p:nvSpPr>
          <p:cNvPr id="39" name="Shape 37"/>
          <p:cNvSpPr/>
          <p:nvPr/>
        </p:nvSpPr>
        <p:spPr>
          <a:xfrm>
            <a:off x="7150608" y="2286000"/>
            <a:ext cx="306324" cy="306324"/>
          </a:xfrm>
          <a:prstGeom prst="rect">
            <a:avLst/>
          </a:prstGeom>
          <a:solidFill>
            <a:srgbClr val="4B5563"/>
          </a:solidFill>
          <a:ln w="12700">
            <a:solidFill>
              <a:srgbClr val="4B5563"/>
            </a:solidFill>
            <a:prstDash val="solid"/>
          </a:ln>
        </p:spPr>
        <p:txBody>
          <a:bodyPr/>
          <a:lstStyle/>
          <a:p>
            <a:endParaRPr lang="en-ZA"/>
          </a:p>
        </p:txBody>
      </p:sp>
      <p:sp>
        <p:nvSpPr>
          <p:cNvPr id="40" name="Shape 38"/>
          <p:cNvSpPr/>
          <p:nvPr/>
        </p:nvSpPr>
        <p:spPr>
          <a:xfrm>
            <a:off x="7479792" y="2286000"/>
            <a:ext cx="306324" cy="306324"/>
          </a:xfrm>
          <a:prstGeom prst="rect">
            <a:avLst/>
          </a:prstGeom>
          <a:solidFill>
            <a:srgbClr val="4B5563"/>
          </a:solidFill>
          <a:ln w="12700">
            <a:solidFill>
              <a:srgbClr val="4B5563"/>
            </a:solidFill>
            <a:prstDash val="solid"/>
          </a:ln>
        </p:spPr>
        <p:txBody>
          <a:bodyPr/>
          <a:lstStyle/>
          <a:p>
            <a:endParaRPr lang="en-ZA"/>
          </a:p>
        </p:txBody>
      </p:sp>
      <p:sp>
        <p:nvSpPr>
          <p:cNvPr id="41" name="Shape 39"/>
          <p:cNvSpPr/>
          <p:nvPr/>
        </p:nvSpPr>
        <p:spPr>
          <a:xfrm>
            <a:off x="7808976" y="2286000"/>
            <a:ext cx="306324" cy="306324"/>
          </a:xfrm>
          <a:prstGeom prst="rect">
            <a:avLst/>
          </a:prstGeom>
          <a:solidFill>
            <a:srgbClr val="3FB950"/>
          </a:solidFill>
          <a:ln w="12700">
            <a:solidFill>
              <a:srgbClr val="3FB950"/>
            </a:solidFill>
            <a:prstDash val="solid"/>
          </a:ln>
        </p:spPr>
        <p:txBody>
          <a:bodyPr/>
          <a:lstStyle/>
          <a:p>
            <a:endParaRPr lang="en-ZA"/>
          </a:p>
        </p:txBody>
      </p:sp>
      <p:sp>
        <p:nvSpPr>
          <p:cNvPr id="42" name="Shape 40"/>
          <p:cNvSpPr/>
          <p:nvPr/>
        </p:nvSpPr>
        <p:spPr>
          <a:xfrm>
            <a:off x="8138160" y="2286000"/>
            <a:ext cx="306324" cy="306324"/>
          </a:xfrm>
          <a:prstGeom prst="rect">
            <a:avLst/>
          </a:prstGeom>
          <a:solidFill>
            <a:srgbClr val="4B5563"/>
          </a:solidFill>
          <a:ln w="12700">
            <a:solidFill>
              <a:srgbClr val="4B5563"/>
            </a:solidFill>
            <a:prstDash val="solid"/>
          </a:ln>
        </p:spPr>
        <p:txBody>
          <a:bodyPr/>
          <a:lstStyle/>
          <a:p>
            <a:endParaRPr lang="en-ZA"/>
          </a:p>
        </p:txBody>
      </p:sp>
      <p:sp>
        <p:nvSpPr>
          <p:cNvPr id="43" name="Shape 41"/>
          <p:cNvSpPr/>
          <p:nvPr/>
        </p:nvSpPr>
        <p:spPr>
          <a:xfrm>
            <a:off x="8467344" y="2286000"/>
            <a:ext cx="306324" cy="306324"/>
          </a:xfrm>
          <a:prstGeom prst="rect">
            <a:avLst/>
          </a:prstGeom>
          <a:solidFill>
            <a:srgbClr val="1F2937"/>
          </a:solidFill>
          <a:ln w="12700">
            <a:solidFill>
              <a:srgbClr val="1F2937"/>
            </a:solidFill>
            <a:prstDash val="solid"/>
          </a:ln>
        </p:spPr>
        <p:txBody>
          <a:bodyPr/>
          <a:lstStyle/>
          <a:p>
            <a:endParaRPr lang="en-ZA"/>
          </a:p>
        </p:txBody>
      </p:sp>
      <p:sp>
        <p:nvSpPr>
          <p:cNvPr id="44" name="Shape 42"/>
          <p:cNvSpPr/>
          <p:nvPr/>
        </p:nvSpPr>
        <p:spPr>
          <a:xfrm>
            <a:off x="8796528" y="2286000"/>
            <a:ext cx="306324" cy="306324"/>
          </a:xfrm>
          <a:prstGeom prst="rect">
            <a:avLst/>
          </a:prstGeom>
          <a:solidFill>
            <a:srgbClr val="4B5563"/>
          </a:solidFill>
          <a:ln w="12700">
            <a:solidFill>
              <a:srgbClr val="4B5563"/>
            </a:solidFill>
            <a:prstDash val="solid"/>
          </a:ln>
        </p:spPr>
        <p:txBody>
          <a:bodyPr/>
          <a:lstStyle/>
          <a:p>
            <a:endParaRPr lang="en-ZA"/>
          </a:p>
        </p:txBody>
      </p:sp>
      <p:sp>
        <p:nvSpPr>
          <p:cNvPr id="45" name="Shape 43"/>
          <p:cNvSpPr/>
          <p:nvPr/>
        </p:nvSpPr>
        <p:spPr>
          <a:xfrm>
            <a:off x="9125712" y="2286000"/>
            <a:ext cx="306324" cy="306324"/>
          </a:xfrm>
          <a:prstGeom prst="rect">
            <a:avLst/>
          </a:prstGeom>
          <a:solidFill>
            <a:srgbClr val="4B5563"/>
          </a:solidFill>
          <a:ln w="12700">
            <a:solidFill>
              <a:srgbClr val="4B5563"/>
            </a:solidFill>
            <a:prstDash val="solid"/>
          </a:ln>
        </p:spPr>
        <p:txBody>
          <a:bodyPr/>
          <a:lstStyle/>
          <a:p>
            <a:endParaRPr lang="en-ZA"/>
          </a:p>
        </p:txBody>
      </p:sp>
      <p:sp>
        <p:nvSpPr>
          <p:cNvPr id="46" name="Shape 44"/>
          <p:cNvSpPr/>
          <p:nvPr/>
        </p:nvSpPr>
        <p:spPr>
          <a:xfrm>
            <a:off x="9454896" y="2286000"/>
            <a:ext cx="306324" cy="306324"/>
          </a:xfrm>
          <a:prstGeom prst="rect">
            <a:avLst/>
          </a:prstGeom>
          <a:solidFill>
            <a:srgbClr val="4B5563"/>
          </a:solidFill>
          <a:ln w="12700">
            <a:solidFill>
              <a:srgbClr val="4B5563"/>
            </a:solidFill>
            <a:prstDash val="solid"/>
          </a:ln>
        </p:spPr>
        <p:txBody>
          <a:bodyPr/>
          <a:lstStyle/>
          <a:p>
            <a:endParaRPr lang="en-ZA"/>
          </a:p>
        </p:txBody>
      </p:sp>
      <p:sp>
        <p:nvSpPr>
          <p:cNvPr id="47" name="Shape 45"/>
          <p:cNvSpPr/>
          <p:nvPr/>
        </p:nvSpPr>
        <p:spPr>
          <a:xfrm>
            <a:off x="6492240" y="2615184"/>
            <a:ext cx="306324" cy="306324"/>
          </a:xfrm>
          <a:prstGeom prst="rect">
            <a:avLst/>
          </a:prstGeom>
          <a:solidFill>
            <a:srgbClr val="4B5563"/>
          </a:solidFill>
          <a:ln w="12700">
            <a:solidFill>
              <a:srgbClr val="4B5563"/>
            </a:solidFill>
            <a:prstDash val="solid"/>
          </a:ln>
        </p:spPr>
        <p:txBody>
          <a:bodyPr/>
          <a:lstStyle/>
          <a:p>
            <a:endParaRPr lang="en-ZA"/>
          </a:p>
        </p:txBody>
      </p:sp>
      <p:sp>
        <p:nvSpPr>
          <p:cNvPr id="48" name="Shape 46"/>
          <p:cNvSpPr/>
          <p:nvPr/>
        </p:nvSpPr>
        <p:spPr>
          <a:xfrm>
            <a:off x="6821424" y="2615184"/>
            <a:ext cx="306324" cy="306324"/>
          </a:xfrm>
          <a:prstGeom prst="rect">
            <a:avLst/>
          </a:prstGeom>
          <a:solidFill>
            <a:srgbClr val="4B5563"/>
          </a:solidFill>
          <a:ln w="12700">
            <a:solidFill>
              <a:srgbClr val="4B5563"/>
            </a:solidFill>
            <a:prstDash val="solid"/>
          </a:ln>
        </p:spPr>
        <p:txBody>
          <a:bodyPr/>
          <a:lstStyle/>
          <a:p>
            <a:endParaRPr lang="en-ZA"/>
          </a:p>
        </p:txBody>
      </p:sp>
      <p:sp>
        <p:nvSpPr>
          <p:cNvPr id="49" name="Shape 47"/>
          <p:cNvSpPr/>
          <p:nvPr/>
        </p:nvSpPr>
        <p:spPr>
          <a:xfrm>
            <a:off x="7150608" y="2615184"/>
            <a:ext cx="306324" cy="306324"/>
          </a:xfrm>
          <a:prstGeom prst="rect">
            <a:avLst/>
          </a:prstGeom>
          <a:solidFill>
            <a:srgbClr val="4B5563"/>
          </a:solidFill>
          <a:ln w="12700">
            <a:solidFill>
              <a:srgbClr val="4B5563"/>
            </a:solidFill>
            <a:prstDash val="solid"/>
          </a:ln>
        </p:spPr>
        <p:txBody>
          <a:bodyPr/>
          <a:lstStyle/>
          <a:p>
            <a:endParaRPr lang="en-ZA"/>
          </a:p>
        </p:txBody>
      </p:sp>
      <p:sp>
        <p:nvSpPr>
          <p:cNvPr id="50" name="Shape 48"/>
          <p:cNvSpPr/>
          <p:nvPr/>
        </p:nvSpPr>
        <p:spPr>
          <a:xfrm>
            <a:off x="7479792" y="2615184"/>
            <a:ext cx="306324" cy="306324"/>
          </a:xfrm>
          <a:prstGeom prst="rect">
            <a:avLst/>
          </a:prstGeom>
          <a:solidFill>
            <a:srgbClr val="4B5563"/>
          </a:solidFill>
          <a:ln w="12700">
            <a:solidFill>
              <a:srgbClr val="4B5563"/>
            </a:solidFill>
            <a:prstDash val="solid"/>
          </a:ln>
        </p:spPr>
        <p:txBody>
          <a:bodyPr/>
          <a:lstStyle/>
          <a:p>
            <a:endParaRPr lang="en-ZA"/>
          </a:p>
        </p:txBody>
      </p:sp>
      <p:sp>
        <p:nvSpPr>
          <p:cNvPr id="51" name="Shape 49"/>
          <p:cNvSpPr/>
          <p:nvPr/>
        </p:nvSpPr>
        <p:spPr>
          <a:xfrm>
            <a:off x="7808976" y="2615184"/>
            <a:ext cx="306324" cy="306324"/>
          </a:xfrm>
          <a:prstGeom prst="rect">
            <a:avLst/>
          </a:prstGeom>
          <a:solidFill>
            <a:srgbClr val="3FB950"/>
          </a:solidFill>
          <a:ln w="12700">
            <a:solidFill>
              <a:srgbClr val="3FB950"/>
            </a:solidFill>
            <a:prstDash val="solid"/>
          </a:ln>
        </p:spPr>
        <p:txBody>
          <a:bodyPr/>
          <a:lstStyle/>
          <a:p>
            <a:endParaRPr lang="en-ZA"/>
          </a:p>
        </p:txBody>
      </p:sp>
      <p:sp>
        <p:nvSpPr>
          <p:cNvPr id="52" name="Shape 50"/>
          <p:cNvSpPr/>
          <p:nvPr/>
        </p:nvSpPr>
        <p:spPr>
          <a:xfrm>
            <a:off x="8138160" y="2615184"/>
            <a:ext cx="306324" cy="306324"/>
          </a:xfrm>
          <a:prstGeom prst="rect">
            <a:avLst/>
          </a:prstGeom>
          <a:solidFill>
            <a:srgbClr val="4B5563"/>
          </a:solidFill>
          <a:ln w="12700">
            <a:solidFill>
              <a:srgbClr val="4B5563"/>
            </a:solidFill>
            <a:prstDash val="solid"/>
          </a:ln>
        </p:spPr>
        <p:txBody>
          <a:bodyPr/>
          <a:lstStyle/>
          <a:p>
            <a:endParaRPr lang="en-ZA"/>
          </a:p>
        </p:txBody>
      </p:sp>
      <p:sp>
        <p:nvSpPr>
          <p:cNvPr id="53" name="Shape 51"/>
          <p:cNvSpPr/>
          <p:nvPr/>
        </p:nvSpPr>
        <p:spPr>
          <a:xfrm>
            <a:off x="8467344" y="2615184"/>
            <a:ext cx="306324" cy="306324"/>
          </a:xfrm>
          <a:prstGeom prst="rect">
            <a:avLst/>
          </a:prstGeom>
          <a:solidFill>
            <a:srgbClr val="4B5563"/>
          </a:solidFill>
          <a:ln w="12700">
            <a:solidFill>
              <a:srgbClr val="4B5563"/>
            </a:solidFill>
            <a:prstDash val="solid"/>
          </a:ln>
        </p:spPr>
        <p:txBody>
          <a:bodyPr/>
          <a:lstStyle/>
          <a:p>
            <a:endParaRPr lang="en-ZA"/>
          </a:p>
        </p:txBody>
      </p:sp>
      <p:sp>
        <p:nvSpPr>
          <p:cNvPr id="54" name="Shape 52"/>
          <p:cNvSpPr/>
          <p:nvPr/>
        </p:nvSpPr>
        <p:spPr>
          <a:xfrm>
            <a:off x="8796528" y="2615184"/>
            <a:ext cx="306324" cy="306324"/>
          </a:xfrm>
          <a:prstGeom prst="rect">
            <a:avLst/>
          </a:prstGeom>
          <a:solidFill>
            <a:srgbClr val="4B5563"/>
          </a:solidFill>
          <a:ln w="12700">
            <a:solidFill>
              <a:srgbClr val="4B5563"/>
            </a:solidFill>
            <a:prstDash val="solid"/>
          </a:ln>
        </p:spPr>
        <p:txBody>
          <a:bodyPr/>
          <a:lstStyle/>
          <a:p>
            <a:endParaRPr lang="en-ZA"/>
          </a:p>
        </p:txBody>
      </p:sp>
      <p:sp>
        <p:nvSpPr>
          <p:cNvPr id="55" name="Shape 53"/>
          <p:cNvSpPr/>
          <p:nvPr/>
        </p:nvSpPr>
        <p:spPr>
          <a:xfrm>
            <a:off x="9125712" y="2615184"/>
            <a:ext cx="306324" cy="306324"/>
          </a:xfrm>
          <a:prstGeom prst="rect">
            <a:avLst/>
          </a:prstGeom>
          <a:solidFill>
            <a:srgbClr val="4B5563"/>
          </a:solidFill>
          <a:ln w="12700">
            <a:solidFill>
              <a:srgbClr val="4B5563"/>
            </a:solidFill>
            <a:prstDash val="solid"/>
          </a:ln>
        </p:spPr>
        <p:txBody>
          <a:bodyPr/>
          <a:lstStyle/>
          <a:p>
            <a:endParaRPr lang="en-ZA"/>
          </a:p>
        </p:txBody>
      </p:sp>
      <p:sp>
        <p:nvSpPr>
          <p:cNvPr id="56" name="Shape 54"/>
          <p:cNvSpPr/>
          <p:nvPr/>
        </p:nvSpPr>
        <p:spPr>
          <a:xfrm>
            <a:off x="9454896" y="2615184"/>
            <a:ext cx="306324" cy="306324"/>
          </a:xfrm>
          <a:prstGeom prst="rect">
            <a:avLst/>
          </a:prstGeom>
          <a:solidFill>
            <a:srgbClr val="4B5563"/>
          </a:solidFill>
          <a:ln w="12700">
            <a:solidFill>
              <a:srgbClr val="4B5563"/>
            </a:solidFill>
            <a:prstDash val="solid"/>
          </a:ln>
        </p:spPr>
        <p:txBody>
          <a:bodyPr/>
          <a:lstStyle/>
          <a:p>
            <a:endParaRPr lang="en-ZA"/>
          </a:p>
        </p:txBody>
      </p:sp>
      <p:sp>
        <p:nvSpPr>
          <p:cNvPr id="57" name="Shape 55"/>
          <p:cNvSpPr/>
          <p:nvPr/>
        </p:nvSpPr>
        <p:spPr>
          <a:xfrm>
            <a:off x="6492240" y="2944368"/>
            <a:ext cx="306324" cy="306324"/>
          </a:xfrm>
          <a:prstGeom prst="rect">
            <a:avLst/>
          </a:prstGeom>
          <a:solidFill>
            <a:srgbClr val="3FB950"/>
          </a:solidFill>
          <a:ln w="12700">
            <a:solidFill>
              <a:srgbClr val="3FB950"/>
            </a:solidFill>
            <a:prstDash val="solid"/>
          </a:ln>
        </p:spPr>
        <p:txBody>
          <a:bodyPr/>
          <a:lstStyle/>
          <a:p>
            <a:endParaRPr lang="en-ZA"/>
          </a:p>
        </p:txBody>
      </p:sp>
      <p:sp>
        <p:nvSpPr>
          <p:cNvPr id="58" name="Shape 56"/>
          <p:cNvSpPr/>
          <p:nvPr/>
        </p:nvSpPr>
        <p:spPr>
          <a:xfrm>
            <a:off x="6821424" y="2944368"/>
            <a:ext cx="306324" cy="306324"/>
          </a:xfrm>
          <a:prstGeom prst="rect">
            <a:avLst/>
          </a:prstGeom>
          <a:solidFill>
            <a:srgbClr val="3FB950"/>
          </a:solidFill>
          <a:ln w="12700">
            <a:solidFill>
              <a:srgbClr val="3FB950"/>
            </a:solidFill>
            <a:prstDash val="solid"/>
          </a:ln>
        </p:spPr>
        <p:txBody>
          <a:bodyPr/>
          <a:lstStyle/>
          <a:p>
            <a:endParaRPr lang="en-ZA"/>
          </a:p>
        </p:txBody>
      </p:sp>
      <p:sp>
        <p:nvSpPr>
          <p:cNvPr id="59" name="Shape 57"/>
          <p:cNvSpPr/>
          <p:nvPr/>
        </p:nvSpPr>
        <p:spPr>
          <a:xfrm>
            <a:off x="7150608" y="2944368"/>
            <a:ext cx="306324" cy="306324"/>
          </a:xfrm>
          <a:prstGeom prst="rect">
            <a:avLst/>
          </a:prstGeom>
          <a:solidFill>
            <a:srgbClr val="3FB950"/>
          </a:solidFill>
          <a:ln w="12700">
            <a:solidFill>
              <a:srgbClr val="3FB950"/>
            </a:solidFill>
            <a:prstDash val="solid"/>
          </a:ln>
        </p:spPr>
        <p:txBody>
          <a:bodyPr/>
          <a:lstStyle/>
          <a:p>
            <a:endParaRPr lang="en-ZA"/>
          </a:p>
        </p:txBody>
      </p:sp>
      <p:sp>
        <p:nvSpPr>
          <p:cNvPr id="60" name="Shape 58"/>
          <p:cNvSpPr/>
          <p:nvPr/>
        </p:nvSpPr>
        <p:spPr>
          <a:xfrm>
            <a:off x="7479792" y="2944368"/>
            <a:ext cx="306324" cy="306324"/>
          </a:xfrm>
          <a:prstGeom prst="rect">
            <a:avLst/>
          </a:prstGeom>
          <a:solidFill>
            <a:srgbClr val="3FB950"/>
          </a:solidFill>
          <a:ln w="12700">
            <a:solidFill>
              <a:srgbClr val="3FB950"/>
            </a:solidFill>
            <a:prstDash val="solid"/>
          </a:ln>
        </p:spPr>
        <p:txBody>
          <a:bodyPr/>
          <a:lstStyle/>
          <a:p>
            <a:endParaRPr lang="en-ZA"/>
          </a:p>
        </p:txBody>
      </p:sp>
      <p:sp>
        <p:nvSpPr>
          <p:cNvPr id="61" name="Shape 59"/>
          <p:cNvSpPr/>
          <p:nvPr/>
        </p:nvSpPr>
        <p:spPr>
          <a:xfrm>
            <a:off x="7808976" y="2944368"/>
            <a:ext cx="306324" cy="306324"/>
          </a:xfrm>
          <a:prstGeom prst="rect">
            <a:avLst/>
          </a:prstGeom>
          <a:solidFill>
            <a:srgbClr val="3FB950"/>
          </a:solidFill>
          <a:ln w="12700">
            <a:solidFill>
              <a:srgbClr val="3FB950"/>
            </a:solidFill>
            <a:prstDash val="solid"/>
          </a:ln>
        </p:spPr>
        <p:txBody>
          <a:bodyPr/>
          <a:lstStyle/>
          <a:p>
            <a:endParaRPr lang="en-ZA"/>
          </a:p>
        </p:txBody>
      </p:sp>
      <p:sp>
        <p:nvSpPr>
          <p:cNvPr id="62" name="Shape 60"/>
          <p:cNvSpPr/>
          <p:nvPr/>
        </p:nvSpPr>
        <p:spPr>
          <a:xfrm>
            <a:off x="8138160" y="2944368"/>
            <a:ext cx="306324" cy="306324"/>
          </a:xfrm>
          <a:prstGeom prst="rect">
            <a:avLst/>
          </a:prstGeom>
          <a:solidFill>
            <a:srgbClr val="3FB950"/>
          </a:solidFill>
          <a:ln w="12700">
            <a:solidFill>
              <a:srgbClr val="3FB950"/>
            </a:solidFill>
            <a:prstDash val="solid"/>
          </a:ln>
        </p:spPr>
        <p:txBody>
          <a:bodyPr/>
          <a:lstStyle/>
          <a:p>
            <a:endParaRPr lang="en-ZA"/>
          </a:p>
        </p:txBody>
      </p:sp>
      <p:sp>
        <p:nvSpPr>
          <p:cNvPr id="63" name="Shape 61"/>
          <p:cNvSpPr/>
          <p:nvPr/>
        </p:nvSpPr>
        <p:spPr>
          <a:xfrm>
            <a:off x="8467344" y="2944368"/>
            <a:ext cx="306324" cy="306324"/>
          </a:xfrm>
          <a:prstGeom prst="rect">
            <a:avLst/>
          </a:prstGeom>
          <a:solidFill>
            <a:srgbClr val="3FB950"/>
          </a:solidFill>
          <a:ln w="12700">
            <a:solidFill>
              <a:srgbClr val="3FB950"/>
            </a:solidFill>
            <a:prstDash val="solid"/>
          </a:ln>
        </p:spPr>
        <p:txBody>
          <a:bodyPr/>
          <a:lstStyle/>
          <a:p>
            <a:endParaRPr lang="en-ZA"/>
          </a:p>
        </p:txBody>
      </p:sp>
      <p:sp>
        <p:nvSpPr>
          <p:cNvPr id="64" name="Shape 62"/>
          <p:cNvSpPr/>
          <p:nvPr/>
        </p:nvSpPr>
        <p:spPr>
          <a:xfrm>
            <a:off x="8796528" y="2944368"/>
            <a:ext cx="306324" cy="306324"/>
          </a:xfrm>
          <a:prstGeom prst="rect">
            <a:avLst/>
          </a:prstGeom>
          <a:solidFill>
            <a:srgbClr val="3FB950"/>
          </a:solidFill>
          <a:ln w="12700">
            <a:solidFill>
              <a:srgbClr val="3FB950"/>
            </a:solidFill>
            <a:prstDash val="solid"/>
          </a:ln>
        </p:spPr>
        <p:txBody>
          <a:bodyPr/>
          <a:lstStyle/>
          <a:p>
            <a:endParaRPr lang="en-ZA"/>
          </a:p>
        </p:txBody>
      </p:sp>
      <p:sp>
        <p:nvSpPr>
          <p:cNvPr id="65" name="Shape 63"/>
          <p:cNvSpPr/>
          <p:nvPr/>
        </p:nvSpPr>
        <p:spPr>
          <a:xfrm>
            <a:off x="9125712" y="2944368"/>
            <a:ext cx="306324" cy="306324"/>
          </a:xfrm>
          <a:prstGeom prst="rect">
            <a:avLst/>
          </a:prstGeom>
          <a:solidFill>
            <a:srgbClr val="3FB950"/>
          </a:solidFill>
          <a:ln w="12700">
            <a:solidFill>
              <a:srgbClr val="3FB950"/>
            </a:solidFill>
            <a:prstDash val="solid"/>
          </a:ln>
        </p:spPr>
        <p:txBody>
          <a:bodyPr/>
          <a:lstStyle/>
          <a:p>
            <a:endParaRPr lang="en-ZA"/>
          </a:p>
        </p:txBody>
      </p:sp>
      <p:sp>
        <p:nvSpPr>
          <p:cNvPr id="66" name="Shape 64"/>
          <p:cNvSpPr/>
          <p:nvPr/>
        </p:nvSpPr>
        <p:spPr>
          <a:xfrm>
            <a:off x="9454896" y="2944368"/>
            <a:ext cx="306324" cy="306324"/>
          </a:xfrm>
          <a:prstGeom prst="rect">
            <a:avLst/>
          </a:prstGeom>
          <a:solidFill>
            <a:srgbClr val="3FB950"/>
          </a:solidFill>
          <a:ln w="12700">
            <a:solidFill>
              <a:srgbClr val="3FB950"/>
            </a:solidFill>
            <a:prstDash val="solid"/>
          </a:ln>
        </p:spPr>
        <p:txBody>
          <a:bodyPr/>
          <a:lstStyle/>
          <a:p>
            <a:endParaRPr lang="en-ZA"/>
          </a:p>
        </p:txBody>
      </p:sp>
      <p:sp>
        <p:nvSpPr>
          <p:cNvPr id="67" name="Shape 65"/>
          <p:cNvSpPr/>
          <p:nvPr/>
        </p:nvSpPr>
        <p:spPr>
          <a:xfrm>
            <a:off x="6492240" y="3273552"/>
            <a:ext cx="306324" cy="306324"/>
          </a:xfrm>
          <a:prstGeom prst="rect">
            <a:avLst/>
          </a:prstGeom>
          <a:solidFill>
            <a:srgbClr val="4B5563"/>
          </a:solidFill>
          <a:ln w="12700">
            <a:solidFill>
              <a:srgbClr val="4B5563"/>
            </a:solidFill>
            <a:prstDash val="solid"/>
          </a:ln>
        </p:spPr>
        <p:txBody>
          <a:bodyPr/>
          <a:lstStyle/>
          <a:p>
            <a:endParaRPr lang="en-ZA"/>
          </a:p>
        </p:txBody>
      </p:sp>
      <p:sp>
        <p:nvSpPr>
          <p:cNvPr id="68" name="Shape 66"/>
          <p:cNvSpPr/>
          <p:nvPr/>
        </p:nvSpPr>
        <p:spPr>
          <a:xfrm>
            <a:off x="6821424" y="3273552"/>
            <a:ext cx="306324" cy="306324"/>
          </a:xfrm>
          <a:prstGeom prst="rect">
            <a:avLst/>
          </a:prstGeom>
          <a:solidFill>
            <a:srgbClr val="4B5563"/>
          </a:solidFill>
          <a:ln w="12700">
            <a:solidFill>
              <a:srgbClr val="4B5563"/>
            </a:solidFill>
            <a:prstDash val="solid"/>
          </a:ln>
        </p:spPr>
        <p:txBody>
          <a:bodyPr/>
          <a:lstStyle/>
          <a:p>
            <a:endParaRPr lang="en-ZA"/>
          </a:p>
        </p:txBody>
      </p:sp>
      <p:sp>
        <p:nvSpPr>
          <p:cNvPr id="69" name="Shape 67"/>
          <p:cNvSpPr/>
          <p:nvPr/>
        </p:nvSpPr>
        <p:spPr>
          <a:xfrm>
            <a:off x="7150608" y="3273552"/>
            <a:ext cx="306324" cy="306324"/>
          </a:xfrm>
          <a:prstGeom prst="rect">
            <a:avLst/>
          </a:prstGeom>
          <a:solidFill>
            <a:srgbClr val="4B5563"/>
          </a:solidFill>
          <a:ln w="12700">
            <a:solidFill>
              <a:srgbClr val="4B5563"/>
            </a:solidFill>
            <a:prstDash val="solid"/>
          </a:ln>
        </p:spPr>
        <p:txBody>
          <a:bodyPr/>
          <a:lstStyle/>
          <a:p>
            <a:endParaRPr lang="en-ZA"/>
          </a:p>
        </p:txBody>
      </p:sp>
      <p:sp>
        <p:nvSpPr>
          <p:cNvPr id="70" name="Shape 68"/>
          <p:cNvSpPr/>
          <p:nvPr/>
        </p:nvSpPr>
        <p:spPr>
          <a:xfrm>
            <a:off x="7479792" y="3273552"/>
            <a:ext cx="306324" cy="306324"/>
          </a:xfrm>
          <a:prstGeom prst="rect">
            <a:avLst/>
          </a:prstGeom>
          <a:solidFill>
            <a:srgbClr val="4B5563"/>
          </a:solidFill>
          <a:ln w="12700">
            <a:solidFill>
              <a:srgbClr val="4B5563"/>
            </a:solidFill>
            <a:prstDash val="solid"/>
          </a:ln>
        </p:spPr>
        <p:txBody>
          <a:bodyPr/>
          <a:lstStyle/>
          <a:p>
            <a:endParaRPr lang="en-ZA"/>
          </a:p>
        </p:txBody>
      </p:sp>
      <p:sp>
        <p:nvSpPr>
          <p:cNvPr id="71" name="Shape 69"/>
          <p:cNvSpPr/>
          <p:nvPr/>
        </p:nvSpPr>
        <p:spPr>
          <a:xfrm>
            <a:off x="7808976" y="3273552"/>
            <a:ext cx="306324" cy="306324"/>
          </a:xfrm>
          <a:prstGeom prst="rect">
            <a:avLst/>
          </a:prstGeom>
          <a:solidFill>
            <a:srgbClr val="3FB950"/>
          </a:solidFill>
          <a:ln w="12700">
            <a:solidFill>
              <a:srgbClr val="3FB950"/>
            </a:solidFill>
            <a:prstDash val="solid"/>
          </a:ln>
        </p:spPr>
        <p:txBody>
          <a:bodyPr/>
          <a:lstStyle/>
          <a:p>
            <a:endParaRPr lang="en-ZA"/>
          </a:p>
        </p:txBody>
      </p:sp>
      <p:sp>
        <p:nvSpPr>
          <p:cNvPr id="72" name="Shape 70"/>
          <p:cNvSpPr/>
          <p:nvPr/>
        </p:nvSpPr>
        <p:spPr>
          <a:xfrm>
            <a:off x="8138160" y="3273552"/>
            <a:ext cx="306324" cy="306324"/>
          </a:xfrm>
          <a:prstGeom prst="rect">
            <a:avLst/>
          </a:prstGeom>
          <a:solidFill>
            <a:srgbClr val="4B5563"/>
          </a:solidFill>
          <a:ln w="12700">
            <a:solidFill>
              <a:srgbClr val="4B5563"/>
            </a:solidFill>
            <a:prstDash val="solid"/>
          </a:ln>
        </p:spPr>
        <p:txBody>
          <a:bodyPr/>
          <a:lstStyle/>
          <a:p>
            <a:endParaRPr lang="en-ZA"/>
          </a:p>
        </p:txBody>
      </p:sp>
      <p:sp>
        <p:nvSpPr>
          <p:cNvPr id="73" name="Shape 71"/>
          <p:cNvSpPr/>
          <p:nvPr/>
        </p:nvSpPr>
        <p:spPr>
          <a:xfrm>
            <a:off x="8467344" y="3273552"/>
            <a:ext cx="306324" cy="306324"/>
          </a:xfrm>
          <a:prstGeom prst="rect">
            <a:avLst/>
          </a:prstGeom>
          <a:solidFill>
            <a:srgbClr val="4B5563"/>
          </a:solidFill>
          <a:ln w="12700">
            <a:solidFill>
              <a:srgbClr val="4B5563"/>
            </a:solidFill>
            <a:prstDash val="solid"/>
          </a:ln>
        </p:spPr>
        <p:txBody>
          <a:bodyPr/>
          <a:lstStyle/>
          <a:p>
            <a:endParaRPr lang="en-ZA"/>
          </a:p>
        </p:txBody>
      </p:sp>
      <p:sp>
        <p:nvSpPr>
          <p:cNvPr id="74" name="Shape 72"/>
          <p:cNvSpPr/>
          <p:nvPr/>
        </p:nvSpPr>
        <p:spPr>
          <a:xfrm>
            <a:off x="8796528" y="3273552"/>
            <a:ext cx="306324" cy="306324"/>
          </a:xfrm>
          <a:prstGeom prst="rect">
            <a:avLst/>
          </a:prstGeom>
          <a:solidFill>
            <a:srgbClr val="4B5563"/>
          </a:solidFill>
          <a:ln w="12700">
            <a:solidFill>
              <a:srgbClr val="4B5563"/>
            </a:solidFill>
            <a:prstDash val="solid"/>
          </a:ln>
        </p:spPr>
        <p:txBody>
          <a:bodyPr/>
          <a:lstStyle/>
          <a:p>
            <a:endParaRPr lang="en-ZA"/>
          </a:p>
        </p:txBody>
      </p:sp>
      <p:sp>
        <p:nvSpPr>
          <p:cNvPr id="75" name="Shape 73"/>
          <p:cNvSpPr/>
          <p:nvPr/>
        </p:nvSpPr>
        <p:spPr>
          <a:xfrm>
            <a:off x="9125712" y="3273552"/>
            <a:ext cx="306324" cy="306324"/>
          </a:xfrm>
          <a:prstGeom prst="rect">
            <a:avLst/>
          </a:prstGeom>
          <a:solidFill>
            <a:srgbClr val="4B5563"/>
          </a:solidFill>
          <a:ln w="12700">
            <a:solidFill>
              <a:srgbClr val="4B5563"/>
            </a:solidFill>
            <a:prstDash val="solid"/>
          </a:ln>
        </p:spPr>
        <p:txBody>
          <a:bodyPr/>
          <a:lstStyle/>
          <a:p>
            <a:endParaRPr lang="en-ZA"/>
          </a:p>
        </p:txBody>
      </p:sp>
      <p:sp>
        <p:nvSpPr>
          <p:cNvPr id="76" name="Shape 74"/>
          <p:cNvSpPr/>
          <p:nvPr/>
        </p:nvSpPr>
        <p:spPr>
          <a:xfrm>
            <a:off x="9454896" y="3273552"/>
            <a:ext cx="306324" cy="306324"/>
          </a:xfrm>
          <a:prstGeom prst="rect">
            <a:avLst/>
          </a:prstGeom>
          <a:solidFill>
            <a:srgbClr val="4B5563"/>
          </a:solidFill>
          <a:ln w="12700">
            <a:solidFill>
              <a:srgbClr val="4B5563"/>
            </a:solidFill>
            <a:prstDash val="solid"/>
          </a:ln>
        </p:spPr>
        <p:txBody>
          <a:bodyPr/>
          <a:lstStyle/>
          <a:p>
            <a:endParaRPr lang="en-ZA"/>
          </a:p>
        </p:txBody>
      </p:sp>
      <p:sp>
        <p:nvSpPr>
          <p:cNvPr id="77" name="Shape 75"/>
          <p:cNvSpPr/>
          <p:nvPr/>
        </p:nvSpPr>
        <p:spPr>
          <a:xfrm>
            <a:off x="6492240" y="3602736"/>
            <a:ext cx="306324" cy="306324"/>
          </a:xfrm>
          <a:prstGeom prst="rect">
            <a:avLst/>
          </a:prstGeom>
          <a:solidFill>
            <a:srgbClr val="4B5563"/>
          </a:solidFill>
          <a:ln w="12700">
            <a:solidFill>
              <a:srgbClr val="4B5563"/>
            </a:solidFill>
            <a:prstDash val="solid"/>
          </a:ln>
        </p:spPr>
        <p:txBody>
          <a:bodyPr/>
          <a:lstStyle/>
          <a:p>
            <a:endParaRPr lang="en-ZA"/>
          </a:p>
        </p:txBody>
      </p:sp>
      <p:sp>
        <p:nvSpPr>
          <p:cNvPr id="78" name="Shape 76"/>
          <p:cNvSpPr/>
          <p:nvPr/>
        </p:nvSpPr>
        <p:spPr>
          <a:xfrm>
            <a:off x="6821424" y="3602736"/>
            <a:ext cx="306324" cy="306324"/>
          </a:xfrm>
          <a:prstGeom prst="rect">
            <a:avLst/>
          </a:prstGeom>
          <a:solidFill>
            <a:srgbClr val="4B5563"/>
          </a:solidFill>
          <a:ln w="12700">
            <a:solidFill>
              <a:srgbClr val="4B5563"/>
            </a:solidFill>
            <a:prstDash val="solid"/>
          </a:ln>
        </p:spPr>
        <p:txBody>
          <a:bodyPr/>
          <a:lstStyle/>
          <a:p>
            <a:endParaRPr lang="en-ZA"/>
          </a:p>
        </p:txBody>
      </p:sp>
      <p:sp>
        <p:nvSpPr>
          <p:cNvPr id="79" name="Shape 77"/>
          <p:cNvSpPr/>
          <p:nvPr/>
        </p:nvSpPr>
        <p:spPr>
          <a:xfrm>
            <a:off x="7150608" y="3602736"/>
            <a:ext cx="306324" cy="306324"/>
          </a:xfrm>
          <a:prstGeom prst="rect">
            <a:avLst/>
          </a:prstGeom>
          <a:solidFill>
            <a:srgbClr val="1F2937"/>
          </a:solidFill>
          <a:ln w="12700">
            <a:solidFill>
              <a:srgbClr val="1F2937"/>
            </a:solidFill>
            <a:prstDash val="solid"/>
          </a:ln>
        </p:spPr>
        <p:txBody>
          <a:bodyPr/>
          <a:lstStyle/>
          <a:p>
            <a:endParaRPr lang="en-ZA"/>
          </a:p>
        </p:txBody>
      </p:sp>
      <p:sp>
        <p:nvSpPr>
          <p:cNvPr id="80" name="Shape 78"/>
          <p:cNvSpPr/>
          <p:nvPr/>
        </p:nvSpPr>
        <p:spPr>
          <a:xfrm>
            <a:off x="7479792" y="3602736"/>
            <a:ext cx="306324" cy="306324"/>
          </a:xfrm>
          <a:prstGeom prst="rect">
            <a:avLst/>
          </a:prstGeom>
          <a:solidFill>
            <a:srgbClr val="4B5563"/>
          </a:solidFill>
          <a:ln w="12700">
            <a:solidFill>
              <a:srgbClr val="4B5563"/>
            </a:solidFill>
            <a:prstDash val="solid"/>
          </a:ln>
        </p:spPr>
        <p:txBody>
          <a:bodyPr/>
          <a:lstStyle/>
          <a:p>
            <a:endParaRPr lang="en-ZA"/>
          </a:p>
        </p:txBody>
      </p:sp>
      <p:sp>
        <p:nvSpPr>
          <p:cNvPr id="81" name="Shape 79"/>
          <p:cNvSpPr/>
          <p:nvPr/>
        </p:nvSpPr>
        <p:spPr>
          <a:xfrm>
            <a:off x="7808976" y="3602736"/>
            <a:ext cx="306324" cy="306324"/>
          </a:xfrm>
          <a:prstGeom prst="rect">
            <a:avLst/>
          </a:prstGeom>
          <a:solidFill>
            <a:srgbClr val="3FB950"/>
          </a:solidFill>
          <a:ln w="12700">
            <a:solidFill>
              <a:srgbClr val="3FB950"/>
            </a:solidFill>
            <a:prstDash val="solid"/>
          </a:ln>
        </p:spPr>
        <p:txBody>
          <a:bodyPr/>
          <a:lstStyle/>
          <a:p>
            <a:endParaRPr lang="en-ZA"/>
          </a:p>
        </p:txBody>
      </p:sp>
      <p:sp>
        <p:nvSpPr>
          <p:cNvPr id="82" name="Shape 80"/>
          <p:cNvSpPr/>
          <p:nvPr/>
        </p:nvSpPr>
        <p:spPr>
          <a:xfrm>
            <a:off x="8138160" y="3602736"/>
            <a:ext cx="306324" cy="306324"/>
          </a:xfrm>
          <a:prstGeom prst="rect">
            <a:avLst/>
          </a:prstGeom>
          <a:solidFill>
            <a:srgbClr val="4B5563"/>
          </a:solidFill>
          <a:ln w="12700">
            <a:solidFill>
              <a:srgbClr val="4B5563"/>
            </a:solidFill>
            <a:prstDash val="solid"/>
          </a:ln>
        </p:spPr>
        <p:txBody>
          <a:bodyPr/>
          <a:lstStyle/>
          <a:p>
            <a:endParaRPr lang="en-ZA"/>
          </a:p>
        </p:txBody>
      </p:sp>
      <p:sp>
        <p:nvSpPr>
          <p:cNvPr id="83" name="Shape 81"/>
          <p:cNvSpPr/>
          <p:nvPr/>
        </p:nvSpPr>
        <p:spPr>
          <a:xfrm>
            <a:off x="8467344" y="3602736"/>
            <a:ext cx="306324" cy="306324"/>
          </a:xfrm>
          <a:prstGeom prst="rect">
            <a:avLst/>
          </a:prstGeom>
          <a:solidFill>
            <a:srgbClr val="4B5563"/>
          </a:solidFill>
          <a:ln w="12700">
            <a:solidFill>
              <a:srgbClr val="4B5563"/>
            </a:solidFill>
            <a:prstDash val="solid"/>
          </a:ln>
        </p:spPr>
        <p:txBody>
          <a:bodyPr/>
          <a:lstStyle/>
          <a:p>
            <a:endParaRPr lang="en-ZA"/>
          </a:p>
        </p:txBody>
      </p:sp>
      <p:sp>
        <p:nvSpPr>
          <p:cNvPr id="84" name="Shape 82"/>
          <p:cNvSpPr/>
          <p:nvPr/>
        </p:nvSpPr>
        <p:spPr>
          <a:xfrm>
            <a:off x="8796528" y="3602736"/>
            <a:ext cx="306324" cy="306324"/>
          </a:xfrm>
          <a:prstGeom prst="rect">
            <a:avLst/>
          </a:prstGeom>
          <a:solidFill>
            <a:srgbClr val="4B5563"/>
          </a:solidFill>
          <a:ln w="12700">
            <a:solidFill>
              <a:srgbClr val="4B5563"/>
            </a:solidFill>
            <a:prstDash val="solid"/>
          </a:ln>
        </p:spPr>
        <p:txBody>
          <a:bodyPr/>
          <a:lstStyle/>
          <a:p>
            <a:endParaRPr lang="en-ZA"/>
          </a:p>
        </p:txBody>
      </p:sp>
      <p:sp>
        <p:nvSpPr>
          <p:cNvPr id="85" name="Shape 83"/>
          <p:cNvSpPr/>
          <p:nvPr/>
        </p:nvSpPr>
        <p:spPr>
          <a:xfrm>
            <a:off x="9125712" y="3602736"/>
            <a:ext cx="306324" cy="306324"/>
          </a:xfrm>
          <a:prstGeom prst="rect">
            <a:avLst/>
          </a:prstGeom>
          <a:solidFill>
            <a:srgbClr val="4B5563"/>
          </a:solidFill>
          <a:ln w="12700">
            <a:solidFill>
              <a:srgbClr val="4B5563"/>
            </a:solidFill>
            <a:prstDash val="solid"/>
          </a:ln>
        </p:spPr>
        <p:txBody>
          <a:bodyPr/>
          <a:lstStyle/>
          <a:p>
            <a:endParaRPr lang="en-ZA"/>
          </a:p>
        </p:txBody>
      </p:sp>
      <p:sp>
        <p:nvSpPr>
          <p:cNvPr id="86" name="Shape 84"/>
          <p:cNvSpPr/>
          <p:nvPr/>
        </p:nvSpPr>
        <p:spPr>
          <a:xfrm>
            <a:off x="9454896" y="3602736"/>
            <a:ext cx="306324" cy="306324"/>
          </a:xfrm>
          <a:prstGeom prst="rect">
            <a:avLst/>
          </a:prstGeom>
          <a:solidFill>
            <a:srgbClr val="4B5563"/>
          </a:solidFill>
          <a:ln w="12700">
            <a:solidFill>
              <a:srgbClr val="4B5563"/>
            </a:solidFill>
            <a:prstDash val="solid"/>
          </a:ln>
        </p:spPr>
        <p:txBody>
          <a:bodyPr/>
          <a:lstStyle/>
          <a:p>
            <a:endParaRPr lang="en-ZA"/>
          </a:p>
        </p:txBody>
      </p:sp>
      <p:sp>
        <p:nvSpPr>
          <p:cNvPr id="87" name="Shape 85"/>
          <p:cNvSpPr/>
          <p:nvPr/>
        </p:nvSpPr>
        <p:spPr>
          <a:xfrm>
            <a:off x="6492240" y="3931920"/>
            <a:ext cx="306324" cy="306324"/>
          </a:xfrm>
          <a:prstGeom prst="rect">
            <a:avLst/>
          </a:prstGeom>
          <a:solidFill>
            <a:srgbClr val="4B5563"/>
          </a:solidFill>
          <a:ln w="12700">
            <a:solidFill>
              <a:srgbClr val="4B5563"/>
            </a:solidFill>
            <a:prstDash val="solid"/>
          </a:ln>
        </p:spPr>
        <p:txBody>
          <a:bodyPr/>
          <a:lstStyle/>
          <a:p>
            <a:endParaRPr lang="en-ZA"/>
          </a:p>
        </p:txBody>
      </p:sp>
      <p:sp>
        <p:nvSpPr>
          <p:cNvPr id="88" name="Shape 86"/>
          <p:cNvSpPr/>
          <p:nvPr/>
        </p:nvSpPr>
        <p:spPr>
          <a:xfrm>
            <a:off x="6821424" y="3931920"/>
            <a:ext cx="306324" cy="306324"/>
          </a:xfrm>
          <a:prstGeom prst="rect">
            <a:avLst/>
          </a:prstGeom>
          <a:solidFill>
            <a:srgbClr val="4B5563"/>
          </a:solidFill>
          <a:ln w="12700">
            <a:solidFill>
              <a:srgbClr val="4B5563"/>
            </a:solidFill>
            <a:prstDash val="solid"/>
          </a:ln>
        </p:spPr>
        <p:txBody>
          <a:bodyPr/>
          <a:lstStyle/>
          <a:p>
            <a:endParaRPr lang="en-ZA"/>
          </a:p>
        </p:txBody>
      </p:sp>
      <p:sp>
        <p:nvSpPr>
          <p:cNvPr id="89" name="Shape 87"/>
          <p:cNvSpPr/>
          <p:nvPr/>
        </p:nvSpPr>
        <p:spPr>
          <a:xfrm>
            <a:off x="7150608" y="3931920"/>
            <a:ext cx="306324" cy="306324"/>
          </a:xfrm>
          <a:prstGeom prst="rect">
            <a:avLst/>
          </a:prstGeom>
          <a:solidFill>
            <a:srgbClr val="4B5563"/>
          </a:solidFill>
          <a:ln w="12700">
            <a:solidFill>
              <a:srgbClr val="4B5563"/>
            </a:solidFill>
            <a:prstDash val="solid"/>
          </a:ln>
        </p:spPr>
        <p:txBody>
          <a:bodyPr/>
          <a:lstStyle/>
          <a:p>
            <a:endParaRPr lang="en-ZA"/>
          </a:p>
        </p:txBody>
      </p:sp>
      <p:sp>
        <p:nvSpPr>
          <p:cNvPr id="90" name="Shape 88"/>
          <p:cNvSpPr/>
          <p:nvPr/>
        </p:nvSpPr>
        <p:spPr>
          <a:xfrm>
            <a:off x="7479792" y="3931920"/>
            <a:ext cx="306324" cy="306324"/>
          </a:xfrm>
          <a:prstGeom prst="rect">
            <a:avLst/>
          </a:prstGeom>
          <a:solidFill>
            <a:srgbClr val="4B5563"/>
          </a:solidFill>
          <a:ln w="12700">
            <a:solidFill>
              <a:srgbClr val="4B5563"/>
            </a:solidFill>
            <a:prstDash val="solid"/>
          </a:ln>
        </p:spPr>
        <p:txBody>
          <a:bodyPr/>
          <a:lstStyle/>
          <a:p>
            <a:endParaRPr lang="en-ZA"/>
          </a:p>
        </p:txBody>
      </p:sp>
      <p:sp>
        <p:nvSpPr>
          <p:cNvPr id="91" name="Shape 89"/>
          <p:cNvSpPr/>
          <p:nvPr/>
        </p:nvSpPr>
        <p:spPr>
          <a:xfrm>
            <a:off x="7808976" y="3931920"/>
            <a:ext cx="306324" cy="306324"/>
          </a:xfrm>
          <a:prstGeom prst="rect">
            <a:avLst/>
          </a:prstGeom>
          <a:solidFill>
            <a:srgbClr val="3FB950"/>
          </a:solidFill>
          <a:ln w="12700">
            <a:solidFill>
              <a:srgbClr val="3FB950"/>
            </a:solidFill>
            <a:prstDash val="solid"/>
          </a:ln>
        </p:spPr>
        <p:txBody>
          <a:bodyPr/>
          <a:lstStyle/>
          <a:p>
            <a:endParaRPr lang="en-ZA"/>
          </a:p>
        </p:txBody>
      </p:sp>
      <p:sp>
        <p:nvSpPr>
          <p:cNvPr id="92" name="Shape 90"/>
          <p:cNvSpPr/>
          <p:nvPr/>
        </p:nvSpPr>
        <p:spPr>
          <a:xfrm>
            <a:off x="8138160" y="3931920"/>
            <a:ext cx="306324" cy="306324"/>
          </a:xfrm>
          <a:prstGeom prst="rect">
            <a:avLst/>
          </a:prstGeom>
          <a:solidFill>
            <a:srgbClr val="4B5563"/>
          </a:solidFill>
          <a:ln w="12700">
            <a:solidFill>
              <a:srgbClr val="4B5563"/>
            </a:solidFill>
            <a:prstDash val="solid"/>
          </a:ln>
        </p:spPr>
        <p:txBody>
          <a:bodyPr/>
          <a:lstStyle/>
          <a:p>
            <a:endParaRPr lang="en-ZA"/>
          </a:p>
        </p:txBody>
      </p:sp>
      <p:sp>
        <p:nvSpPr>
          <p:cNvPr id="93" name="Shape 91"/>
          <p:cNvSpPr/>
          <p:nvPr/>
        </p:nvSpPr>
        <p:spPr>
          <a:xfrm>
            <a:off x="8467344" y="3931920"/>
            <a:ext cx="306324" cy="306324"/>
          </a:xfrm>
          <a:prstGeom prst="rect">
            <a:avLst/>
          </a:prstGeom>
          <a:solidFill>
            <a:srgbClr val="4B5563"/>
          </a:solidFill>
          <a:ln w="12700">
            <a:solidFill>
              <a:srgbClr val="4B5563"/>
            </a:solidFill>
            <a:prstDash val="solid"/>
          </a:ln>
        </p:spPr>
        <p:txBody>
          <a:bodyPr/>
          <a:lstStyle/>
          <a:p>
            <a:endParaRPr lang="en-ZA"/>
          </a:p>
        </p:txBody>
      </p:sp>
      <p:sp>
        <p:nvSpPr>
          <p:cNvPr id="94" name="Shape 92"/>
          <p:cNvSpPr/>
          <p:nvPr/>
        </p:nvSpPr>
        <p:spPr>
          <a:xfrm>
            <a:off x="8796528" y="3931920"/>
            <a:ext cx="306324" cy="306324"/>
          </a:xfrm>
          <a:prstGeom prst="rect">
            <a:avLst/>
          </a:prstGeom>
          <a:solidFill>
            <a:srgbClr val="4B5563"/>
          </a:solidFill>
          <a:ln w="12700">
            <a:solidFill>
              <a:srgbClr val="4B5563"/>
            </a:solidFill>
            <a:prstDash val="solid"/>
          </a:ln>
        </p:spPr>
        <p:txBody>
          <a:bodyPr/>
          <a:lstStyle/>
          <a:p>
            <a:endParaRPr lang="en-ZA"/>
          </a:p>
        </p:txBody>
      </p:sp>
      <p:sp>
        <p:nvSpPr>
          <p:cNvPr id="95" name="Shape 93"/>
          <p:cNvSpPr/>
          <p:nvPr/>
        </p:nvSpPr>
        <p:spPr>
          <a:xfrm>
            <a:off x="9125712" y="3931920"/>
            <a:ext cx="306324" cy="306324"/>
          </a:xfrm>
          <a:prstGeom prst="rect">
            <a:avLst/>
          </a:prstGeom>
          <a:solidFill>
            <a:srgbClr val="4B5563"/>
          </a:solidFill>
          <a:ln w="12700">
            <a:solidFill>
              <a:srgbClr val="4B5563"/>
            </a:solidFill>
            <a:prstDash val="solid"/>
          </a:ln>
        </p:spPr>
        <p:txBody>
          <a:bodyPr/>
          <a:lstStyle/>
          <a:p>
            <a:endParaRPr lang="en-ZA"/>
          </a:p>
        </p:txBody>
      </p:sp>
      <p:sp>
        <p:nvSpPr>
          <p:cNvPr id="96" name="Shape 94"/>
          <p:cNvSpPr/>
          <p:nvPr/>
        </p:nvSpPr>
        <p:spPr>
          <a:xfrm>
            <a:off x="9454896" y="3931920"/>
            <a:ext cx="306324" cy="306324"/>
          </a:xfrm>
          <a:prstGeom prst="rect">
            <a:avLst/>
          </a:prstGeom>
          <a:solidFill>
            <a:srgbClr val="4B5563"/>
          </a:solidFill>
          <a:ln w="12700">
            <a:solidFill>
              <a:srgbClr val="4B5563"/>
            </a:solidFill>
            <a:prstDash val="solid"/>
          </a:ln>
        </p:spPr>
        <p:txBody>
          <a:bodyPr/>
          <a:lstStyle/>
          <a:p>
            <a:endParaRPr lang="en-ZA"/>
          </a:p>
        </p:txBody>
      </p:sp>
      <p:sp>
        <p:nvSpPr>
          <p:cNvPr id="97" name="Shape 95"/>
          <p:cNvSpPr/>
          <p:nvPr/>
        </p:nvSpPr>
        <p:spPr>
          <a:xfrm>
            <a:off x="6492240" y="4261104"/>
            <a:ext cx="306324" cy="306324"/>
          </a:xfrm>
          <a:prstGeom prst="rect">
            <a:avLst/>
          </a:prstGeom>
          <a:solidFill>
            <a:srgbClr val="4B5563"/>
          </a:solidFill>
          <a:ln w="12700">
            <a:solidFill>
              <a:srgbClr val="4B5563"/>
            </a:solidFill>
            <a:prstDash val="solid"/>
          </a:ln>
        </p:spPr>
        <p:txBody>
          <a:bodyPr/>
          <a:lstStyle/>
          <a:p>
            <a:endParaRPr lang="en-ZA"/>
          </a:p>
        </p:txBody>
      </p:sp>
      <p:sp>
        <p:nvSpPr>
          <p:cNvPr id="98" name="Shape 96"/>
          <p:cNvSpPr/>
          <p:nvPr/>
        </p:nvSpPr>
        <p:spPr>
          <a:xfrm>
            <a:off x="6821424" y="4261104"/>
            <a:ext cx="306324" cy="306324"/>
          </a:xfrm>
          <a:prstGeom prst="rect">
            <a:avLst/>
          </a:prstGeom>
          <a:solidFill>
            <a:srgbClr val="4B5563"/>
          </a:solidFill>
          <a:ln w="12700">
            <a:solidFill>
              <a:srgbClr val="4B5563"/>
            </a:solidFill>
            <a:prstDash val="solid"/>
          </a:ln>
        </p:spPr>
        <p:txBody>
          <a:bodyPr/>
          <a:lstStyle/>
          <a:p>
            <a:endParaRPr lang="en-ZA"/>
          </a:p>
        </p:txBody>
      </p:sp>
      <p:sp>
        <p:nvSpPr>
          <p:cNvPr id="99" name="Shape 97"/>
          <p:cNvSpPr/>
          <p:nvPr/>
        </p:nvSpPr>
        <p:spPr>
          <a:xfrm>
            <a:off x="7150608" y="4261104"/>
            <a:ext cx="306324" cy="306324"/>
          </a:xfrm>
          <a:prstGeom prst="rect">
            <a:avLst/>
          </a:prstGeom>
          <a:solidFill>
            <a:srgbClr val="4B5563"/>
          </a:solidFill>
          <a:ln w="12700">
            <a:solidFill>
              <a:srgbClr val="4B5563"/>
            </a:solidFill>
            <a:prstDash val="solid"/>
          </a:ln>
        </p:spPr>
        <p:txBody>
          <a:bodyPr/>
          <a:lstStyle/>
          <a:p>
            <a:endParaRPr lang="en-ZA"/>
          </a:p>
        </p:txBody>
      </p:sp>
      <p:sp>
        <p:nvSpPr>
          <p:cNvPr id="100" name="Shape 98"/>
          <p:cNvSpPr/>
          <p:nvPr/>
        </p:nvSpPr>
        <p:spPr>
          <a:xfrm>
            <a:off x="7479792" y="4261104"/>
            <a:ext cx="306324" cy="306324"/>
          </a:xfrm>
          <a:prstGeom prst="rect">
            <a:avLst/>
          </a:prstGeom>
          <a:solidFill>
            <a:srgbClr val="4B5563"/>
          </a:solidFill>
          <a:ln w="12700">
            <a:solidFill>
              <a:srgbClr val="4B5563"/>
            </a:solidFill>
            <a:prstDash val="solid"/>
          </a:ln>
        </p:spPr>
        <p:txBody>
          <a:bodyPr/>
          <a:lstStyle/>
          <a:p>
            <a:endParaRPr lang="en-ZA"/>
          </a:p>
        </p:txBody>
      </p:sp>
      <p:sp>
        <p:nvSpPr>
          <p:cNvPr id="101" name="Shape 99"/>
          <p:cNvSpPr/>
          <p:nvPr/>
        </p:nvSpPr>
        <p:spPr>
          <a:xfrm>
            <a:off x="7808976" y="4261104"/>
            <a:ext cx="306324" cy="306324"/>
          </a:xfrm>
          <a:prstGeom prst="rect">
            <a:avLst/>
          </a:prstGeom>
          <a:solidFill>
            <a:srgbClr val="3FB950"/>
          </a:solidFill>
          <a:ln w="12700">
            <a:solidFill>
              <a:srgbClr val="3FB950"/>
            </a:solidFill>
            <a:prstDash val="solid"/>
          </a:ln>
        </p:spPr>
        <p:txBody>
          <a:bodyPr/>
          <a:lstStyle/>
          <a:p>
            <a:endParaRPr lang="en-ZA"/>
          </a:p>
        </p:txBody>
      </p:sp>
      <p:sp>
        <p:nvSpPr>
          <p:cNvPr id="102" name="Shape 100"/>
          <p:cNvSpPr/>
          <p:nvPr/>
        </p:nvSpPr>
        <p:spPr>
          <a:xfrm>
            <a:off x="8138160" y="4261104"/>
            <a:ext cx="306324" cy="306324"/>
          </a:xfrm>
          <a:prstGeom prst="rect">
            <a:avLst/>
          </a:prstGeom>
          <a:solidFill>
            <a:srgbClr val="4B5563"/>
          </a:solidFill>
          <a:ln w="12700">
            <a:solidFill>
              <a:srgbClr val="4B5563"/>
            </a:solidFill>
            <a:prstDash val="solid"/>
          </a:ln>
        </p:spPr>
        <p:txBody>
          <a:bodyPr/>
          <a:lstStyle/>
          <a:p>
            <a:endParaRPr lang="en-ZA"/>
          </a:p>
        </p:txBody>
      </p:sp>
      <p:sp>
        <p:nvSpPr>
          <p:cNvPr id="103" name="Shape 101"/>
          <p:cNvSpPr/>
          <p:nvPr/>
        </p:nvSpPr>
        <p:spPr>
          <a:xfrm>
            <a:off x="8467344" y="4261104"/>
            <a:ext cx="306324" cy="306324"/>
          </a:xfrm>
          <a:prstGeom prst="rect">
            <a:avLst/>
          </a:prstGeom>
          <a:solidFill>
            <a:srgbClr val="4B5563"/>
          </a:solidFill>
          <a:ln w="12700">
            <a:solidFill>
              <a:srgbClr val="4B5563"/>
            </a:solidFill>
            <a:prstDash val="solid"/>
          </a:ln>
        </p:spPr>
        <p:txBody>
          <a:bodyPr/>
          <a:lstStyle/>
          <a:p>
            <a:endParaRPr lang="en-ZA"/>
          </a:p>
        </p:txBody>
      </p:sp>
      <p:sp>
        <p:nvSpPr>
          <p:cNvPr id="104" name="Shape 102"/>
          <p:cNvSpPr/>
          <p:nvPr/>
        </p:nvSpPr>
        <p:spPr>
          <a:xfrm>
            <a:off x="8796528" y="4261104"/>
            <a:ext cx="306324" cy="306324"/>
          </a:xfrm>
          <a:prstGeom prst="rect">
            <a:avLst/>
          </a:prstGeom>
          <a:solidFill>
            <a:srgbClr val="4B5563"/>
          </a:solidFill>
          <a:ln w="12700">
            <a:solidFill>
              <a:srgbClr val="4B5563"/>
            </a:solidFill>
            <a:prstDash val="solid"/>
          </a:ln>
        </p:spPr>
        <p:txBody>
          <a:bodyPr/>
          <a:lstStyle/>
          <a:p>
            <a:endParaRPr lang="en-ZA"/>
          </a:p>
        </p:txBody>
      </p:sp>
      <p:sp>
        <p:nvSpPr>
          <p:cNvPr id="105" name="Shape 103"/>
          <p:cNvSpPr/>
          <p:nvPr/>
        </p:nvSpPr>
        <p:spPr>
          <a:xfrm>
            <a:off x="9125712" y="4261104"/>
            <a:ext cx="306324" cy="306324"/>
          </a:xfrm>
          <a:prstGeom prst="rect">
            <a:avLst/>
          </a:prstGeom>
          <a:solidFill>
            <a:srgbClr val="4B5563"/>
          </a:solidFill>
          <a:ln w="12700">
            <a:solidFill>
              <a:srgbClr val="4B5563"/>
            </a:solidFill>
            <a:prstDash val="solid"/>
          </a:ln>
        </p:spPr>
        <p:txBody>
          <a:bodyPr/>
          <a:lstStyle/>
          <a:p>
            <a:endParaRPr lang="en-ZA"/>
          </a:p>
        </p:txBody>
      </p:sp>
      <p:sp>
        <p:nvSpPr>
          <p:cNvPr id="106" name="Shape 104"/>
          <p:cNvSpPr/>
          <p:nvPr/>
        </p:nvSpPr>
        <p:spPr>
          <a:xfrm>
            <a:off x="9454896" y="4261104"/>
            <a:ext cx="306324" cy="306324"/>
          </a:xfrm>
          <a:prstGeom prst="rect">
            <a:avLst/>
          </a:prstGeom>
          <a:solidFill>
            <a:srgbClr val="4B5563"/>
          </a:solidFill>
          <a:ln w="12700">
            <a:solidFill>
              <a:srgbClr val="4B5563"/>
            </a:solidFill>
            <a:prstDash val="solid"/>
          </a:ln>
        </p:spPr>
        <p:txBody>
          <a:bodyPr/>
          <a:lstStyle/>
          <a:p>
            <a:endParaRPr lang="en-ZA"/>
          </a:p>
        </p:txBody>
      </p:sp>
      <p:sp>
        <p:nvSpPr>
          <p:cNvPr id="107" name="Text 105"/>
          <p:cNvSpPr/>
          <p:nvPr/>
        </p:nvSpPr>
        <p:spPr>
          <a:xfrm>
            <a:off x="6492240" y="4754880"/>
            <a:ext cx="3246120" cy="274320"/>
          </a:xfrm>
          <a:prstGeom prst="rect">
            <a:avLst/>
          </a:prstGeom>
          <a:noFill/>
          <a:ln/>
        </p:spPr>
        <p:txBody>
          <a:bodyPr wrap="square" lIns="0" tIns="0" rIns="0" bIns="0" rtlCol="0" anchor="ctr"/>
          <a:lstStyle/>
          <a:p>
            <a:pPr marL="0" indent="0" algn="ctr">
              <a:buNone/>
            </a:pPr>
            <a:r>
              <a:rPr lang="en-US" sz="1500" b="1" dirty="0">
                <a:solidFill>
                  <a:srgbClr val="E6EDF3"/>
                </a:solidFill>
              </a:rPr>
              <a:t>GraphGrid</a:t>
            </a:r>
            <a:endParaRPr lang="en-US" sz="1500" dirty="0"/>
          </a:p>
        </p:txBody>
      </p:sp>
      <p:sp>
        <p:nvSpPr>
          <p:cNvPr id="108" name="Shape 106"/>
          <p:cNvSpPr/>
          <p:nvPr/>
        </p:nvSpPr>
        <p:spPr>
          <a:xfrm>
            <a:off x="685800" y="3886200"/>
            <a:ext cx="5166360" cy="1965960"/>
          </a:xfrm>
          <a:prstGeom prst="roundRect">
            <a:avLst>
              <a:gd name="adj" fmla="val 2791"/>
            </a:avLst>
          </a:prstGeom>
          <a:solidFill>
            <a:srgbClr val="0B1220"/>
          </a:solidFill>
          <a:ln w="12700">
            <a:solidFill>
              <a:srgbClr val="30363D"/>
            </a:solidFill>
            <a:prstDash val="solid"/>
          </a:ln>
        </p:spPr>
        <p:txBody>
          <a:bodyPr/>
          <a:lstStyle/>
          <a:p>
            <a:endParaRPr lang="en-ZA"/>
          </a:p>
        </p:txBody>
      </p:sp>
      <p:sp>
        <p:nvSpPr>
          <p:cNvPr id="109" name="Text 107"/>
          <p:cNvSpPr/>
          <p:nvPr/>
        </p:nvSpPr>
        <p:spPr>
          <a:xfrm>
            <a:off x="850392" y="4014216"/>
            <a:ext cx="4837176" cy="219456"/>
          </a:xfrm>
          <a:prstGeom prst="rect">
            <a:avLst/>
          </a:prstGeom>
          <a:noFill/>
          <a:ln/>
        </p:spPr>
        <p:txBody>
          <a:bodyPr wrap="square" lIns="0" tIns="0" rIns="0" bIns="0" rtlCol="0" anchor="ctr">
            <a:normAutofit/>
          </a:bodyPr>
          <a:lstStyle/>
          <a:p>
            <a:pPr marL="0" indent="0">
              <a:buNone/>
            </a:pPr>
            <a:r>
              <a:rPr lang="en-US" sz="850" b="1" dirty="0">
                <a:solidFill>
                  <a:srgbClr val="38BDF8"/>
                </a:solidFill>
                <a:latin typeface="Aptos" pitchFamily="34" charset="0"/>
                <a:ea typeface="Aptos" pitchFamily="34" charset="-122"/>
                <a:cs typeface="Aptos" pitchFamily="34" charset="-120"/>
              </a:rPr>
              <a:t>NEIGHBOUR GENERATION</a:t>
            </a:r>
            <a:endParaRPr lang="en-US" sz="850" dirty="0"/>
          </a:p>
        </p:txBody>
      </p:sp>
      <p:sp>
        <p:nvSpPr>
          <p:cNvPr id="110" name="Text 108"/>
          <p:cNvSpPr/>
          <p:nvPr/>
        </p:nvSpPr>
        <p:spPr>
          <a:xfrm>
            <a:off x="868680" y="4297680"/>
            <a:ext cx="4818888" cy="1435608"/>
          </a:xfrm>
          <a:prstGeom prst="rect">
            <a:avLst/>
          </a:prstGeom>
          <a:noFill/>
          <a:ln/>
        </p:spPr>
        <p:txBody>
          <a:bodyPr wrap="square" lIns="0" tIns="0" rIns="0" bIns="0" rtlCol="0" anchor="t">
            <a:normAutofit fontScale="92500" lnSpcReduction="10000"/>
          </a:bodyPr>
          <a:lstStyle/>
          <a:p>
            <a:pPr marL="0" indent="0">
              <a:buNone/>
            </a:pPr>
            <a:r>
              <a:rPr lang="en-US" sz="860" dirty="0">
                <a:solidFill>
                  <a:srgbClr val="DDEBFF"/>
                </a:solidFill>
                <a:latin typeface="Consolas" pitchFamily="34" charset="0"/>
                <a:ea typeface="Consolas" pitchFamily="34" charset="-122"/>
                <a:cs typeface="Consolas" pitchFamily="34" charset="-120"/>
              </a:rPr>
              <a:t>public CustomList&lt;GraphNode&gt; getNeighbors(GraphNode node) {</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CustomList&lt;GraphNode&gt; neighbors = new CustomList&lt;&gt;(8);</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for (int dx = -1; dx &lt;= 1; dx++) {</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for (int dy = -1; dy &lt;= 1; dy++) {</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if (dx == 0 &amp;&amp; dy == 0) continue;</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GraphNode neighbor = grid[nx][ny];</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if (neighbor != null &amp;&amp; neighbor.walkable) {</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neighbors.add(neighbor);</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return neighbors;</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a:t>
            </a:r>
            <a:endParaRPr lang="en-US" sz="8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02920" y="310896"/>
            <a:ext cx="4937760" cy="219456"/>
          </a:xfrm>
          <a:prstGeom prst="rect">
            <a:avLst/>
          </a:prstGeom>
          <a:noFill/>
          <a:ln/>
        </p:spPr>
        <p:txBody>
          <a:bodyPr wrap="square" rtlCol="0" anchor="ctr"/>
          <a:lstStyle/>
          <a:p>
            <a:pPr marL="0" indent="0">
              <a:buNone/>
            </a:pPr>
            <a:r>
              <a:rPr lang="en-US" sz="900" b="1" dirty="0">
                <a:solidFill>
                  <a:srgbClr val="3FB950"/>
                </a:solidFill>
                <a:latin typeface="Aptos" pitchFamily="34" charset="0"/>
                <a:ea typeface="Aptos" pitchFamily="34" charset="-122"/>
                <a:cs typeface="Aptos" pitchFamily="34" charset="-120"/>
              </a:rPr>
              <a:t>FEATURES</a:t>
            </a:r>
            <a:endParaRPr lang="en-US" sz="900" dirty="0"/>
          </a:p>
        </p:txBody>
      </p:sp>
      <p:sp>
        <p:nvSpPr>
          <p:cNvPr id="3" name="Text 1"/>
          <p:cNvSpPr/>
          <p:nvPr/>
        </p:nvSpPr>
        <p:spPr>
          <a:xfrm>
            <a:off x="502920" y="566928"/>
            <a:ext cx="10698480" cy="530352"/>
          </a:xfrm>
          <a:prstGeom prst="rect">
            <a:avLst/>
          </a:prstGeom>
          <a:noFill/>
          <a:ln/>
        </p:spPr>
        <p:txBody>
          <a:bodyPr wrap="square" lIns="0" tIns="0" rIns="0" bIns="0" rtlCol="0" anchor="ctr">
            <a:normAutofit/>
          </a:bodyPr>
          <a:lstStyle/>
          <a:p>
            <a:pPr marL="0" indent="0">
              <a:buNone/>
            </a:pPr>
            <a:r>
              <a:rPr lang="en-US" sz="2500" b="1" dirty="0">
                <a:solidFill>
                  <a:srgbClr val="E6EDF3"/>
                </a:solidFill>
                <a:latin typeface="Aptos Display" pitchFamily="34" charset="0"/>
                <a:ea typeface="Aptos Display" pitchFamily="34" charset="-122"/>
                <a:cs typeface="Aptos Display" pitchFamily="34" charset="-120"/>
              </a:rPr>
              <a:t>Classification and training</a:t>
            </a:r>
            <a:endParaRPr lang="en-US" sz="2500" dirty="0"/>
          </a:p>
        </p:txBody>
      </p:sp>
      <p:sp>
        <p:nvSpPr>
          <p:cNvPr id="4" name="Shape 2"/>
          <p:cNvSpPr/>
          <p:nvPr/>
        </p:nvSpPr>
        <p:spPr>
          <a:xfrm>
            <a:off x="502920" y="1143000"/>
            <a:ext cx="1234440" cy="0"/>
          </a:xfrm>
          <a:prstGeom prst="line">
            <a:avLst/>
          </a:prstGeom>
          <a:noFill/>
          <a:ln w="27940">
            <a:solidFill>
              <a:srgbClr val="3FB950"/>
            </a:solidFill>
            <a:prstDash val="solid"/>
          </a:ln>
        </p:spPr>
        <p:txBody>
          <a:bodyPr/>
          <a:lstStyle/>
          <a:p>
            <a:endParaRPr lang="en-ZA"/>
          </a:p>
        </p:txBody>
      </p:sp>
      <p:sp>
        <p:nvSpPr>
          <p:cNvPr id="5" name="Shape 3"/>
          <p:cNvSpPr/>
          <p:nvPr/>
        </p:nvSpPr>
        <p:spPr>
          <a:xfrm>
            <a:off x="685800" y="1417320"/>
            <a:ext cx="2880360" cy="1188720"/>
          </a:xfrm>
          <a:prstGeom prst="roundRect">
            <a:avLst>
              <a:gd name="adj" fmla="val 6154"/>
            </a:avLst>
          </a:prstGeom>
          <a:solidFill>
            <a:srgbClr val="1C2230"/>
          </a:solidFill>
          <a:ln w="12700">
            <a:solidFill>
              <a:srgbClr val="30363D"/>
            </a:solidFill>
            <a:prstDash val="solid"/>
          </a:ln>
        </p:spPr>
        <p:txBody>
          <a:bodyPr/>
          <a:lstStyle/>
          <a:p>
            <a:endParaRPr lang="en-ZA"/>
          </a:p>
        </p:txBody>
      </p:sp>
      <p:sp>
        <p:nvSpPr>
          <p:cNvPr id="6" name="Shape 4"/>
          <p:cNvSpPr/>
          <p:nvPr/>
        </p:nvSpPr>
        <p:spPr>
          <a:xfrm>
            <a:off x="685800" y="1417320"/>
            <a:ext cx="64008" cy="1188720"/>
          </a:xfrm>
          <a:prstGeom prst="rect">
            <a:avLst/>
          </a:prstGeom>
          <a:solidFill>
            <a:srgbClr val="3FB950"/>
          </a:solidFill>
          <a:ln w="12700">
            <a:solidFill>
              <a:srgbClr val="3FB950"/>
            </a:solidFill>
            <a:prstDash val="solid"/>
          </a:ln>
        </p:spPr>
        <p:txBody>
          <a:bodyPr/>
          <a:lstStyle/>
          <a:p>
            <a:endParaRPr lang="en-ZA"/>
          </a:p>
        </p:txBody>
      </p:sp>
      <p:sp>
        <p:nvSpPr>
          <p:cNvPr id="7" name="Text 5"/>
          <p:cNvSpPr/>
          <p:nvPr/>
        </p:nvSpPr>
        <p:spPr>
          <a:xfrm>
            <a:off x="886968" y="1581912"/>
            <a:ext cx="2532888" cy="237744"/>
          </a:xfrm>
          <a:prstGeom prst="rect">
            <a:avLst/>
          </a:prstGeom>
          <a:noFill/>
          <a:ln/>
        </p:spPr>
        <p:txBody>
          <a:bodyPr wrap="square" lIns="0" tIns="0" rIns="0" bIns="0" rtlCol="0" anchor="ctr"/>
          <a:lstStyle/>
          <a:p>
            <a:pPr marL="0" indent="0">
              <a:buNone/>
            </a:pPr>
            <a:r>
              <a:rPr lang="en-US" sz="1200" b="1" dirty="0">
                <a:solidFill>
                  <a:srgbClr val="E6EDF3"/>
                </a:solidFill>
              </a:rPr>
              <a:t>Handwritten features</a:t>
            </a:r>
            <a:endParaRPr lang="en-US" sz="1200" dirty="0"/>
          </a:p>
        </p:txBody>
      </p:sp>
      <p:sp>
        <p:nvSpPr>
          <p:cNvPr id="8" name="Text 6"/>
          <p:cNvSpPr/>
          <p:nvPr/>
        </p:nvSpPr>
        <p:spPr>
          <a:xfrm>
            <a:off x="886968" y="1920240"/>
            <a:ext cx="2532888" cy="548640"/>
          </a:xfrm>
          <a:prstGeom prst="rect">
            <a:avLst/>
          </a:prstGeom>
          <a:noFill/>
          <a:ln/>
        </p:spPr>
        <p:txBody>
          <a:bodyPr wrap="square" lIns="0" tIns="0" rIns="0" bIns="0" rtlCol="0" anchor="t">
            <a:normAutofit/>
          </a:bodyPr>
          <a:lstStyle/>
          <a:p>
            <a:pPr marL="0" indent="0">
              <a:buNone/>
            </a:pPr>
            <a:r>
              <a:rPr lang="en-US" sz="1030" dirty="0">
                <a:solidFill>
                  <a:srgbClr val="8B949E"/>
                </a:solidFill>
              </a:rPr>
              <a:t>HSV, variance, edge density, and neighbour context are extracted in Java.</a:t>
            </a:r>
            <a:endParaRPr lang="en-US" sz="1030" dirty="0"/>
          </a:p>
        </p:txBody>
      </p:sp>
      <p:sp>
        <p:nvSpPr>
          <p:cNvPr id="9" name="Shape 7"/>
          <p:cNvSpPr/>
          <p:nvPr/>
        </p:nvSpPr>
        <p:spPr>
          <a:xfrm>
            <a:off x="3794760" y="1417320"/>
            <a:ext cx="2880360" cy="1188720"/>
          </a:xfrm>
          <a:prstGeom prst="roundRect">
            <a:avLst>
              <a:gd name="adj" fmla="val 6154"/>
            </a:avLst>
          </a:prstGeom>
          <a:solidFill>
            <a:srgbClr val="1C2230"/>
          </a:solidFill>
          <a:ln w="12700">
            <a:solidFill>
              <a:srgbClr val="30363D"/>
            </a:solidFill>
            <a:prstDash val="solid"/>
          </a:ln>
        </p:spPr>
        <p:txBody>
          <a:bodyPr/>
          <a:lstStyle/>
          <a:p>
            <a:endParaRPr lang="en-ZA"/>
          </a:p>
        </p:txBody>
      </p:sp>
      <p:sp>
        <p:nvSpPr>
          <p:cNvPr id="10" name="Shape 8"/>
          <p:cNvSpPr/>
          <p:nvPr/>
        </p:nvSpPr>
        <p:spPr>
          <a:xfrm>
            <a:off x="3794760" y="1417320"/>
            <a:ext cx="64008" cy="1188720"/>
          </a:xfrm>
          <a:prstGeom prst="rect">
            <a:avLst/>
          </a:prstGeom>
          <a:solidFill>
            <a:srgbClr val="FACC15"/>
          </a:solidFill>
          <a:ln w="12700">
            <a:solidFill>
              <a:srgbClr val="FACC15"/>
            </a:solidFill>
            <a:prstDash val="solid"/>
          </a:ln>
        </p:spPr>
        <p:txBody>
          <a:bodyPr/>
          <a:lstStyle/>
          <a:p>
            <a:endParaRPr lang="en-ZA"/>
          </a:p>
        </p:txBody>
      </p:sp>
      <p:sp>
        <p:nvSpPr>
          <p:cNvPr id="11" name="Text 9"/>
          <p:cNvSpPr/>
          <p:nvPr/>
        </p:nvSpPr>
        <p:spPr>
          <a:xfrm>
            <a:off x="3995928" y="1581912"/>
            <a:ext cx="2532888" cy="237744"/>
          </a:xfrm>
          <a:prstGeom prst="rect">
            <a:avLst/>
          </a:prstGeom>
          <a:noFill/>
          <a:ln/>
        </p:spPr>
        <p:txBody>
          <a:bodyPr wrap="square" lIns="0" tIns="0" rIns="0" bIns="0" rtlCol="0" anchor="ctr"/>
          <a:lstStyle/>
          <a:p>
            <a:pPr marL="0" indent="0">
              <a:buNone/>
            </a:pPr>
            <a:r>
              <a:rPr lang="en-US" sz="1200" b="1" dirty="0">
                <a:solidFill>
                  <a:srgbClr val="E6EDF3"/>
                </a:solidFill>
              </a:rPr>
              <a:t>Downstream classifier</a:t>
            </a:r>
            <a:endParaRPr lang="en-US" sz="1200" dirty="0"/>
          </a:p>
        </p:txBody>
      </p:sp>
      <p:sp>
        <p:nvSpPr>
          <p:cNvPr id="12" name="Text 10"/>
          <p:cNvSpPr/>
          <p:nvPr/>
        </p:nvSpPr>
        <p:spPr>
          <a:xfrm>
            <a:off x="3995928" y="1920240"/>
            <a:ext cx="2532888" cy="548640"/>
          </a:xfrm>
          <a:prstGeom prst="rect">
            <a:avLst/>
          </a:prstGeom>
          <a:noFill/>
          <a:ln/>
        </p:spPr>
        <p:txBody>
          <a:bodyPr wrap="square" lIns="0" tIns="0" rIns="0" bIns="0" rtlCol="0" anchor="t">
            <a:normAutofit/>
          </a:bodyPr>
          <a:lstStyle/>
          <a:p>
            <a:pPr marL="0" indent="0">
              <a:buNone/>
            </a:pPr>
            <a:r>
              <a:rPr lang="en-US" sz="1030" dirty="0">
                <a:solidFill>
                  <a:srgbClr val="8B949E"/>
                </a:solidFill>
              </a:rPr>
              <a:t>Saved labelled examples classify each graph cell into terrain classes.</a:t>
            </a:r>
            <a:endParaRPr lang="en-US" sz="1030" dirty="0"/>
          </a:p>
        </p:txBody>
      </p:sp>
      <p:sp>
        <p:nvSpPr>
          <p:cNvPr id="13" name="Shape 11"/>
          <p:cNvSpPr/>
          <p:nvPr/>
        </p:nvSpPr>
        <p:spPr>
          <a:xfrm>
            <a:off x="6903720" y="1417320"/>
            <a:ext cx="2880360" cy="1188720"/>
          </a:xfrm>
          <a:prstGeom prst="roundRect">
            <a:avLst>
              <a:gd name="adj" fmla="val 6154"/>
            </a:avLst>
          </a:prstGeom>
          <a:solidFill>
            <a:srgbClr val="1C2230"/>
          </a:solidFill>
          <a:ln w="12700">
            <a:solidFill>
              <a:srgbClr val="30363D"/>
            </a:solidFill>
            <a:prstDash val="solid"/>
          </a:ln>
        </p:spPr>
        <p:txBody>
          <a:bodyPr/>
          <a:lstStyle/>
          <a:p>
            <a:endParaRPr lang="en-ZA"/>
          </a:p>
        </p:txBody>
      </p:sp>
      <p:sp>
        <p:nvSpPr>
          <p:cNvPr id="14" name="Shape 12"/>
          <p:cNvSpPr/>
          <p:nvPr/>
        </p:nvSpPr>
        <p:spPr>
          <a:xfrm>
            <a:off x="6903720" y="1417320"/>
            <a:ext cx="64008" cy="1188720"/>
          </a:xfrm>
          <a:prstGeom prst="rect">
            <a:avLst/>
          </a:prstGeom>
          <a:solidFill>
            <a:srgbClr val="38BDF8"/>
          </a:solidFill>
          <a:ln w="12700">
            <a:solidFill>
              <a:srgbClr val="38BDF8"/>
            </a:solidFill>
            <a:prstDash val="solid"/>
          </a:ln>
        </p:spPr>
        <p:txBody>
          <a:bodyPr/>
          <a:lstStyle/>
          <a:p>
            <a:endParaRPr lang="en-ZA"/>
          </a:p>
        </p:txBody>
      </p:sp>
      <p:sp>
        <p:nvSpPr>
          <p:cNvPr id="15" name="Text 13"/>
          <p:cNvSpPr/>
          <p:nvPr/>
        </p:nvSpPr>
        <p:spPr>
          <a:xfrm>
            <a:off x="7104888" y="1581912"/>
            <a:ext cx="2532888" cy="237744"/>
          </a:xfrm>
          <a:prstGeom prst="rect">
            <a:avLst/>
          </a:prstGeom>
          <a:noFill/>
          <a:ln/>
        </p:spPr>
        <p:txBody>
          <a:bodyPr wrap="square" lIns="0" tIns="0" rIns="0" bIns="0" rtlCol="0" anchor="ctr"/>
          <a:lstStyle/>
          <a:p>
            <a:pPr marL="0" indent="0">
              <a:buNone/>
            </a:pPr>
            <a:r>
              <a:rPr lang="en-US" sz="1200" b="1" dirty="0">
                <a:solidFill>
                  <a:srgbClr val="E6EDF3"/>
                </a:solidFill>
              </a:rPr>
              <a:t>Training brush</a:t>
            </a:r>
            <a:endParaRPr lang="en-US" sz="1200" dirty="0"/>
          </a:p>
        </p:txBody>
      </p:sp>
      <p:sp>
        <p:nvSpPr>
          <p:cNvPr id="16" name="Text 14"/>
          <p:cNvSpPr/>
          <p:nvPr/>
        </p:nvSpPr>
        <p:spPr>
          <a:xfrm>
            <a:off x="7104888" y="1920240"/>
            <a:ext cx="2532888" cy="548640"/>
          </a:xfrm>
          <a:prstGeom prst="rect">
            <a:avLst/>
          </a:prstGeom>
          <a:noFill/>
          <a:ln/>
        </p:spPr>
        <p:txBody>
          <a:bodyPr wrap="square" lIns="0" tIns="0" rIns="0" bIns="0" rtlCol="0" anchor="t">
            <a:normAutofit/>
          </a:bodyPr>
          <a:lstStyle/>
          <a:p>
            <a:pPr marL="0" indent="0">
              <a:buNone/>
            </a:pPr>
            <a:r>
              <a:rPr lang="en-US" sz="1030" dirty="0">
                <a:solidFill>
                  <a:srgbClr val="8B949E"/>
                </a:solidFill>
              </a:rPr>
              <a:t>Users paint labels directly onto the current map and save samples.</a:t>
            </a:r>
            <a:endParaRPr lang="en-US" sz="1030" dirty="0"/>
          </a:p>
        </p:txBody>
      </p:sp>
      <p:sp>
        <p:nvSpPr>
          <p:cNvPr id="17" name="Text 15"/>
          <p:cNvSpPr/>
          <p:nvPr/>
        </p:nvSpPr>
        <p:spPr>
          <a:xfrm>
            <a:off x="731520" y="3063240"/>
            <a:ext cx="5394960" cy="822960"/>
          </a:xfrm>
          <a:prstGeom prst="rect">
            <a:avLst/>
          </a:prstGeom>
          <a:noFill/>
          <a:ln/>
        </p:spPr>
        <p:txBody>
          <a:bodyPr wrap="square" lIns="254" tIns="254" rIns="254" bIns="254" rtlCol="0" anchor="ctr">
            <a:normAutofit/>
          </a:bodyPr>
          <a:lstStyle/>
          <a:p>
            <a:pPr marL="0" indent="0">
              <a:buNone/>
            </a:pPr>
            <a:r>
              <a:rPr lang="en-US" sz="1600" dirty="0">
                <a:solidFill>
                  <a:srgbClr val="E6EDF3"/>
                </a:solidFill>
                <a:latin typeface="Aptos" pitchFamily="34" charset="0"/>
                <a:ea typeface="Aptos" pitchFamily="34" charset="-122"/>
                <a:cs typeface="Aptos" pitchFamily="34" charset="-120"/>
              </a:rPr>
              <a:t>Important rule compliance: machine learning is not used to build the graph or engineer features. It only performs the downstream task of assigning terrain labels.</a:t>
            </a:r>
            <a:endParaRPr lang="en-US" sz="1600" dirty="0"/>
          </a:p>
        </p:txBody>
      </p:sp>
      <p:sp>
        <p:nvSpPr>
          <p:cNvPr id="18" name="Shape 16"/>
          <p:cNvSpPr/>
          <p:nvPr/>
        </p:nvSpPr>
        <p:spPr>
          <a:xfrm>
            <a:off x="6446520" y="2907792"/>
            <a:ext cx="4526280" cy="1737360"/>
          </a:xfrm>
          <a:prstGeom prst="roundRect">
            <a:avLst>
              <a:gd name="adj" fmla="val 3158"/>
            </a:avLst>
          </a:prstGeom>
          <a:solidFill>
            <a:srgbClr val="0B1220"/>
          </a:solidFill>
          <a:ln w="12700">
            <a:solidFill>
              <a:srgbClr val="30363D"/>
            </a:solidFill>
            <a:prstDash val="solid"/>
          </a:ln>
        </p:spPr>
        <p:txBody>
          <a:bodyPr/>
          <a:lstStyle/>
          <a:p>
            <a:endParaRPr lang="en-ZA"/>
          </a:p>
        </p:txBody>
      </p:sp>
      <p:sp>
        <p:nvSpPr>
          <p:cNvPr id="19" name="Text 17"/>
          <p:cNvSpPr/>
          <p:nvPr/>
        </p:nvSpPr>
        <p:spPr>
          <a:xfrm>
            <a:off x="6611112" y="3035808"/>
            <a:ext cx="4197096" cy="219456"/>
          </a:xfrm>
          <a:prstGeom prst="rect">
            <a:avLst/>
          </a:prstGeom>
          <a:noFill/>
          <a:ln/>
        </p:spPr>
        <p:txBody>
          <a:bodyPr wrap="square" lIns="0" tIns="0" rIns="0" bIns="0" rtlCol="0" anchor="ctr">
            <a:normAutofit/>
          </a:bodyPr>
          <a:lstStyle/>
          <a:p>
            <a:pPr marL="0" indent="0">
              <a:buNone/>
            </a:pPr>
            <a:r>
              <a:rPr lang="en-US" sz="850" b="1" dirty="0">
                <a:solidFill>
                  <a:srgbClr val="38BDF8"/>
                </a:solidFill>
                <a:latin typeface="Aptos" pitchFamily="34" charset="0"/>
                <a:ea typeface="Aptos" pitchFamily="34" charset="-122"/>
                <a:cs typeface="Aptos" pitchFamily="34" charset="-120"/>
              </a:rPr>
              <a:t>ROBUST FALLBACK</a:t>
            </a:r>
            <a:endParaRPr lang="en-US" sz="850" dirty="0"/>
          </a:p>
        </p:txBody>
      </p:sp>
      <p:sp>
        <p:nvSpPr>
          <p:cNvPr id="20" name="Text 18"/>
          <p:cNvSpPr/>
          <p:nvPr/>
        </p:nvSpPr>
        <p:spPr>
          <a:xfrm>
            <a:off x="6629400" y="3319272"/>
            <a:ext cx="4178808" cy="1207008"/>
          </a:xfrm>
          <a:prstGeom prst="rect">
            <a:avLst/>
          </a:prstGeom>
          <a:noFill/>
          <a:ln/>
        </p:spPr>
        <p:txBody>
          <a:bodyPr wrap="square" lIns="0" tIns="0" rIns="0" bIns="0" rtlCol="0" anchor="t">
            <a:normAutofit/>
          </a:bodyPr>
          <a:lstStyle/>
          <a:p>
            <a:pPr marL="0" indent="0">
              <a:buNone/>
            </a:pPr>
            <a:r>
              <a:rPr lang="en-US" sz="860" dirty="0">
                <a:solidFill>
                  <a:srgbClr val="DDEBFF"/>
                </a:solidFill>
                <a:latin typeface="Consolas" pitchFamily="34" charset="0"/>
                <a:ea typeface="Consolas" pitchFamily="34" charset="-122"/>
                <a:cs typeface="Consolas" pitchFamily="34" charset="-120"/>
              </a:rPr>
              <a:t>if (!USE_WEKA) {</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isModelBuilt = false;</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useFallbackKnn = true;</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return;</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a:t>
            </a:r>
            <a:endParaRPr lang="en-US" sz="860" dirty="0"/>
          </a:p>
          <a:p>
            <a:pPr marL="0" indent="0">
              <a:buNone/>
            </a:pP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if (!isModelBuilt || useFallbackKnn) {</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return classifyWithFallbackKnn(inFeatures);</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a:t>
            </a:r>
            <a:endParaRPr lang="en-US" sz="860" dirty="0"/>
          </a:p>
        </p:txBody>
      </p:sp>
      <p:sp>
        <p:nvSpPr>
          <p:cNvPr id="21" name="Text 19"/>
          <p:cNvSpPr/>
          <p:nvPr/>
        </p:nvSpPr>
        <p:spPr>
          <a:xfrm>
            <a:off x="749808" y="4983480"/>
            <a:ext cx="2926080" cy="274320"/>
          </a:xfrm>
          <a:prstGeom prst="rect">
            <a:avLst/>
          </a:prstGeom>
          <a:noFill/>
          <a:ln/>
        </p:spPr>
        <p:txBody>
          <a:bodyPr wrap="square" lIns="0" tIns="0" rIns="0" bIns="0" rtlCol="0" anchor="ctr"/>
          <a:lstStyle/>
          <a:p>
            <a:pPr marL="0" indent="0">
              <a:buNone/>
            </a:pPr>
            <a:r>
              <a:rPr lang="en-US" sz="1500" b="1" dirty="0">
                <a:solidFill>
                  <a:srgbClr val="E6EDF3"/>
                </a:solidFill>
              </a:rPr>
              <a:t>Labels drive pathfinding weights</a:t>
            </a:r>
            <a:endParaRPr lang="en-US" sz="1500" dirty="0"/>
          </a:p>
        </p:txBody>
      </p:sp>
      <p:sp>
        <p:nvSpPr>
          <p:cNvPr id="22" name="Shape 20"/>
          <p:cNvSpPr/>
          <p:nvPr/>
        </p:nvSpPr>
        <p:spPr>
          <a:xfrm>
            <a:off x="749808" y="5440680"/>
            <a:ext cx="1234440" cy="310896"/>
          </a:xfrm>
          <a:prstGeom prst="roundRect">
            <a:avLst>
              <a:gd name="adj" fmla="val 23529"/>
            </a:avLst>
          </a:prstGeom>
          <a:solidFill>
            <a:srgbClr val="3FB950"/>
          </a:solidFill>
          <a:ln w="12700">
            <a:solidFill>
              <a:srgbClr val="3FB950"/>
            </a:solidFill>
            <a:prstDash val="solid"/>
          </a:ln>
        </p:spPr>
        <p:txBody>
          <a:bodyPr/>
          <a:lstStyle/>
          <a:p>
            <a:endParaRPr lang="en-ZA"/>
          </a:p>
        </p:txBody>
      </p:sp>
      <p:sp>
        <p:nvSpPr>
          <p:cNvPr id="23" name="Text 21"/>
          <p:cNvSpPr/>
          <p:nvPr/>
        </p:nvSpPr>
        <p:spPr>
          <a:xfrm>
            <a:off x="822960" y="5509260"/>
            <a:ext cx="1088136" cy="137160"/>
          </a:xfrm>
          <a:prstGeom prst="rect">
            <a:avLst/>
          </a:prstGeom>
          <a:noFill/>
          <a:ln/>
        </p:spPr>
        <p:txBody>
          <a:bodyPr wrap="square" lIns="0" tIns="0" rIns="0" bIns="0" rtlCol="0" anchor="ctr"/>
          <a:lstStyle/>
          <a:p>
            <a:pPr marL="0" indent="0" algn="ctr">
              <a:buNone/>
            </a:pPr>
            <a:r>
              <a:rPr lang="en-US" sz="820" b="1" dirty="0">
                <a:solidFill>
                  <a:srgbClr val="FFFFFF"/>
                </a:solidFill>
              </a:rPr>
              <a:t>PATH</a:t>
            </a:r>
            <a:endParaRPr lang="en-US" sz="820" dirty="0"/>
          </a:p>
        </p:txBody>
      </p:sp>
      <p:sp>
        <p:nvSpPr>
          <p:cNvPr id="24" name="Shape 22"/>
          <p:cNvSpPr/>
          <p:nvPr/>
        </p:nvSpPr>
        <p:spPr>
          <a:xfrm>
            <a:off x="2057400" y="5440680"/>
            <a:ext cx="1234440" cy="310896"/>
          </a:xfrm>
          <a:prstGeom prst="roundRect">
            <a:avLst>
              <a:gd name="adj" fmla="val 23529"/>
            </a:avLst>
          </a:prstGeom>
          <a:solidFill>
            <a:srgbClr val="2EA043"/>
          </a:solidFill>
          <a:ln w="12700">
            <a:solidFill>
              <a:srgbClr val="2EA043"/>
            </a:solidFill>
            <a:prstDash val="solid"/>
          </a:ln>
        </p:spPr>
        <p:txBody>
          <a:bodyPr/>
          <a:lstStyle/>
          <a:p>
            <a:endParaRPr lang="en-ZA"/>
          </a:p>
        </p:txBody>
      </p:sp>
      <p:sp>
        <p:nvSpPr>
          <p:cNvPr id="25" name="Text 23"/>
          <p:cNvSpPr/>
          <p:nvPr/>
        </p:nvSpPr>
        <p:spPr>
          <a:xfrm>
            <a:off x="2130552" y="5509260"/>
            <a:ext cx="1088136" cy="137160"/>
          </a:xfrm>
          <a:prstGeom prst="rect">
            <a:avLst/>
          </a:prstGeom>
          <a:noFill/>
          <a:ln/>
        </p:spPr>
        <p:txBody>
          <a:bodyPr wrap="square" lIns="0" tIns="0" rIns="0" bIns="0" rtlCol="0" anchor="ctr"/>
          <a:lstStyle/>
          <a:p>
            <a:pPr marL="0" indent="0" algn="ctr">
              <a:buNone/>
            </a:pPr>
            <a:r>
              <a:rPr lang="en-US" sz="820" b="1" dirty="0">
                <a:solidFill>
                  <a:srgbClr val="FFFFFF"/>
                </a:solidFill>
              </a:rPr>
              <a:t>ROAD</a:t>
            </a:r>
            <a:endParaRPr lang="en-US" sz="820" dirty="0"/>
          </a:p>
        </p:txBody>
      </p:sp>
      <p:sp>
        <p:nvSpPr>
          <p:cNvPr id="26" name="Shape 24"/>
          <p:cNvSpPr/>
          <p:nvPr/>
        </p:nvSpPr>
        <p:spPr>
          <a:xfrm>
            <a:off x="3364992" y="5440680"/>
            <a:ext cx="1234440" cy="310896"/>
          </a:xfrm>
          <a:prstGeom prst="roundRect">
            <a:avLst>
              <a:gd name="adj" fmla="val 23529"/>
            </a:avLst>
          </a:prstGeom>
          <a:solidFill>
            <a:srgbClr val="6B7280"/>
          </a:solidFill>
          <a:ln w="12700">
            <a:solidFill>
              <a:srgbClr val="6B7280"/>
            </a:solidFill>
            <a:prstDash val="solid"/>
          </a:ln>
        </p:spPr>
        <p:txBody>
          <a:bodyPr/>
          <a:lstStyle/>
          <a:p>
            <a:endParaRPr lang="en-ZA"/>
          </a:p>
        </p:txBody>
      </p:sp>
      <p:sp>
        <p:nvSpPr>
          <p:cNvPr id="27" name="Text 25"/>
          <p:cNvSpPr/>
          <p:nvPr/>
        </p:nvSpPr>
        <p:spPr>
          <a:xfrm>
            <a:off x="3438144" y="5509260"/>
            <a:ext cx="1088136" cy="137160"/>
          </a:xfrm>
          <a:prstGeom prst="rect">
            <a:avLst/>
          </a:prstGeom>
          <a:noFill/>
          <a:ln/>
        </p:spPr>
        <p:txBody>
          <a:bodyPr wrap="square" lIns="0" tIns="0" rIns="0" bIns="0" rtlCol="0" anchor="ctr"/>
          <a:lstStyle/>
          <a:p>
            <a:pPr marL="0" indent="0" algn="ctr">
              <a:buNone/>
            </a:pPr>
            <a:r>
              <a:rPr lang="en-US" sz="820" b="1" dirty="0">
                <a:solidFill>
                  <a:srgbClr val="FFFFFF"/>
                </a:solidFill>
              </a:rPr>
              <a:t>STRUCTURE</a:t>
            </a:r>
            <a:endParaRPr lang="en-US" sz="820" dirty="0"/>
          </a:p>
        </p:txBody>
      </p:sp>
      <p:sp>
        <p:nvSpPr>
          <p:cNvPr id="28" name="Shape 26"/>
          <p:cNvSpPr/>
          <p:nvPr/>
        </p:nvSpPr>
        <p:spPr>
          <a:xfrm>
            <a:off x="4681728" y="5440680"/>
            <a:ext cx="1234440" cy="310896"/>
          </a:xfrm>
          <a:prstGeom prst="roundRect">
            <a:avLst>
              <a:gd name="adj" fmla="val 23529"/>
            </a:avLst>
          </a:prstGeom>
          <a:solidFill>
            <a:srgbClr val="22272E"/>
          </a:solidFill>
          <a:ln w="12700">
            <a:solidFill>
              <a:srgbClr val="22272E"/>
            </a:solidFill>
            <a:prstDash val="solid"/>
          </a:ln>
        </p:spPr>
        <p:txBody>
          <a:bodyPr/>
          <a:lstStyle/>
          <a:p>
            <a:endParaRPr lang="en-ZA"/>
          </a:p>
        </p:txBody>
      </p:sp>
      <p:sp>
        <p:nvSpPr>
          <p:cNvPr id="29" name="Text 27"/>
          <p:cNvSpPr/>
          <p:nvPr/>
        </p:nvSpPr>
        <p:spPr>
          <a:xfrm>
            <a:off x="4754880" y="5509260"/>
            <a:ext cx="1088136" cy="137160"/>
          </a:xfrm>
          <a:prstGeom prst="rect">
            <a:avLst/>
          </a:prstGeom>
          <a:noFill/>
          <a:ln/>
        </p:spPr>
        <p:txBody>
          <a:bodyPr wrap="square" lIns="0" tIns="0" rIns="0" bIns="0" rtlCol="0" anchor="ctr"/>
          <a:lstStyle/>
          <a:p>
            <a:pPr marL="0" indent="0" algn="ctr">
              <a:buNone/>
            </a:pPr>
            <a:r>
              <a:rPr lang="en-US" sz="820" b="1" dirty="0">
                <a:solidFill>
                  <a:srgbClr val="FFFFFF"/>
                </a:solidFill>
              </a:rPr>
              <a:t>WATER</a:t>
            </a:r>
            <a:endParaRPr lang="en-US" sz="8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02920" y="310896"/>
            <a:ext cx="4937760" cy="219456"/>
          </a:xfrm>
          <a:prstGeom prst="rect">
            <a:avLst/>
          </a:prstGeom>
          <a:noFill/>
          <a:ln/>
        </p:spPr>
        <p:txBody>
          <a:bodyPr wrap="square" rtlCol="0" anchor="ctr"/>
          <a:lstStyle/>
          <a:p>
            <a:pPr marL="0" indent="0">
              <a:buNone/>
            </a:pPr>
            <a:r>
              <a:rPr lang="en-US" sz="900" b="1" dirty="0">
                <a:solidFill>
                  <a:srgbClr val="3FB950"/>
                </a:solidFill>
                <a:latin typeface="Aptos" pitchFamily="34" charset="0"/>
                <a:ea typeface="Aptos" pitchFamily="34" charset="-122"/>
                <a:cs typeface="Aptos" pitchFamily="34" charset="-120"/>
              </a:rPr>
              <a:t>ALGORITHMS</a:t>
            </a:r>
            <a:endParaRPr lang="en-US" sz="900" dirty="0"/>
          </a:p>
        </p:txBody>
      </p:sp>
      <p:sp>
        <p:nvSpPr>
          <p:cNvPr id="3" name="Text 1"/>
          <p:cNvSpPr/>
          <p:nvPr/>
        </p:nvSpPr>
        <p:spPr>
          <a:xfrm>
            <a:off x="502920" y="566928"/>
            <a:ext cx="10698480" cy="530352"/>
          </a:xfrm>
          <a:prstGeom prst="rect">
            <a:avLst/>
          </a:prstGeom>
          <a:noFill/>
          <a:ln/>
        </p:spPr>
        <p:txBody>
          <a:bodyPr wrap="square" lIns="0" tIns="0" rIns="0" bIns="0" rtlCol="0" anchor="ctr">
            <a:normAutofit/>
          </a:bodyPr>
          <a:lstStyle/>
          <a:p>
            <a:pPr marL="0" indent="0">
              <a:buNone/>
            </a:pPr>
            <a:r>
              <a:rPr lang="en-US" sz="2500" b="1" dirty="0">
                <a:solidFill>
                  <a:srgbClr val="E6EDF3"/>
                </a:solidFill>
                <a:latin typeface="Aptos Display" pitchFamily="34" charset="0"/>
                <a:ea typeface="Aptos Display" pitchFamily="34" charset="-122"/>
                <a:cs typeface="Aptos Display" pitchFamily="34" charset="-120"/>
              </a:rPr>
              <a:t>Pathfinding: three algorithms, one graph</a:t>
            </a:r>
            <a:endParaRPr lang="en-US" sz="2500" dirty="0"/>
          </a:p>
        </p:txBody>
      </p:sp>
      <p:sp>
        <p:nvSpPr>
          <p:cNvPr id="4" name="Shape 2"/>
          <p:cNvSpPr/>
          <p:nvPr/>
        </p:nvSpPr>
        <p:spPr>
          <a:xfrm>
            <a:off x="502920" y="1143000"/>
            <a:ext cx="1234440" cy="0"/>
          </a:xfrm>
          <a:prstGeom prst="line">
            <a:avLst/>
          </a:prstGeom>
          <a:noFill/>
          <a:ln w="27940">
            <a:solidFill>
              <a:srgbClr val="3FB950"/>
            </a:solidFill>
            <a:prstDash val="solid"/>
          </a:ln>
        </p:spPr>
        <p:txBody>
          <a:bodyPr/>
          <a:lstStyle/>
          <a:p>
            <a:endParaRPr lang="en-ZA"/>
          </a:p>
        </p:txBody>
      </p:sp>
      <p:sp>
        <p:nvSpPr>
          <p:cNvPr id="5" name="Shape 3"/>
          <p:cNvSpPr/>
          <p:nvPr/>
        </p:nvSpPr>
        <p:spPr>
          <a:xfrm>
            <a:off x="777240" y="1417320"/>
            <a:ext cx="2971800" cy="1234440"/>
          </a:xfrm>
          <a:prstGeom prst="roundRect">
            <a:avLst>
              <a:gd name="adj" fmla="val 5926"/>
            </a:avLst>
          </a:prstGeom>
          <a:solidFill>
            <a:srgbClr val="1C2230"/>
          </a:solidFill>
          <a:ln w="12700">
            <a:solidFill>
              <a:srgbClr val="30363D"/>
            </a:solidFill>
            <a:prstDash val="solid"/>
          </a:ln>
        </p:spPr>
        <p:txBody>
          <a:bodyPr/>
          <a:lstStyle/>
          <a:p>
            <a:endParaRPr lang="en-ZA"/>
          </a:p>
        </p:txBody>
      </p:sp>
      <p:sp>
        <p:nvSpPr>
          <p:cNvPr id="6" name="Shape 4"/>
          <p:cNvSpPr/>
          <p:nvPr/>
        </p:nvSpPr>
        <p:spPr>
          <a:xfrm>
            <a:off x="777240" y="1417320"/>
            <a:ext cx="64008" cy="1234440"/>
          </a:xfrm>
          <a:prstGeom prst="rect">
            <a:avLst/>
          </a:prstGeom>
          <a:solidFill>
            <a:srgbClr val="FF2D55"/>
          </a:solidFill>
          <a:ln w="12700">
            <a:solidFill>
              <a:srgbClr val="FF2D55"/>
            </a:solidFill>
            <a:prstDash val="solid"/>
          </a:ln>
        </p:spPr>
        <p:txBody>
          <a:bodyPr/>
          <a:lstStyle/>
          <a:p>
            <a:endParaRPr lang="en-ZA"/>
          </a:p>
        </p:txBody>
      </p:sp>
      <p:sp>
        <p:nvSpPr>
          <p:cNvPr id="7" name="Text 5"/>
          <p:cNvSpPr/>
          <p:nvPr/>
        </p:nvSpPr>
        <p:spPr>
          <a:xfrm>
            <a:off x="978408" y="1581912"/>
            <a:ext cx="2624328" cy="237744"/>
          </a:xfrm>
          <a:prstGeom prst="rect">
            <a:avLst/>
          </a:prstGeom>
          <a:noFill/>
          <a:ln/>
        </p:spPr>
        <p:txBody>
          <a:bodyPr wrap="square" lIns="0" tIns="0" rIns="0" bIns="0" rtlCol="0" anchor="ctr"/>
          <a:lstStyle/>
          <a:p>
            <a:pPr marL="0" indent="0">
              <a:buNone/>
            </a:pPr>
            <a:r>
              <a:rPr lang="en-US" sz="1200" b="1" dirty="0">
                <a:solidFill>
                  <a:srgbClr val="E6EDF3"/>
                </a:solidFill>
              </a:rPr>
              <a:t>A*</a:t>
            </a:r>
            <a:endParaRPr lang="en-US" sz="1200" dirty="0"/>
          </a:p>
        </p:txBody>
      </p:sp>
      <p:sp>
        <p:nvSpPr>
          <p:cNvPr id="8" name="Text 6"/>
          <p:cNvSpPr/>
          <p:nvPr/>
        </p:nvSpPr>
        <p:spPr>
          <a:xfrm>
            <a:off x="978408" y="1920240"/>
            <a:ext cx="2624328" cy="594360"/>
          </a:xfrm>
          <a:prstGeom prst="rect">
            <a:avLst/>
          </a:prstGeom>
          <a:noFill/>
          <a:ln/>
        </p:spPr>
        <p:txBody>
          <a:bodyPr wrap="square" lIns="0" tIns="0" rIns="0" bIns="0" rtlCol="0" anchor="t">
            <a:normAutofit/>
          </a:bodyPr>
          <a:lstStyle/>
          <a:p>
            <a:pPr marL="0" indent="0">
              <a:buNone/>
            </a:pPr>
            <a:r>
              <a:rPr lang="en-US" sz="1030" dirty="0">
                <a:solidFill>
                  <a:srgbClr val="8B949E"/>
                </a:solidFill>
              </a:rPr>
              <a:t>Uses path cost plus a heuristic to guide search efficiently.</a:t>
            </a:r>
            <a:endParaRPr lang="en-US" sz="1030" dirty="0"/>
          </a:p>
        </p:txBody>
      </p:sp>
      <p:sp>
        <p:nvSpPr>
          <p:cNvPr id="9" name="Shape 7"/>
          <p:cNvSpPr/>
          <p:nvPr/>
        </p:nvSpPr>
        <p:spPr>
          <a:xfrm>
            <a:off x="4480560" y="1417320"/>
            <a:ext cx="2971800" cy="1234440"/>
          </a:xfrm>
          <a:prstGeom prst="roundRect">
            <a:avLst>
              <a:gd name="adj" fmla="val 5926"/>
            </a:avLst>
          </a:prstGeom>
          <a:solidFill>
            <a:srgbClr val="1C2230"/>
          </a:solidFill>
          <a:ln w="12700">
            <a:solidFill>
              <a:srgbClr val="30363D"/>
            </a:solidFill>
            <a:prstDash val="solid"/>
          </a:ln>
        </p:spPr>
        <p:txBody>
          <a:bodyPr/>
          <a:lstStyle/>
          <a:p>
            <a:endParaRPr lang="en-ZA"/>
          </a:p>
        </p:txBody>
      </p:sp>
      <p:sp>
        <p:nvSpPr>
          <p:cNvPr id="10" name="Shape 8"/>
          <p:cNvSpPr/>
          <p:nvPr/>
        </p:nvSpPr>
        <p:spPr>
          <a:xfrm>
            <a:off x="4480560" y="1417320"/>
            <a:ext cx="64008" cy="1234440"/>
          </a:xfrm>
          <a:prstGeom prst="rect">
            <a:avLst/>
          </a:prstGeom>
          <a:solidFill>
            <a:srgbClr val="38BDF8"/>
          </a:solidFill>
          <a:ln w="12700">
            <a:solidFill>
              <a:srgbClr val="38BDF8"/>
            </a:solidFill>
            <a:prstDash val="solid"/>
          </a:ln>
        </p:spPr>
        <p:txBody>
          <a:bodyPr/>
          <a:lstStyle/>
          <a:p>
            <a:endParaRPr lang="en-ZA"/>
          </a:p>
        </p:txBody>
      </p:sp>
      <p:sp>
        <p:nvSpPr>
          <p:cNvPr id="11" name="Text 9"/>
          <p:cNvSpPr/>
          <p:nvPr/>
        </p:nvSpPr>
        <p:spPr>
          <a:xfrm>
            <a:off x="4681728" y="1581912"/>
            <a:ext cx="2624328" cy="237744"/>
          </a:xfrm>
          <a:prstGeom prst="rect">
            <a:avLst/>
          </a:prstGeom>
          <a:noFill/>
          <a:ln/>
        </p:spPr>
        <p:txBody>
          <a:bodyPr wrap="square" lIns="0" tIns="0" rIns="0" bIns="0" rtlCol="0" anchor="ctr"/>
          <a:lstStyle/>
          <a:p>
            <a:pPr marL="0" indent="0">
              <a:buNone/>
            </a:pPr>
            <a:r>
              <a:rPr lang="en-US" sz="1200" b="1" dirty="0">
                <a:solidFill>
                  <a:srgbClr val="E6EDF3"/>
                </a:solidFill>
              </a:rPr>
              <a:t>Dijkstra</a:t>
            </a:r>
            <a:endParaRPr lang="en-US" sz="1200" dirty="0"/>
          </a:p>
        </p:txBody>
      </p:sp>
      <p:sp>
        <p:nvSpPr>
          <p:cNvPr id="12" name="Text 10"/>
          <p:cNvSpPr/>
          <p:nvPr/>
        </p:nvSpPr>
        <p:spPr>
          <a:xfrm>
            <a:off x="4681728" y="1920240"/>
            <a:ext cx="2624328" cy="594360"/>
          </a:xfrm>
          <a:prstGeom prst="rect">
            <a:avLst/>
          </a:prstGeom>
          <a:noFill/>
          <a:ln/>
        </p:spPr>
        <p:txBody>
          <a:bodyPr wrap="square" lIns="0" tIns="0" rIns="0" bIns="0" rtlCol="0" anchor="t">
            <a:normAutofit/>
          </a:bodyPr>
          <a:lstStyle/>
          <a:p>
            <a:pPr marL="0" indent="0">
              <a:buNone/>
            </a:pPr>
            <a:r>
              <a:rPr lang="en-US" sz="1030" dirty="0">
                <a:solidFill>
                  <a:srgbClr val="8B949E"/>
                </a:solidFill>
              </a:rPr>
              <a:t>Explores by lowest known cost; reliable shortest path baseline.</a:t>
            </a:r>
            <a:endParaRPr lang="en-US" sz="1030" dirty="0"/>
          </a:p>
        </p:txBody>
      </p:sp>
      <p:sp>
        <p:nvSpPr>
          <p:cNvPr id="13" name="Shape 11"/>
          <p:cNvSpPr/>
          <p:nvPr/>
        </p:nvSpPr>
        <p:spPr>
          <a:xfrm>
            <a:off x="8183880" y="1417320"/>
            <a:ext cx="2971800" cy="1234440"/>
          </a:xfrm>
          <a:prstGeom prst="roundRect">
            <a:avLst>
              <a:gd name="adj" fmla="val 5926"/>
            </a:avLst>
          </a:prstGeom>
          <a:solidFill>
            <a:srgbClr val="1C2230"/>
          </a:solidFill>
          <a:ln w="12700">
            <a:solidFill>
              <a:srgbClr val="30363D"/>
            </a:solidFill>
            <a:prstDash val="solid"/>
          </a:ln>
        </p:spPr>
        <p:txBody>
          <a:bodyPr/>
          <a:lstStyle/>
          <a:p>
            <a:endParaRPr lang="en-ZA"/>
          </a:p>
        </p:txBody>
      </p:sp>
      <p:sp>
        <p:nvSpPr>
          <p:cNvPr id="14" name="Shape 12"/>
          <p:cNvSpPr/>
          <p:nvPr/>
        </p:nvSpPr>
        <p:spPr>
          <a:xfrm>
            <a:off x="8183880" y="1417320"/>
            <a:ext cx="64008" cy="1234440"/>
          </a:xfrm>
          <a:prstGeom prst="rect">
            <a:avLst/>
          </a:prstGeom>
          <a:solidFill>
            <a:srgbClr val="A855F7"/>
          </a:solidFill>
          <a:ln w="12700">
            <a:solidFill>
              <a:srgbClr val="A855F7"/>
            </a:solidFill>
            <a:prstDash val="solid"/>
          </a:ln>
        </p:spPr>
        <p:txBody>
          <a:bodyPr/>
          <a:lstStyle/>
          <a:p>
            <a:endParaRPr lang="en-ZA"/>
          </a:p>
        </p:txBody>
      </p:sp>
      <p:sp>
        <p:nvSpPr>
          <p:cNvPr id="15" name="Text 13"/>
          <p:cNvSpPr/>
          <p:nvPr/>
        </p:nvSpPr>
        <p:spPr>
          <a:xfrm>
            <a:off x="8385048" y="1581912"/>
            <a:ext cx="2624328" cy="237744"/>
          </a:xfrm>
          <a:prstGeom prst="rect">
            <a:avLst/>
          </a:prstGeom>
          <a:noFill/>
          <a:ln/>
        </p:spPr>
        <p:txBody>
          <a:bodyPr wrap="square" lIns="0" tIns="0" rIns="0" bIns="0" rtlCol="0" anchor="ctr"/>
          <a:lstStyle/>
          <a:p>
            <a:pPr marL="0" indent="0">
              <a:buNone/>
            </a:pPr>
            <a:r>
              <a:rPr lang="en-US" sz="1200" b="1" dirty="0">
                <a:solidFill>
                  <a:srgbClr val="E6EDF3"/>
                </a:solidFill>
              </a:rPr>
              <a:t>Greedy</a:t>
            </a:r>
            <a:endParaRPr lang="en-US" sz="1200" dirty="0"/>
          </a:p>
        </p:txBody>
      </p:sp>
      <p:sp>
        <p:nvSpPr>
          <p:cNvPr id="16" name="Text 14"/>
          <p:cNvSpPr/>
          <p:nvPr/>
        </p:nvSpPr>
        <p:spPr>
          <a:xfrm>
            <a:off x="8385048" y="1920240"/>
            <a:ext cx="2624328" cy="594360"/>
          </a:xfrm>
          <a:prstGeom prst="rect">
            <a:avLst/>
          </a:prstGeom>
          <a:noFill/>
          <a:ln/>
        </p:spPr>
        <p:txBody>
          <a:bodyPr wrap="square" lIns="0" tIns="0" rIns="0" bIns="0" rtlCol="0" anchor="t">
            <a:normAutofit/>
          </a:bodyPr>
          <a:lstStyle/>
          <a:p>
            <a:pPr marL="0" indent="0">
              <a:buNone/>
            </a:pPr>
            <a:r>
              <a:rPr lang="en-US" sz="1030" dirty="0">
                <a:solidFill>
                  <a:srgbClr val="8B949E"/>
                </a:solidFill>
              </a:rPr>
              <a:t>Uses the heuristic only; fast, but not always optimal.</a:t>
            </a:r>
            <a:endParaRPr lang="en-US" sz="1030" dirty="0"/>
          </a:p>
        </p:txBody>
      </p:sp>
      <p:sp>
        <p:nvSpPr>
          <p:cNvPr id="17" name="Shape 15"/>
          <p:cNvSpPr/>
          <p:nvPr/>
        </p:nvSpPr>
        <p:spPr>
          <a:xfrm>
            <a:off x="777240" y="3246120"/>
            <a:ext cx="5257800" cy="2057400"/>
          </a:xfrm>
          <a:prstGeom prst="roundRect">
            <a:avLst>
              <a:gd name="adj" fmla="val 2667"/>
            </a:avLst>
          </a:prstGeom>
          <a:solidFill>
            <a:srgbClr val="0B1220"/>
          </a:solidFill>
          <a:ln w="12700">
            <a:solidFill>
              <a:srgbClr val="30363D"/>
            </a:solidFill>
            <a:prstDash val="solid"/>
          </a:ln>
        </p:spPr>
        <p:txBody>
          <a:bodyPr/>
          <a:lstStyle/>
          <a:p>
            <a:endParaRPr lang="en-ZA"/>
          </a:p>
        </p:txBody>
      </p:sp>
      <p:sp>
        <p:nvSpPr>
          <p:cNvPr id="18" name="Text 16"/>
          <p:cNvSpPr/>
          <p:nvPr/>
        </p:nvSpPr>
        <p:spPr>
          <a:xfrm>
            <a:off x="941832" y="3374136"/>
            <a:ext cx="4928616" cy="219456"/>
          </a:xfrm>
          <a:prstGeom prst="rect">
            <a:avLst/>
          </a:prstGeom>
          <a:noFill/>
          <a:ln/>
        </p:spPr>
        <p:txBody>
          <a:bodyPr wrap="square" lIns="0" tIns="0" rIns="0" bIns="0" rtlCol="0" anchor="ctr">
            <a:normAutofit/>
          </a:bodyPr>
          <a:lstStyle/>
          <a:p>
            <a:pPr marL="0" indent="0">
              <a:buNone/>
            </a:pPr>
            <a:r>
              <a:rPr lang="en-US" sz="850" b="1" dirty="0">
                <a:solidFill>
                  <a:srgbClr val="38BDF8"/>
                </a:solidFill>
                <a:latin typeface="Aptos" pitchFamily="34" charset="0"/>
                <a:ea typeface="Aptos" pitchFamily="34" charset="-122"/>
                <a:cs typeface="Aptos" pitchFamily="34" charset="-120"/>
              </a:rPr>
              <a:t>WEIGHTED GRAPH SEARCH</a:t>
            </a:r>
            <a:endParaRPr lang="en-US" sz="850" dirty="0"/>
          </a:p>
        </p:txBody>
      </p:sp>
      <p:sp>
        <p:nvSpPr>
          <p:cNvPr id="19" name="Text 17"/>
          <p:cNvSpPr/>
          <p:nvPr/>
        </p:nvSpPr>
        <p:spPr>
          <a:xfrm>
            <a:off x="960120" y="3657600"/>
            <a:ext cx="4910328" cy="1527048"/>
          </a:xfrm>
          <a:prstGeom prst="rect">
            <a:avLst/>
          </a:prstGeom>
          <a:noFill/>
          <a:ln/>
        </p:spPr>
        <p:txBody>
          <a:bodyPr wrap="square" lIns="0" tIns="0" rIns="0" bIns="0" rtlCol="0" anchor="t">
            <a:normAutofit/>
          </a:bodyPr>
          <a:lstStyle/>
          <a:p>
            <a:pPr marL="0" indent="0">
              <a:buNone/>
            </a:pPr>
            <a:r>
              <a:rPr lang="en-US" sz="860" dirty="0">
                <a:solidFill>
                  <a:srgbClr val="DDEBFF"/>
                </a:solidFill>
                <a:latin typeface="Consolas" pitchFamily="34" charset="0"/>
                <a:ea typeface="Consolas" pitchFamily="34" charset="-122"/>
                <a:cs typeface="Consolas" pitchFamily="34" charset="-120"/>
              </a:rPr>
              <a:t>double stepDist = diagonal ? SQRT2 : 1.0;</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double movementCost = stepDist * nb.weight;</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double tentativeG = current.gCost + movementCost;</a:t>
            </a:r>
            <a:endParaRPr lang="en-US" sz="860" dirty="0"/>
          </a:p>
          <a:p>
            <a:pPr marL="0" indent="0">
              <a:buNone/>
            </a:pP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if (tentativeG &lt; nb.gCost) {</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nb.gCost = tentativeG;</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nb.parent = current;</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openSet.insert(nb.getFCost(), nb);</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a:t>
            </a:r>
            <a:endParaRPr lang="en-US" sz="860" dirty="0"/>
          </a:p>
        </p:txBody>
      </p:sp>
      <p:sp>
        <p:nvSpPr>
          <p:cNvPr id="20" name="Text 18"/>
          <p:cNvSpPr/>
          <p:nvPr/>
        </p:nvSpPr>
        <p:spPr>
          <a:xfrm>
            <a:off x="6446520" y="3429000"/>
            <a:ext cx="4434840" cy="960120"/>
          </a:xfrm>
          <a:prstGeom prst="rect">
            <a:avLst/>
          </a:prstGeom>
          <a:noFill/>
          <a:ln/>
        </p:spPr>
        <p:txBody>
          <a:bodyPr wrap="square" lIns="254" tIns="254" rIns="254" bIns="254" rtlCol="0" anchor="ctr">
            <a:normAutofit/>
          </a:bodyPr>
          <a:lstStyle/>
          <a:p>
            <a:pPr marL="0" indent="0">
              <a:buNone/>
            </a:pPr>
            <a:r>
              <a:rPr lang="en-US" sz="1700" dirty="0">
                <a:solidFill>
                  <a:srgbClr val="E6EDF3"/>
                </a:solidFill>
                <a:latin typeface="Aptos" pitchFamily="34" charset="0"/>
                <a:ea typeface="Aptos" pitchFamily="34" charset="-122"/>
                <a:cs typeface="Aptos" pitchFamily="34" charset="-120"/>
              </a:rPr>
              <a:t>The dashboard compares path length, visited nodes, runtime, and the best algorithm. The map shows each route in a distinct colour.</a:t>
            </a:r>
            <a:endParaRPr lang="en-US" sz="1700" dirty="0"/>
          </a:p>
        </p:txBody>
      </p:sp>
      <p:sp>
        <p:nvSpPr>
          <p:cNvPr id="21" name="Shape 19"/>
          <p:cNvSpPr/>
          <p:nvPr/>
        </p:nvSpPr>
        <p:spPr>
          <a:xfrm>
            <a:off x="6473952" y="4892040"/>
            <a:ext cx="1234440" cy="310896"/>
          </a:xfrm>
          <a:prstGeom prst="roundRect">
            <a:avLst>
              <a:gd name="adj" fmla="val 23529"/>
            </a:avLst>
          </a:prstGeom>
          <a:solidFill>
            <a:srgbClr val="FF2D55"/>
          </a:solidFill>
          <a:ln w="12700">
            <a:solidFill>
              <a:srgbClr val="FF2D55"/>
            </a:solidFill>
            <a:prstDash val="solid"/>
          </a:ln>
        </p:spPr>
        <p:txBody>
          <a:bodyPr/>
          <a:lstStyle/>
          <a:p>
            <a:endParaRPr lang="en-ZA"/>
          </a:p>
        </p:txBody>
      </p:sp>
      <p:sp>
        <p:nvSpPr>
          <p:cNvPr id="22" name="Text 20"/>
          <p:cNvSpPr/>
          <p:nvPr/>
        </p:nvSpPr>
        <p:spPr>
          <a:xfrm>
            <a:off x="6547104" y="4960620"/>
            <a:ext cx="1088136" cy="137160"/>
          </a:xfrm>
          <a:prstGeom prst="rect">
            <a:avLst/>
          </a:prstGeom>
          <a:noFill/>
          <a:ln/>
        </p:spPr>
        <p:txBody>
          <a:bodyPr wrap="square" lIns="0" tIns="0" rIns="0" bIns="0" rtlCol="0" anchor="ctr"/>
          <a:lstStyle/>
          <a:p>
            <a:pPr marL="0" indent="0" algn="ctr">
              <a:buNone/>
            </a:pPr>
            <a:r>
              <a:rPr lang="en-US" sz="820" b="1" dirty="0">
                <a:solidFill>
                  <a:srgbClr val="FFFFFF"/>
                </a:solidFill>
              </a:rPr>
              <a:t>A* rose</a:t>
            </a:r>
            <a:endParaRPr lang="en-US" sz="820" dirty="0"/>
          </a:p>
        </p:txBody>
      </p:sp>
      <p:sp>
        <p:nvSpPr>
          <p:cNvPr id="23" name="Shape 21"/>
          <p:cNvSpPr/>
          <p:nvPr/>
        </p:nvSpPr>
        <p:spPr>
          <a:xfrm>
            <a:off x="7818120" y="4892040"/>
            <a:ext cx="1234440" cy="310896"/>
          </a:xfrm>
          <a:prstGeom prst="roundRect">
            <a:avLst>
              <a:gd name="adj" fmla="val 23529"/>
            </a:avLst>
          </a:prstGeom>
          <a:solidFill>
            <a:srgbClr val="38BDF8"/>
          </a:solidFill>
          <a:ln w="12700">
            <a:solidFill>
              <a:srgbClr val="38BDF8"/>
            </a:solidFill>
            <a:prstDash val="solid"/>
          </a:ln>
        </p:spPr>
        <p:txBody>
          <a:bodyPr/>
          <a:lstStyle/>
          <a:p>
            <a:endParaRPr lang="en-ZA"/>
          </a:p>
        </p:txBody>
      </p:sp>
      <p:sp>
        <p:nvSpPr>
          <p:cNvPr id="24" name="Text 22"/>
          <p:cNvSpPr/>
          <p:nvPr/>
        </p:nvSpPr>
        <p:spPr>
          <a:xfrm>
            <a:off x="7891272" y="4960620"/>
            <a:ext cx="1088136" cy="137160"/>
          </a:xfrm>
          <a:prstGeom prst="rect">
            <a:avLst/>
          </a:prstGeom>
          <a:noFill/>
          <a:ln/>
        </p:spPr>
        <p:txBody>
          <a:bodyPr wrap="square" lIns="0" tIns="0" rIns="0" bIns="0" rtlCol="0" anchor="ctr"/>
          <a:lstStyle/>
          <a:p>
            <a:pPr marL="0" indent="0" algn="ctr">
              <a:buNone/>
            </a:pPr>
            <a:r>
              <a:rPr lang="en-US" sz="820" b="1" dirty="0">
                <a:solidFill>
                  <a:srgbClr val="FFFFFF"/>
                </a:solidFill>
              </a:rPr>
              <a:t>Dijkstra cyan</a:t>
            </a:r>
            <a:endParaRPr lang="en-US" sz="820" dirty="0"/>
          </a:p>
        </p:txBody>
      </p:sp>
      <p:sp>
        <p:nvSpPr>
          <p:cNvPr id="25" name="Shape 23"/>
          <p:cNvSpPr/>
          <p:nvPr/>
        </p:nvSpPr>
        <p:spPr>
          <a:xfrm>
            <a:off x="9162288" y="4892040"/>
            <a:ext cx="1234440" cy="310896"/>
          </a:xfrm>
          <a:prstGeom prst="roundRect">
            <a:avLst>
              <a:gd name="adj" fmla="val 23529"/>
            </a:avLst>
          </a:prstGeom>
          <a:solidFill>
            <a:srgbClr val="A855F7"/>
          </a:solidFill>
          <a:ln w="12700">
            <a:solidFill>
              <a:srgbClr val="A855F7"/>
            </a:solidFill>
            <a:prstDash val="solid"/>
          </a:ln>
        </p:spPr>
        <p:txBody>
          <a:bodyPr/>
          <a:lstStyle/>
          <a:p>
            <a:endParaRPr lang="en-ZA"/>
          </a:p>
        </p:txBody>
      </p:sp>
      <p:sp>
        <p:nvSpPr>
          <p:cNvPr id="26" name="Text 24"/>
          <p:cNvSpPr/>
          <p:nvPr/>
        </p:nvSpPr>
        <p:spPr>
          <a:xfrm>
            <a:off x="9235440" y="4960620"/>
            <a:ext cx="1088136" cy="137160"/>
          </a:xfrm>
          <a:prstGeom prst="rect">
            <a:avLst/>
          </a:prstGeom>
          <a:noFill/>
          <a:ln/>
        </p:spPr>
        <p:txBody>
          <a:bodyPr wrap="square" lIns="0" tIns="0" rIns="0" bIns="0" rtlCol="0" anchor="ctr"/>
          <a:lstStyle/>
          <a:p>
            <a:pPr marL="0" indent="0" algn="ctr">
              <a:buNone/>
            </a:pPr>
            <a:r>
              <a:rPr lang="en-US" sz="820" b="1" dirty="0">
                <a:solidFill>
                  <a:srgbClr val="FFFFFF"/>
                </a:solidFill>
              </a:rPr>
              <a:t>Greedy purple</a:t>
            </a:r>
            <a:endParaRPr lang="en-US" sz="8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02920" y="310896"/>
            <a:ext cx="4937760" cy="219456"/>
          </a:xfrm>
          <a:prstGeom prst="rect">
            <a:avLst/>
          </a:prstGeom>
          <a:noFill/>
          <a:ln/>
        </p:spPr>
        <p:txBody>
          <a:bodyPr wrap="square" rtlCol="0" anchor="ctr"/>
          <a:lstStyle/>
          <a:p>
            <a:pPr marL="0" indent="0">
              <a:buNone/>
            </a:pPr>
            <a:r>
              <a:rPr lang="en-US" sz="900" b="1" dirty="0">
                <a:solidFill>
                  <a:srgbClr val="3FB950"/>
                </a:solidFill>
                <a:latin typeface="Aptos" pitchFamily="34" charset="0"/>
                <a:ea typeface="Aptos" pitchFamily="34" charset="-122"/>
                <a:cs typeface="Aptos" pitchFamily="34" charset="-120"/>
              </a:rPr>
              <a:t>USER EXPERIENCE</a:t>
            </a:r>
            <a:endParaRPr lang="en-US" sz="900" dirty="0"/>
          </a:p>
        </p:txBody>
      </p:sp>
      <p:sp>
        <p:nvSpPr>
          <p:cNvPr id="3" name="Text 1"/>
          <p:cNvSpPr/>
          <p:nvPr/>
        </p:nvSpPr>
        <p:spPr>
          <a:xfrm>
            <a:off x="502920" y="566928"/>
            <a:ext cx="10698480" cy="530352"/>
          </a:xfrm>
          <a:prstGeom prst="rect">
            <a:avLst/>
          </a:prstGeom>
          <a:noFill/>
          <a:ln/>
        </p:spPr>
        <p:txBody>
          <a:bodyPr wrap="square" lIns="0" tIns="0" rIns="0" bIns="0" rtlCol="0" anchor="ctr">
            <a:normAutofit/>
          </a:bodyPr>
          <a:lstStyle/>
          <a:p>
            <a:pPr marL="0" indent="0">
              <a:buNone/>
            </a:pPr>
            <a:r>
              <a:rPr lang="en-US" sz="2500" b="1" dirty="0">
                <a:solidFill>
                  <a:srgbClr val="E6EDF3"/>
                </a:solidFill>
                <a:latin typeface="Aptos Display" pitchFamily="34" charset="0"/>
                <a:ea typeface="Aptos Display" pitchFamily="34" charset="-122"/>
                <a:cs typeface="Aptos Display" pitchFamily="34" charset="-120"/>
              </a:rPr>
              <a:t>Application features</a:t>
            </a:r>
            <a:endParaRPr lang="en-US" sz="2500" dirty="0"/>
          </a:p>
        </p:txBody>
      </p:sp>
      <p:sp>
        <p:nvSpPr>
          <p:cNvPr id="4" name="Shape 2"/>
          <p:cNvSpPr/>
          <p:nvPr/>
        </p:nvSpPr>
        <p:spPr>
          <a:xfrm>
            <a:off x="502920" y="1143000"/>
            <a:ext cx="1234440" cy="0"/>
          </a:xfrm>
          <a:prstGeom prst="line">
            <a:avLst/>
          </a:prstGeom>
          <a:noFill/>
          <a:ln w="27940">
            <a:solidFill>
              <a:srgbClr val="3FB950"/>
            </a:solidFill>
            <a:prstDash val="solid"/>
          </a:ln>
        </p:spPr>
        <p:txBody>
          <a:bodyPr/>
          <a:lstStyle/>
          <a:p>
            <a:endParaRPr lang="en-ZA"/>
          </a:p>
        </p:txBody>
      </p:sp>
      <p:sp>
        <p:nvSpPr>
          <p:cNvPr id="5" name="Shape 3"/>
          <p:cNvSpPr/>
          <p:nvPr/>
        </p:nvSpPr>
        <p:spPr>
          <a:xfrm>
            <a:off x="731520" y="1417320"/>
            <a:ext cx="2971800" cy="960120"/>
          </a:xfrm>
          <a:prstGeom prst="roundRect">
            <a:avLst>
              <a:gd name="adj" fmla="val 7619"/>
            </a:avLst>
          </a:prstGeom>
          <a:solidFill>
            <a:srgbClr val="1C2230"/>
          </a:solidFill>
          <a:ln w="12700">
            <a:solidFill>
              <a:srgbClr val="30363D"/>
            </a:solidFill>
            <a:prstDash val="solid"/>
          </a:ln>
        </p:spPr>
        <p:txBody>
          <a:bodyPr/>
          <a:lstStyle/>
          <a:p>
            <a:endParaRPr lang="en-ZA"/>
          </a:p>
        </p:txBody>
      </p:sp>
      <p:sp>
        <p:nvSpPr>
          <p:cNvPr id="6" name="Shape 4"/>
          <p:cNvSpPr/>
          <p:nvPr/>
        </p:nvSpPr>
        <p:spPr>
          <a:xfrm>
            <a:off x="731520" y="1417320"/>
            <a:ext cx="64008" cy="960120"/>
          </a:xfrm>
          <a:prstGeom prst="rect">
            <a:avLst/>
          </a:prstGeom>
          <a:solidFill>
            <a:srgbClr val="3FB950"/>
          </a:solidFill>
          <a:ln w="12700">
            <a:solidFill>
              <a:srgbClr val="3FB950"/>
            </a:solidFill>
            <a:prstDash val="solid"/>
          </a:ln>
        </p:spPr>
        <p:txBody>
          <a:bodyPr/>
          <a:lstStyle/>
          <a:p>
            <a:endParaRPr lang="en-ZA"/>
          </a:p>
        </p:txBody>
      </p:sp>
      <p:sp>
        <p:nvSpPr>
          <p:cNvPr id="7" name="Text 5"/>
          <p:cNvSpPr/>
          <p:nvPr/>
        </p:nvSpPr>
        <p:spPr>
          <a:xfrm>
            <a:off x="932688" y="1581912"/>
            <a:ext cx="2624328" cy="237744"/>
          </a:xfrm>
          <a:prstGeom prst="rect">
            <a:avLst/>
          </a:prstGeom>
          <a:noFill/>
          <a:ln/>
        </p:spPr>
        <p:txBody>
          <a:bodyPr wrap="square" lIns="0" tIns="0" rIns="0" bIns="0" rtlCol="0" anchor="ctr"/>
          <a:lstStyle/>
          <a:p>
            <a:pPr marL="0" indent="0">
              <a:buNone/>
            </a:pPr>
            <a:r>
              <a:rPr lang="en-US" sz="1200" b="1" dirty="0">
                <a:solidFill>
                  <a:srgbClr val="E6EDF3"/>
                </a:solidFill>
              </a:rPr>
              <a:t>Load Map</a:t>
            </a:r>
            <a:endParaRPr lang="en-US" sz="1200" dirty="0"/>
          </a:p>
        </p:txBody>
      </p:sp>
      <p:sp>
        <p:nvSpPr>
          <p:cNvPr id="8" name="Text 6"/>
          <p:cNvSpPr/>
          <p:nvPr/>
        </p:nvSpPr>
        <p:spPr>
          <a:xfrm>
            <a:off x="932688" y="1920240"/>
            <a:ext cx="2624328" cy="320040"/>
          </a:xfrm>
          <a:prstGeom prst="rect">
            <a:avLst/>
          </a:prstGeom>
          <a:noFill/>
          <a:ln/>
        </p:spPr>
        <p:txBody>
          <a:bodyPr wrap="square" lIns="0" tIns="0" rIns="0" bIns="0" rtlCol="0" anchor="t">
            <a:normAutofit/>
          </a:bodyPr>
          <a:lstStyle/>
          <a:p>
            <a:pPr marL="0" indent="0">
              <a:buNone/>
            </a:pPr>
            <a:r>
              <a:rPr lang="en-US" sz="1030" dirty="0">
                <a:solidFill>
                  <a:srgbClr val="8B949E"/>
                </a:solidFill>
              </a:rPr>
              <a:t>Convert image to graph with safe downsampling</a:t>
            </a:r>
            <a:endParaRPr lang="en-US" sz="1030" dirty="0"/>
          </a:p>
        </p:txBody>
      </p:sp>
      <p:sp>
        <p:nvSpPr>
          <p:cNvPr id="9" name="Shape 7"/>
          <p:cNvSpPr/>
          <p:nvPr/>
        </p:nvSpPr>
        <p:spPr>
          <a:xfrm>
            <a:off x="4434840" y="1417320"/>
            <a:ext cx="2971800" cy="960120"/>
          </a:xfrm>
          <a:prstGeom prst="roundRect">
            <a:avLst>
              <a:gd name="adj" fmla="val 7619"/>
            </a:avLst>
          </a:prstGeom>
          <a:solidFill>
            <a:srgbClr val="1C2230"/>
          </a:solidFill>
          <a:ln w="12700">
            <a:solidFill>
              <a:srgbClr val="30363D"/>
            </a:solidFill>
            <a:prstDash val="solid"/>
          </a:ln>
        </p:spPr>
        <p:txBody>
          <a:bodyPr/>
          <a:lstStyle/>
          <a:p>
            <a:endParaRPr lang="en-ZA"/>
          </a:p>
        </p:txBody>
      </p:sp>
      <p:sp>
        <p:nvSpPr>
          <p:cNvPr id="10" name="Shape 8"/>
          <p:cNvSpPr/>
          <p:nvPr/>
        </p:nvSpPr>
        <p:spPr>
          <a:xfrm>
            <a:off x="4434840" y="1417320"/>
            <a:ext cx="64008" cy="960120"/>
          </a:xfrm>
          <a:prstGeom prst="rect">
            <a:avLst/>
          </a:prstGeom>
          <a:solidFill>
            <a:srgbClr val="38BDF8"/>
          </a:solidFill>
          <a:ln w="12700">
            <a:solidFill>
              <a:srgbClr val="38BDF8"/>
            </a:solidFill>
            <a:prstDash val="solid"/>
          </a:ln>
        </p:spPr>
        <p:txBody>
          <a:bodyPr/>
          <a:lstStyle/>
          <a:p>
            <a:endParaRPr lang="en-ZA"/>
          </a:p>
        </p:txBody>
      </p:sp>
      <p:sp>
        <p:nvSpPr>
          <p:cNvPr id="11" name="Text 9"/>
          <p:cNvSpPr/>
          <p:nvPr/>
        </p:nvSpPr>
        <p:spPr>
          <a:xfrm>
            <a:off x="4636008" y="1581912"/>
            <a:ext cx="2624328" cy="237744"/>
          </a:xfrm>
          <a:prstGeom prst="rect">
            <a:avLst/>
          </a:prstGeom>
          <a:noFill/>
          <a:ln/>
        </p:spPr>
        <p:txBody>
          <a:bodyPr wrap="square" lIns="0" tIns="0" rIns="0" bIns="0" rtlCol="0" anchor="ctr"/>
          <a:lstStyle/>
          <a:p>
            <a:pPr marL="0" indent="0">
              <a:buNone/>
            </a:pPr>
            <a:r>
              <a:rPr lang="en-US" sz="1200" b="1" dirty="0">
                <a:solidFill>
                  <a:srgbClr val="E6EDF3"/>
                </a:solidFill>
              </a:rPr>
              <a:t>Demo</a:t>
            </a:r>
            <a:endParaRPr lang="en-US" sz="1200" dirty="0"/>
          </a:p>
        </p:txBody>
      </p:sp>
      <p:sp>
        <p:nvSpPr>
          <p:cNvPr id="12" name="Text 10"/>
          <p:cNvSpPr/>
          <p:nvPr/>
        </p:nvSpPr>
        <p:spPr>
          <a:xfrm>
            <a:off x="4636008" y="1920240"/>
            <a:ext cx="2624328" cy="320040"/>
          </a:xfrm>
          <a:prstGeom prst="rect">
            <a:avLst/>
          </a:prstGeom>
          <a:noFill/>
          <a:ln/>
        </p:spPr>
        <p:txBody>
          <a:bodyPr wrap="square" lIns="0" tIns="0" rIns="0" bIns="0" rtlCol="0" anchor="t">
            <a:normAutofit/>
          </a:bodyPr>
          <a:lstStyle/>
          <a:p>
            <a:pPr marL="0" indent="0">
              <a:buNone/>
            </a:pPr>
            <a:r>
              <a:rPr lang="en-US" sz="1030" dirty="0">
                <a:solidFill>
                  <a:srgbClr val="8B949E"/>
                </a:solidFill>
              </a:rPr>
              <a:t>Generate a synthetic settlement-style graph</a:t>
            </a:r>
            <a:endParaRPr lang="en-US" sz="1030" dirty="0"/>
          </a:p>
        </p:txBody>
      </p:sp>
      <p:sp>
        <p:nvSpPr>
          <p:cNvPr id="13" name="Shape 11"/>
          <p:cNvSpPr/>
          <p:nvPr/>
        </p:nvSpPr>
        <p:spPr>
          <a:xfrm>
            <a:off x="8138160" y="1417320"/>
            <a:ext cx="2971800" cy="960120"/>
          </a:xfrm>
          <a:prstGeom prst="roundRect">
            <a:avLst>
              <a:gd name="adj" fmla="val 7619"/>
            </a:avLst>
          </a:prstGeom>
          <a:solidFill>
            <a:srgbClr val="1C2230"/>
          </a:solidFill>
          <a:ln w="12700">
            <a:solidFill>
              <a:srgbClr val="30363D"/>
            </a:solidFill>
            <a:prstDash val="solid"/>
          </a:ln>
        </p:spPr>
        <p:txBody>
          <a:bodyPr/>
          <a:lstStyle/>
          <a:p>
            <a:endParaRPr lang="en-ZA"/>
          </a:p>
        </p:txBody>
      </p:sp>
      <p:sp>
        <p:nvSpPr>
          <p:cNvPr id="14" name="Shape 12"/>
          <p:cNvSpPr/>
          <p:nvPr/>
        </p:nvSpPr>
        <p:spPr>
          <a:xfrm>
            <a:off x="8138160" y="1417320"/>
            <a:ext cx="64008" cy="960120"/>
          </a:xfrm>
          <a:prstGeom prst="rect">
            <a:avLst/>
          </a:prstGeom>
          <a:solidFill>
            <a:srgbClr val="3FB950"/>
          </a:solidFill>
          <a:ln w="12700">
            <a:solidFill>
              <a:srgbClr val="3FB950"/>
            </a:solidFill>
            <a:prstDash val="solid"/>
          </a:ln>
        </p:spPr>
        <p:txBody>
          <a:bodyPr/>
          <a:lstStyle/>
          <a:p>
            <a:endParaRPr lang="en-ZA"/>
          </a:p>
        </p:txBody>
      </p:sp>
      <p:sp>
        <p:nvSpPr>
          <p:cNvPr id="15" name="Text 13"/>
          <p:cNvSpPr/>
          <p:nvPr/>
        </p:nvSpPr>
        <p:spPr>
          <a:xfrm>
            <a:off x="8339328" y="1581912"/>
            <a:ext cx="2624328" cy="237744"/>
          </a:xfrm>
          <a:prstGeom prst="rect">
            <a:avLst/>
          </a:prstGeom>
          <a:noFill/>
          <a:ln/>
        </p:spPr>
        <p:txBody>
          <a:bodyPr wrap="square" lIns="0" tIns="0" rIns="0" bIns="0" rtlCol="0" anchor="ctr"/>
          <a:lstStyle/>
          <a:p>
            <a:pPr marL="0" indent="0">
              <a:buNone/>
            </a:pPr>
            <a:r>
              <a:rPr lang="en-US" sz="1200" b="1" dirty="0">
                <a:solidFill>
                  <a:srgbClr val="E6EDF3"/>
                </a:solidFill>
              </a:rPr>
              <a:t>Compare</a:t>
            </a:r>
            <a:endParaRPr lang="en-US" sz="1200" dirty="0"/>
          </a:p>
        </p:txBody>
      </p:sp>
      <p:sp>
        <p:nvSpPr>
          <p:cNvPr id="16" name="Text 14"/>
          <p:cNvSpPr/>
          <p:nvPr/>
        </p:nvSpPr>
        <p:spPr>
          <a:xfrm>
            <a:off x="8339328" y="1920240"/>
            <a:ext cx="2624328" cy="320040"/>
          </a:xfrm>
          <a:prstGeom prst="rect">
            <a:avLst/>
          </a:prstGeom>
          <a:noFill/>
          <a:ln/>
        </p:spPr>
        <p:txBody>
          <a:bodyPr wrap="square" lIns="0" tIns="0" rIns="0" bIns="0" rtlCol="0" anchor="t">
            <a:normAutofit/>
          </a:bodyPr>
          <a:lstStyle/>
          <a:p>
            <a:pPr marL="0" indent="0">
              <a:buNone/>
            </a:pPr>
            <a:r>
              <a:rPr lang="en-US" sz="1030" dirty="0">
                <a:solidFill>
                  <a:srgbClr val="8B949E"/>
                </a:solidFill>
              </a:rPr>
              <a:t>Measure graph similarity between two maps</a:t>
            </a:r>
            <a:endParaRPr lang="en-US" sz="1030" dirty="0"/>
          </a:p>
        </p:txBody>
      </p:sp>
      <p:sp>
        <p:nvSpPr>
          <p:cNvPr id="17" name="Shape 15"/>
          <p:cNvSpPr/>
          <p:nvPr/>
        </p:nvSpPr>
        <p:spPr>
          <a:xfrm>
            <a:off x="731520" y="3017520"/>
            <a:ext cx="2971800" cy="960120"/>
          </a:xfrm>
          <a:prstGeom prst="roundRect">
            <a:avLst>
              <a:gd name="adj" fmla="val 7619"/>
            </a:avLst>
          </a:prstGeom>
          <a:solidFill>
            <a:srgbClr val="1C2230"/>
          </a:solidFill>
          <a:ln w="12700">
            <a:solidFill>
              <a:srgbClr val="30363D"/>
            </a:solidFill>
            <a:prstDash val="solid"/>
          </a:ln>
        </p:spPr>
        <p:txBody>
          <a:bodyPr/>
          <a:lstStyle/>
          <a:p>
            <a:endParaRPr lang="en-ZA"/>
          </a:p>
        </p:txBody>
      </p:sp>
      <p:sp>
        <p:nvSpPr>
          <p:cNvPr id="18" name="Shape 16"/>
          <p:cNvSpPr/>
          <p:nvPr/>
        </p:nvSpPr>
        <p:spPr>
          <a:xfrm>
            <a:off x="731520" y="3017520"/>
            <a:ext cx="64008" cy="960120"/>
          </a:xfrm>
          <a:prstGeom prst="rect">
            <a:avLst/>
          </a:prstGeom>
          <a:solidFill>
            <a:srgbClr val="38BDF8"/>
          </a:solidFill>
          <a:ln w="12700">
            <a:solidFill>
              <a:srgbClr val="38BDF8"/>
            </a:solidFill>
            <a:prstDash val="solid"/>
          </a:ln>
        </p:spPr>
        <p:txBody>
          <a:bodyPr/>
          <a:lstStyle/>
          <a:p>
            <a:endParaRPr lang="en-ZA"/>
          </a:p>
        </p:txBody>
      </p:sp>
      <p:sp>
        <p:nvSpPr>
          <p:cNvPr id="19" name="Text 17"/>
          <p:cNvSpPr/>
          <p:nvPr/>
        </p:nvSpPr>
        <p:spPr>
          <a:xfrm>
            <a:off x="932688" y="3182112"/>
            <a:ext cx="2624328" cy="237744"/>
          </a:xfrm>
          <a:prstGeom prst="rect">
            <a:avLst/>
          </a:prstGeom>
          <a:noFill/>
          <a:ln/>
        </p:spPr>
        <p:txBody>
          <a:bodyPr wrap="square" lIns="0" tIns="0" rIns="0" bIns="0" rtlCol="0" anchor="ctr"/>
          <a:lstStyle/>
          <a:p>
            <a:pPr marL="0" indent="0">
              <a:buNone/>
            </a:pPr>
            <a:r>
              <a:rPr lang="en-US" sz="1200" b="1" dirty="0">
                <a:solidFill>
                  <a:srgbClr val="E6EDF3"/>
                </a:solidFill>
              </a:rPr>
              <a:t>Train</a:t>
            </a:r>
            <a:endParaRPr lang="en-US" sz="1200" dirty="0"/>
          </a:p>
        </p:txBody>
      </p:sp>
      <p:sp>
        <p:nvSpPr>
          <p:cNvPr id="20" name="Text 18"/>
          <p:cNvSpPr/>
          <p:nvPr/>
        </p:nvSpPr>
        <p:spPr>
          <a:xfrm>
            <a:off x="932688" y="3520440"/>
            <a:ext cx="2624328" cy="320040"/>
          </a:xfrm>
          <a:prstGeom prst="rect">
            <a:avLst/>
          </a:prstGeom>
          <a:noFill/>
          <a:ln/>
        </p:spPr>
        <p:txBody>
          <a:bodyPr wrap="square" lIns="0" tIns="0" rIns="0" bIns="0" rtlCol="0" anchor="t">
            <a:normAutofit/>
          </a:bodyPr>
          <a:lstStyle/>
          <a:p>
            <a:pPr marL="0" indent="0">
              <a:buNone/>
            </a:pPr>
            <a:r>
              <a:rPr lang="en-US" sz="1030" dirty="0">
                <a:solidFill>
                  <a:srgbClr val="8B949E"/>
                </a:solidFill>
              </a:rPr>
              <a:t>Paint labels and save training samples</a:t>
            </a:r>
            <a:endParaRPr lang="en-US" sz="1030" dirty="0"/>
          </a:p>
        </p:txBody>
      </p:sp>
      <p:sp>
        <p:nvSpPr>
          <p:cNvPr id="21" name="Shape 19"/>
          <p:cNvSpPr/>
          <p:nvPr/>
        </p:nvSpPr>
        <p:spPr>
          <a:xfrm>
            <a:off x="4434840" y="3017520"/>
            <a:ext cx="2971800" cy="960120"/>
          </a:xfrm>
          <a:prstGeom prst="roundRect">
            <a:avLst>
              <a:gd name="adj" fmla="val 7619"/>
            </a:avLst>
          </a:prstGeom>
          <a:solidFill>
            <a:srgbClr val="1C2230"/>
          </a:solidFill>
          <a:ln w="12700">
            <a:solidFill>
              <a:srgbClr val="30363D"/>
            </a:solidFill>
            <a:prstDash val="solid"/>
          </a:ln>
        </p:spPr>
        <p:txBody>
          <a:bodyPr/>
          <a:lstStyle/>
          <a:p>
            <a:endParaRPr lang="en-ZA"/>
          </a:p>
        </p:txBody>
      </p:sp>
      <p:sp>
        <p:nvSpPr>
          <p:cNvPr id="22" name="Shape 20"/>
          <p:cNvSpPr/>
          <p:nvPr/>
        </p:nvSpPr>
        <p:spPr>
          <a:xfrm>
            <a:off x="4434840" y="3017520"/>
            <a:ext cx="64008" cy="960120"/>
          </a:xfrm>
          <a:prstGeom prst="rect">
            <a:avLst/>
          </a:prstGeom>
          <a:solidFill>
            <a:srgbClr val="3FB950"/>
          </a:solidFill>
          <a:ln w="12700">
            <a:solidFill>
              <a:srgbClr val="3FB950"/>
            </a:solidFill>
            <a:prstDash val="solid"/>
          </a:ln>
        </p:spPr>
        <p:txBody>
          <a:bodyPr/>
          <a:lstStyle/>
          <a:p>
            <a:endParaRPr lang="en-ZA"/>
          </a:p>
        </p:txBody>
      </p:sp>
      <p:sp>
        <p:nvSpPr>
          <p:cNvPr id="23" name="Text 21"/>
          <p:cNvSpPr/>
          <p:nvPr/>
        </p:nvSpPr>
        <p:spPr>
          <a:xfrm>
            <a:off x="4636008" y="3182112"/>
            <a:ext cx="2624328" cy="237744"/>
          </a:xfrm>
          <a:prstGeom prst="rect">
            <a:avLst/>
          </a:prstGeom>
          <a:noFill/>
          <a:ln/>
        </p:spPr>
        <p:txBody>
          <a:bodyPr wrap="square" lIns="0" tIns="0" rIns="0" bIns="0" rtlCol="0" anchor="ctr"/>
          <a:lstStyle/>
          <a:p>
            <a:pPr marL="0" indent="0">
              <a:buNone/>
            </a:pPr>
            <a:r>
              <a:rPr lang="en-US" sz="1200" b="1" dirty="0">
                <a:solidFill>
                  <a:srgbClr val="E6EDF3"/>
                </a:solidFill>
              </a:rPr>
              <a:t>Find Route</a:t>
            </a:r>
            <a:endParaRPr lang="en-US" sz="1200" dirty="0"/>
          </a:p>
        </p:txBody>
      </p:sp>
      <p:sp>
        <p:nvSpPr>
          <p:cNvPr id="24" name="Text 22"/>
          <p:cNvSpPr/>
          <p:nvPr/>
        </p:nvSpPr>
        <p:spPr>
          <a:xfrm>
            <a:off x="4636008" y="3520440"/>
            <a:ext cx="2624328" cy="320040"/>
          </a:xfrm>
          <a:prstGeom prst="rect">
            <a:avLst/>
          </a:prstGeom>
          <a:noFill/>
          <a:ln/>
        </p:spPr>
        <p:txBody>
          <a:bodyPr wrap="square" lIns="0" tIns="0" rIns="0" bIns="0" rtlCol="0" anchor="t">
            <a:normAutofit/>
          </a:bodyPr>
          <a:lstStyle/>
          <a:p>
            <a:pPr marL="0" indent="0">
              <a:buNone/>
            </a:pPr>
            <a:r>
              <a:rPr lang="en-US" sz="1030" dirty="0">
                <a:solidFill>
                  <a:srgbClr val="8B949E"/>
                </a:solidFill>
              </a:rPr>
              <a:t>Run A*, Dijkstra, and Greedy together</a:t>
            </a:r>
            <a:endParaRPr lang="en-US" sz="1030" dirty="0"/>
          </a:p>
        </p:txBody>
      </p:sp>
      <p:sp>
        <p:nvSpPr>
          <p:cNvPr id="25" name="Shape 23"/>
          <p:cNvSpPr/>
          <p:nvPr/>
        </p:nvSpPr>
        <p:spPr>
          <a:xfrm>
            <a:off x="8138160" y="3017520"/>
            <a:ext cx="2971800" cy="960120"/>
          </a:xfrm>
          <a:prstGeom prst="roundRect">
            <a:avLst>
              <a:gd name="adj" fmla="val 7619"/>
            </a:avLst>
          </a:prstGeom>
          <a:solidFill>
            <a:srgbClr val="1C2230"/>
          </a:solidFill>
          <a:ln w="12700">
            <a:solidFill>
              <a:srgbClr val="30363D"/>
            </a:solidFill>
            <a:prstDash val="solid"/>
          </a:ln>
        </p:spPr>
        <p:txBody>
          <a:bodyPr/>
          <a:lstStyle/>
          <a:p>
            <a:endParaRPr lang="en-ZA"/>
          </a:p>
        </p:txBody>
      </p:sp>
      <p:sp>
        <p:nvSpPr>
          <p:cNvPr id="26" name="Shape 24"/>
          <p:cNvSpPr/>
          <p:nvPr/>
        </p:nvSpPr>
        <p:spPr>
          <a:xfrm>
            <a:off x="8138160" y="3017520"/>
            <a:ext cx="64008" cy="960120"/>
          </a:xfrm>
          <a:prstGeom prst="rect">
            <a:avLst/>
          </a:prstGeom>
          <a:solidFill>
            <a:srgbClr val="38BDF8"/>
          </a:solidFill>
          <a:ln w="12700">
            <a:solidFill>
              <a:srgbClr val="38BDF8"/>
            </a:solidFill>
            <a:prstDash val="solid"/>
          </a:ln>
        </p:spPr>
        <p:txBody>
          <a:bodyPr/>
          <a:lstStyle/>
          <a:p>
            <a:endParaRPr lang="en-ZA"/>
          </a:p>
        </p:txBody>
      </p:sp>
      <p:sp>
        <p:nvSpPr>
          <p:cNvPr id="27" name="Text 25"/>
          <p:cNvSpPr/>
          <p:nvPr/>
        </p:nvSpPr>
        <p:spPr>
          <a:xfrm>
            <a:off x="8339328" y="3182112"/>
            <a:ext cx="2624328" cy="237744"/>
          </a:xfrm>
          <a:prstGeom prst="rect">
            <a:avLst/>
          </a:prstGeom>
          <a:noFill/>
          <a:ln/>
        </p:spPr>
        <p:txBody>
          <a:bodyPr wrap="square" lIns="0" tIns="0" rIns="0" bIns="0" rtlCol="0" anchor="ctr"/>
          <a:lstStyle/>
          <a:p>
            <a:pPr marL="0" indent="0">
              <a:buNone/>
            </a:pPr>
            <a:r>
              <a:rPr lang="en-US" sz="1200" b="1" dirty="0">
                <a:solidFill>
                  <a:srgbClr val="E6EDF3"/>
                </a:solidFill>
              </a:rPr>
              <a:t>Dashboard</a:t>
            </a:r>
            <a:endParaRPr lang="en-US" sz="1200" dirty="0"/>
          </a:p>
        </p:txBody>
      </p:sp>
      <p:sp>
        <p:nvSpPr>
          <p:cNvPr id="28" name="Text 26"/>
          <p:cNvSpPr/>
          <p:nvPr/>
        </p:nvSpPr>
        <p:spPr>
          <a:xfrm>
            <a:off x="8339328" y="3520440"/>
            <a:ext cx="2624328" cy="320040"/>
          </a:xfrm>
          <a:prstGeom prst="rect">
            <a:avLst/>
          </a:prstGeom>
          <a:noFill/>
          <a:ln/>
        </p:spPr>
        <p:txBody>
          <a:bodyPr wrap="square" lIns="0" tIns="0" rIns="0" bIns="0" rtlCol="0" anchor="t">
            <a:normAutofit/>
          </a:bodyPr>
          <a:lstStyle/>
          <a:p>
            <a:pPr marL="0" indent="0">
              <a:buNone/>
            </a:pPr>
            <a:r>
              <a:rPr lang="en-US" sz="1030" dirty="0">
                <a:solidFill>
                  <a:srgbClr val="8B949E"/>
                </a:solidFill>
              </a:rPr>
              <a:t>Show graph stats and per-algorithm metrics</a:t>
            </a:r>
            <a:endParaRPr lang="en-US" sz="1030" dirty="0"/>
          </a:p>
        </p:txBody>
      </p:sp>
      <p:sp>
        <p:nvSpPr>
          <p:cNvPr id="29" name="Text 27"/>
          <p:cNvSpPr/>
          <p:nvPr/>
        </p:nvSpPr>
        <p:spPr>
          <a:xfrm>
            <a:off x="914400" y="5166360"/>
            <a:ext cx="9875520" cy="457200"/>
          </a:xfrm>
          <a:prstGeom prst="rect">
            <a:avLst/>
          </a:prstGeom>
          <a:noFill/>
          <a:ln/>
        </p:spPr>
        <p:txBody>
          <a:bodyPr wrap="square" lIns="254" tIns="254" rIns="254" bIns="254" rtlCol="0" anchor="ctr">
            <a:normAutofit fontScale="92500" lnSpcReduction="10000"/>
          </a:bodyPr>
          <a:lstStyle/>
          <a:p>
            <a:pPr marL="0" indent="0">
              <a:buNone/>
            </a:pPr>
            <a:r>
              <a:rPr lang="en-US" sz="1700" dirty="0">
                <a:solidFill>
                  <a:srgbClr val="E6EDF3"/>
                </a:solidFill>
                <a:latin typeface="Aptos" pitchFamily="34" charset="0"/>
                <a:ea typeface="Aptos" pitchFamily="34" charset="-122"/>
                <a:cs typeface="Aptos" pitchFamily="34" charset="-120"/>
              </a:rPr>
              <a:t>The interface separates the main map from the live visualization window, so algorithm experiments do not accidentally alter the loaded map.</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02920" y="310896"/>
            <a:ext cx="4937760" cy="219456"/>
          </a:xfrm>
          <a:prstGeom prst="rect">
            <a:avLst/>
          </a:prstGeom>
          <a:noFill/>
          <a:ln/>
        </p:spPr>
        <p:txBody>
          <a:bodyPr wrap="square" rtlCol="0" anchor="ctr"/>
          <a:lstStyle/>
          <a:p>
            <a:pPr marL="0" indent="0">
              <a:buNone/>
            </a:pPr>
            <a:r>
              <a:rPr lang="en-US" sz="900" b="1" dirty="0">
                <a:solidFill>
                  <a:srgbClr val="3FB950"/>
                </a:solidFill>
                <a:latin typeface="Aptos" pitchFamily="34" charset="0"/>
                <a:ea typeface="Aptos" pitchFamily="34" charset="-122"/>
                <a:cs typeface="Aptos" pitchFamily="34" charset="-120"/>
              </a:rPr>
              <a:t>VISUALIZATION</a:t>
            </a:r>
            <a:endParaRPr lang="en-US" sz="900" dirty="0"/>
          </a:p>
        </p:txBody>
      </p:sp>
      <p:sp>
        <p:nvSpPr>
          <p:cNvPr id="3" name="Text 1"/>
          <p:cNvSpPr/>
          <p:nvPr/>
        </p:nvSpPr>
        <p:spPr>
          <a:xfrm>
            <a:off x="502920" y="566928"/>
            <a:ext cx="10698480" cy="530352"/>
          </a:xfrm>
          <a:prstGeom prst="rect">
            <a:avLst/>
          </a:prstGeom>
          <a:noFill/>
          <a:ln/>
        </p:spPr>
        <p:txBody>
          <a:bodyPr wrap="square" lIns="0" tIns="0" rIns="0" bIns="0" rtlCol="0" anchor="ctr">
            <a:normAutofit/>
          </a:bodyPr>
          <a:lstStyle/>
          <a:p>
            <a:pPr marL="0" indent="0">
              <a:buNone/>
            </a:pPr>
            <a:r>
              <a:rPr lang="en-US" sz="2500" b="1" dirty="0">
                <a:solidFill>
                  <a:srgbClr val="E6EDF3"/>
                </a:solidFill>
                <a:latin typeface="Aptos Display" pitchFamily="34" charset="0"/>
                <a:ea typeface="Aptos Display" pitchFamily="34" charset="-122"/>
                <a:cs typeface="Aptos Display" pitchFamily="34" charset="-120"/>
              </a:rPr>
              <a:t>Live visualization: teach the algorithms interactively</a:t>
            </a:r>
            <a:endParaRPr lang="en-US" sz="2500" dirty="0"/>
          </a:p>
        </p:txBody>
      </p:sp>
      <p:sp>
        <p:nvSpPr>
          <p:cNvPr id="4" name="Shape 2"/>
          <p:cNvSpPr/>
          <p:nvPr/>
        </p:nvSpPr>
        <p:spPr>
          <a:xfrm>
            <a:off x="502920" y="1143000"/>
            <a:ext cx="1234440" cy="0"/>
          </a:xfrm>
          <a:prstGeom prst="line">
            <a:avLst/>
          </a:prstGeom>
          <a:noFill/>
          <a:ln w="27940">
            <a:solidFill>
              <a:srgbClr val="3FB950"/>
            </a:solidFill>
            <a:prstDash val="solid"/>
          </a:ln>
        </p:spPr>
        <p:txBody>
          <a:bodyPr/>
          <a:lstStyle/>
          <a:p>
            <a:endParaRPr lang="en-ZA"/>
          </a:p>
        </p:txBody>
      </p:sp>
      <p:sp>
        <p:nvSpPr>
          <p:cNvPr id="5" name="Text 3"/>
          <p:cNvSpPr/>
          <p:nvPr/>
        </p:nvSpPr>
        <p:spPr>
          <a:xfrm>
            <a:off x="685800" y="1417320"/>
            <a:ext cx="5166360" cy="987552"/>
          </a:xfrm>
          <a:prstGeom prst="rect">
            <a:avLst/>
          </a:prstGeom>
          <a:noFill/>
          <a:ln/>
        </p:spPr>
        <p:txBody>
          <a:bodyPr wrap="square" lIns="254" tIns="254" rIns="254" bIns="254" rtlCol="0" anchor="ctr">
            <a:normAutofit/>
          </a:bodyPr>
          <a:lstStyle/>
          <a:p>
            <a:pPr marL="0" indent="0">
              <a:buNone/>
            </a:pPr>
            <a:r>
              <a:rPr lang="en-US" sz="1600" dirty="0">
                <a:solidFill>
                  <a:srgbClr val="E6EDF3"/>
                </a:solidFill>
                <a:latin typeface="Aptos" pitchFamily="34" charset="0"/>
                <a:ea typeface="Aptos" pitchFamily="34" charset="-122"/>
                <a:cs typeface="Aptos" pitchFamily="34" charset="-120"/>
              </a:rPr>
              <a:t>The Visualization window is an isolated grid where users can draw walls, choose an algorithm, adjust speed, and watch visited cells and the final path animate.</a:t>
            </a:r>
            <a:endParaRPr lang="en-US" sz="1600" dirty="0"/>
          </a:p>
        </p:txBody>
      </p:sp>
      <p:sp>
        <p:nvSpPr>
          <p:cNvPr id="6" name="Shape 4"/>
          <p:cNvSpPr/>
          <p:nvPr/>
        </p:nvSpPr>
        <p:spPr>
          <a:xfrm>
            <a:off x="731520" y="2743200"/>
            <a:ext cx="2103120" cy="960120"/>
          </a:xfrm>
          <a:prstGeom prst="roundRect">
            <a:avLst>
              <a:gd name="adj" fmla="val 7619"/>
            </a:avLst>
          </a:prstGeom>
          <a:solidFill>
            <a:srgbClr val="1C2230"/>
          </a:solidFill>
          <a:ln w="12700">
            <a:solidFill>
              <a:srgbClr val="30363D"/>
            </a:solidFill>
            <a:prstDash val="solid"/>
          </a:ln>
        </p:spPr>
        <p:txBody>
          <a:bodyPr/>
          <a:lstStyle/>
          <a:p>
            <a:endParaRPr lang="en-ZA"/>
          </a:p>
        </p:txBody>
      </p:sp>
      <p:sp>
        <p:nvSpPr>
          <p:cNvPr id="7" name="Shape 5"/>
          <p:cNvSpPr/>
          <p:nvPr/>
        </p:nvSpPr>
        <p:spPr>
          <a:xfrm>
            <a:off x="731520" y="2743200"/>
            <a:ext cx="64008" cy="960120"/>
          </a:xfrm>
          <a:prstGeom prst="rect">
            <a:avLst/>
          </a:prstGeom>
          <a:solidFill>
            <a:srgbClr val="FACC15"/>
          </a:solidFill>
          <a:ln w="12700">
            <a:solidFill>
              <a:srgbClr val="FACC15"/>
            </a:solidFill>
            <a:prstDash val="solid"/>
          </a:ln>
        </p:spPr>
        <p:txBody>
          <a:bodyPr/>
          <a:lstStyle/>
          <a:p>
            <a:endParaRPr lang="en-ZA"/>
          </a:p>
        </p:txBody>
      </p:sp>
      <p:sp>
        <p:nvSpPr>
          <p:cNvPr id="8" name="Text 6"/>
          <p:cNvSpPr/>
          <p:nvPr/>
        </p:nvSpPr>
        <p:spPr>
          <a:xfrm>
            <a:off x="932688" y="2907792"/>
            <a:ext cx="1755648" cy="237744"/>
          </a:xfrm>
          <a:prstGeom prst="rect">
            <a:avLst/>
          </a:prstGeom>
          <a:noFill/>
          <a:ln/>
        </p:spPr>
        <p:txBody>
          <a:bodyPr wrap="square" lIns="0" tIns="0" rIns="0" bIns="0" rtlCol="0" anchor="ctr"/>
          <a:lstStyle/>
          <a:p>
            <a:pPr marL="0" indent="0">
              <a:buNone/>
            </a:pPr>
            <a:r>
              <a:rPr lang="en-US" sz="1200" b="1" dirty="0">
                <a:solidFill>
                  <a:srgbClr val="E6EDF3"/>
                </a:solidFill>
              </a:rPr>
              <a:t>Select</a:t>
            </a:r>
            <a:endParaRPr lang="en-US" sz="1200" dirty="0"/>
          </a:p>
        </p:txBody>
      </p:sp>
      <p:sp>
        <p:nvSpPr>
          <p:cNvPr id="9" name="Text 7"/>
          <p:cNvSpPr/>
          <p:nvPr/>
        </p:nvSpPr>
        <p:spPr>
          <a:xfrm>
            <a:off x="932688" y="3246120"/>
            <a:ext cx="1755648" cy="320040"/>
          </a:xfrm>
          <a:prstGeom prst="rect">
            <a:avLst/>
          </a:prstGeom>
          <a:noFill/>
          <a:ln/>
        </p:spPr>
        <p:txBody>
          <a:bodyPr wrap="square" lIns="0" tIns="0" rIns="0" bIns="0" rtlCol="0" anchor="t">
            <a:normAutofit/>
          </a:bodyPr>
          <a:lstStyle/>
          <a:p>
            <a:pPr marL="0" indent="0">
              <a:buNone/>
            </a:pPr>
            <a:r>
              <a:rPr lang="en-US" sz="1030" dirty="0">
                <a:solidFill>
                  <a:srgbClr val="8B949E"/>
                </a:solidFill>
              </a:rPr>
              <a:t>A*, Dijkstra, or Greedy</a:t>
            </a:r>
            <a:endParaRPr lang="en-US" sz="1030" dirty="0"/>
          </a:p>
        </p:txBody>
      </p:sp>
      <p:sp>
        <p:nvSpPr>
          <p:cNvPr id="10" name="Shape 8"/>
          <p:cNvSpPr/>
          <p:nvPr/>
        </p:nvSpPr>
        <p:spPr>
          <a:xfrm>
            <a:off x="3063240" y="2743200"/>
            <a:ext cx="2103120" cy="960120"/>
          </a:xfrm>
          <a:prstGeom prst="roundRect">
            <a:avLst>
              <a:gd name="adj" fmla="val 7619"/>
            </a:avLst>
          </a:prstGeom>
          <a:solidFill>
            <a:srgbClr val="1C2230"/>
          </a:solidFill>
          <a:ln w="12700">
            <a:solidFill>
              <a:srgbClr val="30363D"/>
            </a:solidFill>
            <a:prstDash val="solid"/>
          </a:ln>
        </p:spPr>
        <p:txBody>
          <a:bodyPr/>
          <a:lstStyle/>
          <a:p>
            <a:endParaRPr lang="en-ZA"/>
          </a:p>
        </p:txBody>
      </p:sp>
      <p:sp>
        <p:nvSpPr>
          <p:cNvPr id="11" name="Shape 9"/>
          <p:cNvSpPr/>
          <p:nvPr/>
        </p:nvSpPr>
        <p:spPr>
          <a:xfrm>
            <a:off x="3063240" y="2743200"/>
            <a:ext cx="64008" cy="960120"/>
          </a:xfrm>
          <a:prstGeom prst="rect">
            <a:avLst/>
          </a:prstGeom>
          <a:solidFill>
            <a:srgbClr val="6B7280"/>
          </a:solidFill>
          <a:ln w="12700">
            <a:solidFill>
              <a:srgbClr val="6B7280"/>
            </a:solidFill>
            <a:prstDash val="solid"/>
          </a:ln>
        </p:spPr>
        <p:txBody>
          <a:bodyPr/>
          <a:lstStyle/>
          <a:p>
            <a:endParaRPr lang="en-ZA"/>
          </a:p>
        </p:txBody>
      </p:sp>
      <p:sp>
        <p:nvSpPr>
          <p:cNvPr id="12" name="Text 10"/>
          <p:cNvSpPr/>
          <p:nvPr/>
        </p:nvSpPr>
        <p:spPr>
          <a:xfrm>
            <a:off x="3264408" y="2907792"/>
            <a:ext cx="1755648" cy="237744"/>
          </a:xfrm>
          <a:prstGeom prst="rect">
            <a:avLst/>
          </a:prstGeom>
          <a:noFill/>
          <a:ln/>
        </p:spPr>
        <p:txBody>
          <a:bodyPr wrap="square" lIns="0" tIns="0" rIns="0" bIns="0" rtlCol="0" anchor="ctr"/>
          <a:lstStyle/>
          <a:p>
            <a:pPr marL="0" indent="0">
              <a:buNone/>
            </a:pPr>
            <a:r>
              <a:rPr lang="en-US" sz="1200" b="1" dirty="0">
                <a:solidFill>
                  <a:srgbClr val="E6EDF3"/>
                </a:solidFill>
              </a:rPr>
              <a:t>Draw</a:t>
            </a:r>
            <a:endParaRPr lang="en-US" sz="1200" dirty="0"/>
          </a:p>
        </p:txBody>
      </p:sp>
      <p:sp>
        <p:nvSpPr>
          <p:cNvPr id="13" name="Text 11"/>
          <p:cNvSpPr/>
          <p:nvPr/>
        </p:nvSpPr>
        <p:spPr>
          <a:xfrm>
            <a:off x="3264408" y="3246120"/>
            <a:ext cx="1755648" cy="320040"/>
          </a:xfrm>
          <a:prstGeom prst="rect">
            <a:avLst/>
          </a:prstGeom>
          <a:noFill/>
          <a:ln/>
        </p:spPr>
        <p:txBody>
          <a:bodyPr wrap="square" lIns="0" tIns="0" rIns="0" bIns="0" rtlCol="0" anchor="t">
            <a:normAutofit/>
          </a:bodyPr>
          <a:lstStyle/>
          <a:p>
            <a:pPr marL="0" indent="0">
              <a:buNone/>
            </a:pPr>
            <a:r>
              <a:rPr lang="en-US" sz="1030" dirty="0">
                <a:solidFill>
                  <a:srgbClr val="8B949E"/>
                </a:solidFill>
              </a:rPr>
              <a:t>Click or drag walls</a:t>
            </a:r>
            <a:endParaRPr lang="en-US" sz="1030" dirty="0"/>
          </a:p>
        </p:txBody>
      </p:sp>
      <p:sp>
        <p:nvSpPr>
          <p:cNvPr id="14" name="Shape 12"/>
          <p:cNvSpPr/>
          <p:nvPr/>
        </p:nvSpPr>
        <p:spPr>
          <a:xfrm>
            <a:off x="731520" y="4069080"/>
            <a:ext cx="2103120" cy="960120"/>
          </a:xfrm>
          <a:prstGeom prst="roundRect">
            <a:avLst>
              <a:gd name="adj" fmla="val 7619"/>
            </a:avLst>
          </a:prstGeom>
          <a:solidFill>
            <a:srgbClr val="1C2230"/>
          </a:solidFill>
          <a:ln w="12700">
            <a:solidFill>
              <a:srgbClr val="30363D"/>
            </a:solidFill>
            <a:prstDash val="solid"/>
          </a:ln>
        </p:spPr>
        <p:txBody>
          <a:bodyPr/>
          <a:lstStyle/>
          <a:p>
            <a:endParaRPr lang="en-ZA"/>
          </a:p>
        </p:txBody>
      </p:sp>
      <p:sp>
        <p:nvSpPr>
          <p:cNvPr id="15" name="Shape 13"/>
          <p:cNvSpPr/>
          <p:nvPr/>
        </p:nvSpPr>
        <p:spPr>
          <a:xfrm>
            <a:off x="731520" y="4069080"/>
            <a:ext cx="64008" cy="960120"/>
          </a:xfrm>
          <a:prstGeom prst="rect">
            <a:avLst/>
          </a:prstGeom>
          <a:solidFill>
            <a:srgbClr val="3FB950"/>
          </a:solidFill>
          <a:ln w="12700">
            <a:solidFill>
              <a:srgbClr val="3FB950"/>
            </a:solidFill>
            <a:prstDash val="solid"/>
          </a:ln>
        </p:spPr>
        <p:txBody>
          <a:bodyPr/>
          <a:lstStyle/>
          <a:p>
            <a:endParaRPr lang="en-ZA"/>
          </a:p>
        </p:txBody>
      </p:sp>
      <p:sp>
        <p:nvSpPr>
          <p:cNvPr id="16" name="Text 14"/>
          <p:cNvSpPr/>
          <p:nvPr/>
        </p:nvSpPr>
        <p:spPr>
          <a:xfrm>
            <a:off x="932688" y="4233672"/>
            <a:ext cx="1755648" cy="237744"/>
          </a:xfrm>
          <a:prstGeom prst="rect">
            <a:avLst/>
          </a:prstGeom>
          <a:noFill/>
          <a:ln/>
        </p:spPr>
        <p:txBody>
          <a:bodyPr wrap="square" lIns="0" tIns="0" rIns="0" bIns="0" rtlCol="0" anchor="ctr"/>
          <a:lstStyle/>
          <a:p>
            <a:pPr marL="0" indent="0">
              <a:buNone/>
            </a:pPr>
            <a:r>
              <a:rPr lang="en-US" sz="1200" b="1" dirty="0">
                <a:solidFill>
                  <a:srgbClr val="E6EDF3"/>
                </a:solidFill>
              </a:rPr>
              <a:t>Run</a:t>
            </a:r>
            <a:endParaRPr lang="en-US" sz="1200" dirty="0"/>
          </a:p>
        </p:txBody>
      </p:sp>
      <p:sp>
        <p:nvSpPr>
          <p:cNvPr id="17" name="Text 15"/>
          <p:cNvSpPr/>
          <p:nvPr/>
        </p:nvSpPr>
        <p:spPr>
          <a:xfrm>
            <a:off x="932688" y="4572000"/>
            <a:ext cx="1755648" cy="320040"/>
          </a:xfrm>
          <a:prstGeom prst="rect">
            <a:avLst/>
          </a:prstGeom>
          <a:noFill/>
          <a:ln/>
        </p:spPr>
        <p:txBody>
          <a:bodyPr wrap="square" lIns="0" tIns="0" rIns="0" bIns="0" rtlCol="0" anchor="t">
            <a:normAutofit/>
          </a:bodyPr>
          <a:lstStyle/>
          <a:p>
            <a:pPr marL="0" indent="0">
              <a:buNone/>
            </a:pPr>
            <a:r>
              <a:rPr lang="en-US" sz="1030" dirty="0">
                <a:solidFill>
                  <a:srgbClr val="8B949E"/>
                </a:solidFill>
              </a:rPr>
              <a:t>Animate visited cells</a:t>
            </a:r>
            <a:endParaRPr lang="en-US" sz="1030" dirty="0"/>
          </a:p>
        </p:txBody>
      </p:sp>
      <p:sp>
        <p:nvSpPr>
          <p:cNvPr id="18" name="Shape 16"/>
          <p:cNvSpPr/>
          <p:nvPr/>
        </p:nvSpPr>
        <p:spPr>
          <a:xfrm>
            <a:off x="3063240" y="4069080"/>
            <a:ext cx="2103120" cy="960120"/>
          </a:xfrm>
          <a:prstGeom prst="roundRect">
            <a:avLst>
              <a:gd name="adj" fmla="val 7619"/>
            </a:avLst>
          </a:prstGeom>
          <a:solidFill>
            <a:srgbClr val="1C2230"/>
          </a:solidFill>
          <a:ln w="12700">
            <a:solidFill>
              <a:srgbClr val="30363D"/>
            </a:solidFill>
            <a:prstDash val="solid"/>
          </a:ln>
        </p:spPr>
        <p:txBody>
          <a:bodyPr/>
          <a:lstStyle/>
          <a:p>
            <a:endParaRPr lang="en-ZA"/>
          </a:p>
        </p:txBody>
      </p:sp>
      <p:sp>
        <p:nvSpPr>
          <p:cNvPr id="19" name="Shape 17"/>
          <p:cNvSpPr/>
          <p:nvPr/>
        </p:nvSpPr>
        <p:spPr>
          <a:xfrm>
            <a:off x="3063240" y="4069080"/>
            <a:ext cx="64008" cy="960120"/>
          </a:xfrm>
          <a:prstGeom prst="rect">
            <a:avLst/>
          </a:prstGeom>
          <a:solidFill>
            <a:srgbClr val="38BDF8"/>
          </a:solidFill>
          <a:ln w="12700">
            <a:solidFill>
              <a:srgbClr val="38BDF8"/>
            </a:solidFill>
            <a:prstDash val="solid"/>
          </a:ln>
        </p:spPr>
        <p:txBody>
          <a:bodyPr/>
          <a:lstStyle/>
          <a:p>
            <a:endParaRPr lang="en-ZA"/>
          </a:p>
        </p:txBody>
      </p:sp>
      <p:sp>
        <p:nvSpPr>
          <p:cNvPr id="20" name="Text 18"/>
          <p:cNvSpPr/>
          <p:nvPr/>
        </p:nvSpPr>
        <p:spPr>
          <a:xfrm>
            <a:off x="3264408" y="4233672"/>
            <a:ext cx="1755648" cy="237744"/>
          </a:xfrm>
          <a:prstGeom prst="rect">
            <a:avLst/>
          </a:prstGeom>
          <a:noFill/>
          <a:ln/>
        </p:spPr>
        <p:txBody>
          <a:bodyPr wrap="square" lIns="0" tIns="0" rIns="0" bIns="0" rtlCol="0" anchor="ctr"/>
          <a:lstStyle/>
          <a:p>
            <a:pPr marL="0" indent="0">
              <a:buNone/>
            </a:pPr>
            <a:r>
              <a:rPr lang="en-US" sz="1200" b="1" dirty="0">
                <a:solidFill>
                  <a:srgbClr val="E6EDF3"/>
                </a:solidFill>
              </a:rPr>
              <a:t>Learn</a:t>
            </a:r>
            <a:endParaRPr lang="en-US" sz="1200" dirty="0"/>
          </a:p>
        </p:txBody>
      </p:sp>
      <p:sp>
        <p:nvSpPr>
          <p:cNvPr id="21" name="Text 19"/>
          <p:cNvSpPr/>
          <p:nvPr/>
        </p:nvSpPr>
        <p:spPr>
          <a:xfrm>
            <a:off x="3264408" y="4572000"/>
            <a:ext cx="1755648" cy="320040"/>
          </a:xfrm>
          <a:prstGeom prst="rect">
            <a:avLst/>
          </a:prstGeom>
          <a:noFill/>
          <a:ln/>
        </p:spPr>
        <p:txBody>
          <a:bodyPr wrap="square" lIns="0" tIns="0" rIns="0" bIns="0" rtlCol="0" anchor="t">
            <a:normAutofit/>
          </a:bodyPr>
          <a:lstStyle/>
          <a:p>
            <a:pPr marL="0" indent="0">
              <a:buNone/>
            </a:pPr>
            <a:r>
              <a:rPr lang="en-US" sz="1030" dirty="0">
                <a:solidFill>
                  <a:srgbClr val="8B949E"/>
                </a:solidFill>
              </a:rPr>
              <a:t>Compare route behaviour</a:t>
            </a:r>
            <a:endParaRPr lang="en-US" sz="1030" dirty="0"/>
          </a:p>
        </p:txBody>
      </p:sp>
      <p:sp>
        <p:nvSpPr>
          <p:cNvPr id="22" name="Shape 20"/>
          <p:cNvSpPr/>
          <p:nvPr/>
        </p:nvSpPr>
        <p:spPr>
          <a:xfrm>
            <a:off x="6400800" y="1298448"/>
            <a:ext cx="4160520" cy="4160520"/>
          </a:xfrm>
          <a:prstGeom prst="roundRect">
            <a:avLst>
              <a:gd name="adj" fmla="val 1758"/>
            </a:avLst>
          </a:prstGeom>
          <a:solidFill>
            <a:srgbClr val="161B22"/>
          </a:solidFill>
          <a:ln w="12700">
            <a:solidFill>
              <a:srgbClr val="30363D"/>
            </a:solidFill>
            <a:prstDash val="solid"/>
          </a:ln>
        </p:spPr>
        <p:txBody>
          <a:bodyPr/>
          <a:lstStyle/>
          <a:p>
            <a:endParaRPr lang="en-ZA"/>
          </a:p>
        </p:txBody>
      </p:sp>
      <p:sp>
        <p:nvSpPr>
          <p:cNvPr id="23" name="Shape 21"/>
          <p:cNvSpPr/>
          <p:nvPr/>
        </p:nvSpPr>
        <p:spPr>
          <a:xfrm>
            <a:off x="6720840" y="1645920"/>
            <a:ext cx="132588" cy="132588"/>
          </a:xfrm>
          <a:prstGeom prst="rect">
            <a:avLst/>
          </a:prstGeom>
          <a:solidFill>
            <a:srgbClr val="22272E"/>
          </a:solidFill>
          <a:ln w="12700">
            <a:solidFill>
              <a:srgbClr val="22272E"/>
            </a:solidFill>
            <a:prstDash val="solid"/>
          </a:ln>
        </p:spPr>
        <p:txBody>
          <a:bodyPr/>
          <a:lstStyle/>
          <a:p>
            <a:endParaRPr lang="en-ZA"/>
          </a:p>
        </p:txBody>
      </p:sp>
      <p:sp>
        <p:nvSpPr>
          <p:cNvPr id="24" name="Shape 22"/>
          <p:cNvSpPr/>
          <p:nvPr/>
        </p:nvSpPr>
        <p:spPr>
          <a:xfrm>
            <a:off x="6867144" y="1645920"/>
            <a:ext cx="132588" cy="132588"/>
          </a:xfrm>
          <a:prstGeom prst="rect">
            <a:avLst/>
          </a:prstGeom>
          <a:solidFill>
            <a:srgbClr val="22272E"/>
          </a:solidFill>
          <a:ln w="12700">
            <a:solidFill>
              <a:srgbClr val="22272E"/>
            </a:solidFill>
            <a:prstDash val="solid"/>
          </a:ln>
        </p:spPr>
        <p:txBody>
          <a:bodyPr/>
          <a:lstStyle/>
          <a:p>
            <a:endParaRPr lang="en-ZA"/>
          </a:p>
        </p:txBody>
      </p:sp>
      <p:sp>
        <p:nvSpPr>
          <p:cNvPr id="25" name="Shape 23"/>
          <p:cNvSpPr/>
          <p:nvPr/>
        </p:nvSpPr>
        <p:spPr>
          <a:xfrm>
            <a:off x="7013448" y="1645920"/>
            <a:ext cx="132588" cy="132588"/>
          </a:xfrm>
          <a:prstGeom prst="rect">
            <a:avLst/>
          </a:prstGeom>
          <a:solidFill>
            <a:srgbClr val="22272E"/>
          </a:solidFill>
          <a:ln w="12700">
            <a:solidFill>
              <a:srgbClr val="22272E"/>
            </a:solidFill>
            <a:prstDash val="solid"/>
          </a:ln>
        </p:spPr>
        <p:txBody>
          <a:bodyPr/>
          <a:lstStyle/>
          <a:p>
            <a:endParaRPr lang="en-ZA"/>
          </a:p>
        </p:txBody>
      </p:sp>
      <p:sp>
        <p:nvSpPr>
          <p:cNvPr id="26" name="Shape 24"/>
          <p:cNvSpPr/>
          <p:nvPr/>
        </p:nvSpPr>
        <p:spPr>
          <a:xfrm>
            <a:off x="7159752" y="1645920"/>
            <a:ext cx="132588" cy="132588"/>
          </a:xfrm>
          <a:prstGeom prst="rect">
            <a:avLst/>
          </a:prstGeom>
          <a:solidFill>
            <a:srgbClr val="22272E"/>
          </a:solidFill>
          <a:ln w="12700">
            <a:solidFill>
              <a:srgbClr val="22272E"/>
            </a:solidFill>
            <a:prstDash val="solid"/>
          </a:ln>
        </p:spPr>
        <p:txBody>
          <a:bodyPr/>
          <a:lstStyle/>
          <a:p>
            <a:endParaRPr lang="en-ZA"/>
          </a:p>
        </p:txBody>
      </p:sp>
      <p:sp>
        <p:nvSpPr>
          <p:cNvPr id="27" name="Shape 25"/>
          <p:cNvSpPr/>
          <p:nvPr/>
        </p:nvSpPr>
        <p:spPr>
          <a:xfrm>
            <a:off x="7306056" y="1645920"/>
            <a:ext cx="132588" cy="132588"/>
          </a:xfrm>
          <a:prstGeom prst="rect">
            <a:avLst/>
          </a:prstGeom>
          <a:solidFill>
            <a:srgbClr val="22272E"/>
          </a:solidFill>
          <a:ln w="12700">
            <a:solidFill>
              <a:srgbClr val="22272E"/>
            </a:solidFill>
            <a:prstDash val="solid"/>
          </a:ln>
        </p:spPr>
        <p:txBody>
          <a:bodyPr/>
          <a:lstStyle/>
          <a:p>
            <a:endParaRPr lang="en-ZA"/>
          </a:p>
        </p:txBody>
      </p:sp>
      <p:sp>
        <p:nvSpPr>
          <p:cNvPr id="28" name="Shape 26"/>
          <p:cNvSpPr/>
          <p:nvPr/>
        </p:nvSpPr>
        <p:spPr>
          <a:xfrm>
            <a:off x="7452360" y="1645920"/>
            <a:ext cx="132588" cy="132588"/>
          </a:xfrm>
          <a:prstGeom prst="rect">
            <a:avLst/>
          </a:prstGeom>
          <a:solidFill>
            <a:srgbClr val="22272E"/>
          </a:solidFill>
          <a:ln w="12700">
            <a:solidFill>
              <a:srgbClr val="22272E"/>
            </a:solidFill>
            <a:prstDash val="solid"/>
          </a:ln>
        </p:spPr>
        <p:txBody>
          <a:bodyPr/>
          <a:lstStyle/>
          <a:p>
            <a:endParaRPr lang="en-ZA"/>
          </a:p>
        </p:txBody>
      </p:sp>
      <p:sp>
        <p:nvSpPr>
          <p:cNvPr id="29" name="Shape 27"/>
          <p:cNvSpPr/>
          <p:nvPr/>
        </p:nvSpPr>
        <p:spPr>
          <a:xfrm>
            <a:off x="7598664" y="1645920"/>
            <a:ext cx="132588" cy="132588"/>
          </a:xfrm>
          <a:prstGeom prst="rect">
            <a:avLst/>
          </a:prstGeom>
          <a:solidFill>
            <a:srgbClr val="22272E"/>
          </a:solidFill>
          <a:ln w="12700">
            <a:solidFill>
              <a:srgbClr val="22272E"/>
            </a:solidFill>
            <a:prstDash val="solid"/>
          </a:ln>
        </p:spPr>
        <p:txBody>
          <a:bodyPr/>
          <a:lstStyle/>
          <a:p>
            <a:endParaRPr lang="en-ZA"/>
          </a:p>
        </p:txBody>
      </p:sp>
      <p:sp>
        <p:nvSpPr>
          <p:cNvPr id="30" name="Shape 28"/>
          <p:cNvSpPr/>
          <p:nvPr/>
        </p:nvSpPr>
        <p:spPr>
          <a:xfrm>
            <a:off x="7744968" y="1645920"/>
            <a:ext cx="132588" cy="132588"/>
          </a:xfrm>
          <a:prstGeom prst="rect">
            <a:avLst/>
          </a:prstGeom>
          <a:solidFill>
            <a:srgbClr val="22272E"/>
          </a:solidFill>
          <a:ln w="12700">
            <a:solidFill>
              <a:srgbClr val="22272E"/>
            </a:solidFill>
            <a:prstDash val="solid"/>
          </a:ln>
        </p:spPr>
        <p:txBody>
          <a:bodyPr/>
          <a:lstStyle/>
          <a:p>
            <a:endParaRPr lang="en-ZA"/>
          </a:p>
        </p:txBody>
      </p:sp>
      <p:sp>
        <p:nvSpPr>
          <p:cNvPr id="31" name="Shape 29"/>
          <p:cNvSpPr/>
          <p:nvPr/>
        </p:nvSpPr>
        <p:spPr>
          <a:xfrm>
            <a:off x="7891272" y="1645920"/>
            <a:ext cx="132588" cy="132588"/>
          </a:xfrm>
          <a:prstGeom prst="rect">
            <a:avLst/>
          </a:prstGeom>
          <a:solidFill>
            <a:srgbClr val="22272E"/>
          </a:solidFill>
          <a:ln w="12700">
            <a:solidFill>
              <a:srgbClr val="22272E"/>
            </a:solidFill>
            <a:prstDash val="solid"/>
          </a:ln>
        </p:spPr>
        <p:txBody>
          <a:bodyPr/>
          <a:lstStyle/>
          <a:p>
            <a:endParaRPr lang="en-ZA"/>
          </a:p>
        </p:txBody>
      </p:sp>
      <p:sp>
        <p:nvSpPr>
          <p:cNvPr id="32" name="Shape 30"/>
          <p:cNvSpPr/>
          <p:nvPr/>
        </p:nvSpPr>
        <p:spPr>
          <a:xfrm>
            <a:off x="8037576" y="1645920"/>
            <a:ext cx="132588" cy="132588"/>
          </a:xfrm>
          <a:prstGeom prst="rect">
            <a:avLst/>
          </a:prstGeom>
          <a:solidFill>
            <a:srgbClr val="22272E"/>
          </a:solidFill>
          <a:ln w="12700">
            <a:solidFill>
              <a:srgbClr val="22272E"/>
            </a:solidFill>
            <a:prstDash val="solid"/>
          </a:ln>
        </p:spPr>
        <p:txBody>
          <a:bodyPr/>
          <a:lstStyle/>
          <a:p>
            <a:endParaRPr lang="en-ZA"/>
          </a:p>
        </p:txBody>
      </p:sp>
      <p:sp>
        <p:nvSpPr>
          <p:cNvPr id="33" name="Shape 31"/>
          <p:cNvSpPr/>
          <p:nvPr/>
        </p:nvSpPr>
        <p:spPr>
          <a:xfrm>
            <a:off x="8183880" y="1645920"/>
            <a:ext cx="132588" cy="132588"/>
          </a:xfrm>
          <a:prstGeom prst="rect">
            <a:avLst/>
          </a:prstGeom>
          <a:solidFill>
            <a:srgbClr val="22272E"/>
          </a:solidFill>
          <a:ln w="12700">
            <a:solidFill>
              <a:srgbClr val="22272E"/>
            </a:solidFill>
            <a:prstDash val="solid"/>
          </a:ln>
        </p:spPr>
        <p:txBody>
          <a:bodyPr/>
          <a:lstStyle/>
          <a:p>
            <a:endParaRPr lang="en-ZA"/>
          </a:p>
        </p:txBody>
      </p:sp>
      <p:sp>
        <p:nvSpPr>
          <p:cNvPr id="34" name="Shape 32"/>
          <p:cNvSpPr/>
          <p:nvPr/>
        </p:nvSpPr>
        <p:spPr>
          <a:xfrm>
            <a:off x="8330184" y="1645920"/>
            <a:ext cx="132588" cy="132588"/>
          </a:xfrm>
          <a:prstGeom prst="rect">
            <a:avLst/>
          </a:prstGeom>
          <a:solidFill>
            <a:srgbClr val="22272E"/>
          </a:solidFill>
          <a:ln w="12700">
            <a:solidFill>
              <a:srgbClr val="22272E"/>
            </a:solidFill>
            <a:prstDash val="solid"/>
          </a:ln>
        </p:spPr>
        <p:txBody>
          <a:bodyPr/>
          <a:lstStyle/>
          <a:p>
            <a:endParaRPr lang="en-ZA"/>
          </a:p>
        </p:txBody>
      </p:sp>
      <p:sp>
        <p:nvSpPr>
          <p:cNvPr id="35" name="Shape 33"/>
          <p:cNvSpPr/>
          <p:nvPr/>
        </p:nvSpPr>
        <p:spPr>
          <a:xfrm>
            <a:off x="8476488" y="1645920"/>
            <a:ext cx="132588" cy="132588"/>
          </a:xfrm>
          <a:prstGeom prst="rect">
            <a:avLst/>
          </a:prstGeom>
          <a:solidFill>
            <a:srgbClr val="22272E"/>
          </a:solidFill>
          <a:ln w="12700">
            <a:solidFill>
              <a:srgbClr val="22272E"/>
            </a:solidFill>
            <a:prstDash val="solid"/>
          </a:ln>
        </p:spPr>
        <p:txBody>
          <a:bodyPr/>
          <a:lstStyle/>
          <a:p>
            <a:endParaRPr lang="en-ZA"/>
          </a:p>
        </p:txBody>
      </p:sp>
      <p:sp>
        <p:nvSpPr>
          <p:cNvPr id="36" name="Shape 34"/>
          <p:cNvSpPr/>
          <p:nvPr/>
        </p:nvSpPr>
        <p:spPr>
          <a:xfrm>
            <a:off x="8622792" y="1645920"/>
            <a:ext cx="132588" cy="132588"/>
          </a:xfrm>
          <a:prstGeom prst="rect">
            <a:avLst/>
          </a:prstGeom>
          <a:solidFill>
            <a:srgbClr val="22272E"/>
          </a:solidFill>
          <a:ln w="12700">
            <a:solidFill>
              <a:srgbClr val="22272E"/>
            </a:solidFill>
            <a:prstDash val="solid"/>
          </a:ln>
        </p:spPr>
        <p:txBody>
          <a:bodyPr/>
          <a:lstStyle/>
          <a:p>
            <a:endParaRPr lang="en-ZA"/>
          </a:p>
        </p:txBody>
      </p:sp>
      <p:sp>
        <p:nvSpPr>
          <p:cNvPr id="37" name="Shape 35"/>
          <p:cNvSpPr/>
          <p:nvPr/>
        </p:nvSpPr>
        <p:spPr>
          <a:xfrm>
            <a:off x="8769096" y="1645920"/>
            <a:ext cx="132588" cy="132588"/>
          </a:xfrm>
          <a:prstGeom prst="rect">
            <a:avLst/>
          </a:prstGeom>
          <a:solidFill>
            <a:srgbClr val="22272E"/>
          </a:solidFill>
          <a:ln w="12700">
            <a:solidFill>
              <a:srgbClr val="22272E"/>
            </a:solidFill>
            <a:prstDash val="solid"/>
          </a:ln>
        </p:spPr>
        <p:txBody>
          <a:bodyPr/>
          <a:lstStyle/>
          <a:p>
            <a:endParaRPr lang="en-ZA"/>
          </a:p>
        </p:txBody>
      </p:sp>
      <p:sp>
        <p:nvSpPr>
          <p:cNvPr id="38" name="Shape 36"/>
          <p:cNvSpPr/>
          <p:nvPr/>
        </p:nvSpPr>
        <p:spPr>
          <a:xfrm>
            <a:off x="8915400" y="1645920"/>
            <a:ext cx="132588" cy="132588"/>
          </a:xfrm>
          <a:prstGeom prst="rect">
            <a:avLst/>
          </a:prstGeom>
          <a:solidFill>
            <a:srgbClr val="22272E"/>
          </a:solidFill>
          <a:ln w="12700">
            <a:solidFill>
              <a:srgbClr val="22272E"/>
            </a:solidFill>
            <a:prstDash val="solid"/>
          </a:ln>
        </p:spPr>
        <p:txBody>
          <a:bodyPr/>
          <a:lstStyle/>
          <a:p>
            <a:endParaRPr lang="en-ZA"/>
          </a:p>
        </p:txBody>
      </p:sp>
      <p:sp>
        <p:nvSpPr>
          <p:cNvPr id="39" name="Shape 37"/>
          <p:cNvSpPr/>
          <p:nvPr/>
        </p:nvSpPr>
        <p:spPr>
          <a:xfrm>
            <a:off x="9061704" y="1645920"/>
            <a:ext cx="132588" cy="132588"/>
          </a:xfrm>
          <a:prstGeom prst="rect">
            <a:avLst/>
          </a:prstGeom>
          <a:solidFill>
            <a:srgbClr val="22272E"/>
          </a:solidFill>
          <a:ln w="12700">
            <a:solidFill>
              <a:srgbClr val="22272E"/>
            </a:solidFill>
            <a:prstDash val="solid"/>
          </a:ln>
        </p:spPr>
        <p:txBody>
          <a:bodyPr/>
          <a:lstStyle/>
          <a:p>
            <a:endParaRPr lang="en-ZA"/>
          </a:p>
        </p:txBody>
      </p:sp>
      <p:sp>
        <p:nvSpPr>
          <p:cNvPr id="40" name="Shape 38"/>
          <p:cNvSpPr/>
          <p:nvPr/>
        </p:nvSpPr>
        <p:spPr>
          <a:xfrm>
            <a:off x="9208008" y="1645920"/>
            <a:ext cx="132588" cy="132588"/>
          </a:xfrm>
          <a:prstGeom prst="rect">
            <a:avLst/>
          </a:prstGeom>
          <a:solidFill>
            <a:srgbClr val="22272E"/>
          </a:solidFill>
          <a:ln w="12700">
            <a:solidFill>
              <a:srgbClr val="22272E"/>
            </a:solidFill>
            <a:prstDash val="solid"/>
          </a:ln>
        </p:spPr>
        <p:txBody>
          <a:bodyPr/>
          <a:lstStyle/>
          <a:p>
            <a:endParaRPr lang="en-ZA"/>
          </a:p>
        </p:txBody>
      </p:sp>
      <p:sp>
        <p:nvSpPr>
          <p:cNvPr id="41" name="Shape 39"/>
          <p:cNvSpPr/>
          <p:nvPr/>
        </p:nvSpPr>
        <p:spPr>
          <a:xfrm>
            <a:off x="9354312" y="1645920"/>
            <a:ext cx="132588" cy="132588"/>
          </a:xfrm>
          <a:prstGeom prst="rect">
            <a:avLst/>
          </a:prstGeom>
          <a:solidFill>
            <a:srgbClr val="22272E"/>
          </a:solidFill>
          <a:ln w="12700">
            <a:solidFill>
              <a:srgbClr val="22272E"/>
            </a:solidFill>
            <a:prstDash val="solid"/>
          </a:ln>
        </p:spPr>
        <p:txBody>
          <a:bodyPr/>
          <a:lstStyle/>
          <a:p>
            <a:endParaRPr lang="en-ZA"/>
          </a:p>
        </p:txBody>
      </p:sp>
      <p:sp>
        <p:nvSpPr>
          <p:cNvPr id="42" name="Shape 40"/>
          <p:cNvSpPr/>
          <p:nvPr/>
        </p:nvSpPr>
        <p:spPr>
          <a:xfrm>
            <a:off x="9500616" y="1645920"/>
            <a:ext cx="132588" cy="132588"/>
          </a:xfrm>
          <a:prstGeom prst="rect">
            <a:avLst/>
          </a:prstGeom>
          <a:solidFill>
            <a:srgbClr val="22272E"/>
          </a:solidFill>
          <a:ln w="12700">
            <a:solidFill>
              <a:srgbClr val="22272E"/>
            </a:solidFill>
            <a:prstDash val="solid"/>
          </a:ln>
        </p:spPr>
        <p:txBody>
          <a:bodyPr/>
          <a:lstStyle/>
          <a:p>
            <a:endParaRPr lang="en-ZA"/>
          </a:p>
        </p:txBody>
      </p:sp>
      <p:sp>
        <p:nvSpPr>
          <p:cNvPr id="43" name="Shape 41"/>
          <p:cNvSpPr/>
          <p:nvPr/>
        </p:nvSpPr>
        <p:spPr>
          <a:xfrm>
            <a:off x="6720840" y="1792224"/>
            <a:ext cx="132588" cy="132588"/>
          </a:xfrm>
          <a:prstGeom prst="rect">
            <a:avLst/>
          </a:prstGeom>
          <a:solidFill>
            <a:srgbClr val="22272E"/>
          </a:solidFill>
          <a:ln w="12700">
            <a:solidFill>
              <a:srgbClr val="22272E"/>
            </a:solidFill>
            <a:prstDash val="solid"/>
          </a:ln>
        </p:spPr>
        <p:txBody>
          <a:bodyPr/>
          <a:lstStyle/>
          <a:p>
            <a:endParaRPr lang="en-ZA"/>
          </a:p>
        </p:txBody>
      </p:sp>
      <p:sp>
        <p:nvSpPr>
          <p:cNvPr id="44" name="Shape 42"/>
          <p:cNvSpPr/>
          <p:nvPr/>
        </p:nvSpPr>
        <p:spPr>
          <a:xfrm>
            <a:off x="6867144" y="1792224"/>
            <a:ext cx="132588" cy="132588"/>
          </a:xfrm>
          <a:prstGeom prst="rect">
            <a:avLst/>
          </a:prstGeom>
          <a:solidFill>
            <a:srgbClr val="22272E"/>
          </a:solidFill>
          <a:ln w="12700">
            <a:solidFill>
              <a:srgbClr val="22272E"/>
            </a:solidFill>
            <a:prstDash val="solid"/>
          </a:ln>
        </p:spPr>
        <p:txBody>
          <a:bodyPr/>
          <a:lstStyle/>
          <a:p>
            <a:endParaRPr lang="en-ZA"/>
          </a:p>
        </p:txBody>
      </p:sp>
      <p:sp>
        <p:nvSpPr>
          <p:cNvPr id="45" name="Shape 43"/>
          <p:cNvSpPr/>
          <p:nvPr/>
        </p:nvSpPr>
        <p:spPr>
          <a:xfrm>
            <a:off x="7013448" y="1792224"/>
            <a:ext cx="132588" cy="132588"/>
          </a:xfrm>
          <a:prstGeom prst="rect">
            <a:avLst/>
          </a:prstGeom>
          <a:solidFill>
            <a:srgbClr val="22272E"/>
          </a:solidFill>
          <a:ln w="12700">
            <a:solidFill>
              <a:srgbClr val="22272E"/>
            </a:solidFill>
            <a:prstDash val="solid"/>
          </a:ln>
        </p:spPr>
        <p:txBody>
          <a:bodyPr/>
          <a:lstStyle/>
          <a:p>
            <a:endParaRPr lang="en-ZA"/>
          </a:p>
        </p:txBody>
      </p:sp>
      <p:sp>
        <p:nvSpPr>
          <p:cNvPr id="46" name="Shape 44"/>
          <p:cNvSpPr/>
          <p:nvPr/>
        </p:nvSpPr>
        <p:spPr>
          <a:xfrm>
            <a:off x="7159752" y="1792224"/>
            <a:ext cx="132588" cy="132588"/>
          </a:xfrm>
          <a:prstGeom prst="rect">
            <a:avLst/>
          </a:prstGeom>
          <a:solidFill>
            <a:srgbClr val="22272E"/>
          </a:solidFill>
          <a:ln w="12700">
            <a:solidFill>
              <a:srgbClr val="22272E"/>
            </a:solidFill>
            <a:prstDash val="solid"/>
          </a:ln>
        </p:spPr>
        <p:txBody>
          <a:bodyPr/>
          <a:lstStyle/>
          <a:p>
            <a:endParaRPr lang="en-ZA"/>
          </a:p>
        </p:txBody>
      </p:sp>
      <p:sp>
        <p:nvSpPr>
          <p:cNvPr id="47" name="Shape 45"/>
          <p:cNvSpPr/>
          <p:nvPr/>
        </p:nvSpPr>
        <p:spPr>
          <a:xfrm>
            <a:off x="7306056" y="1792224"/>
            <a:ext cx="132588" cy="132588"/>
          </a:xfrm>
          <a:prstGeom prst="rect">
            <a:avLst/>
          </a:prstGeom>
          <a:solidFill>
            <a:srgbClr val="22272E"/>
          </a:solidFill>
          <a:ln w="12700">
            <a:solidFill>
              <a:srgbClr val="22272E"/>
            </a:solidFill>
            <a:prstDash val="solid"/>
          </a:ln>
        </p:spPr>
        <p:txBody>
          <a:bodyPr/>
          <a:lstStyle/>
          <a:p>
            <a:endParaRPr lang="en-ZA"/>
          </a:p>
        </p:txBody>
      </p:sp>
      <p:sp>
        <p:nvSpPr>
          <p:cNvPr id="48" name="Shape 46"/>
          <p:cNvSpPr/>
          <p:nvPr/>
        </p:nvSpPr>
        <p:spPr>
          <a:xfrm>
            <a:off x="7452360" y="1792224"/>
            <a:ext cx="132588" cy="132588"/>
          </a:xfrm>
          <a:prstGeom prst="rect">
            <a:avLst/>
          </a:prstGeom>
          <a:solidFill>
            <a:srgbClr val="22272E"/>
          </a:solidFill>
          <a:ln w="12700">
            <a:solidFill>
              <a:srgbClr val="22272E"/>
            </a:solidFill>
            <a:prstDash val="solid"/>
          </a:ln>
        </p:spPr>
        <p:txBody>
          <a:bodyPr/>
          <a:lstStyle/>
          <a:p>
            <a:endParaRPr lang="en-ZA"/>
          </a:p>
        </p:txBody>
      </p:sp>
      <p:sp>
        <p:nvSpPr>
          <p:cNvPr id="49" name="Shape 47"/>
          <p:cNvSpPr/>
          <p:nvPr/>
        </p:nvSpPr>
        <p:spPr>
          <a:xfrm>
            <a:off x="7598664" y="1792224"/>
            <a:ext cx="132588" cy="132588"/>
          </a:xfrm>
          <a:prstGeom prst="rect">
            <a:avLst/>
          </a:prstGeom>
          <a:solidFill>
            <a:srgbClr val="22272E"/>
          </a:solidFill>
          <a:ln w="12700">
            <a:solidFill>
              <a:srgbClr val="22272E"/>
            </a:solidFill>
            <a:prstDash val="solid"/>
          </a:ln>
        </p:spPr>
        <p:txBody>
          <a:bodyPr/>
          <a:lstStyle/>
          <a:p>
            <a:endParaRPr lang="en-ZA"/>
          </a:p>
        </p:txBody>
      </p:sp>
      <p:sp>
        <p:nvSpPr>
          <p:cNvPr id="50" name="Shape 48"/>
          <p:cNvSpPr/>
          <p:nvPr/>
        </p:nvSpPr>
        <p:spPr>
          <a:xfrm>
            <a:off x="7744968" y="1792224"/>
            <a:ext cx="132588" cy="132588"/>
          </a:xfrm>
          <a:prstGeom prst="rect">
            <a:avLst/>
          </a:prstGeom>
          <a:solidFill>
            <a:srgbClr val="22272E"/>
          </a:solidFill>
          <a:ln w="12700">
            <a:solidFill>
              <a:srgbClr val="22272E"/>
            </a:solidFill>
            <a:prstDash val="solid"/>
          </a:ln>
        </p:spPr>
        <p:txBody>
          <a:bodyPr/>
          <a:lstStyle/>
          <a:p>
            <a:endParaRPr lang="en-ZA"/>
          </a:p>
        </p:txBody>
      </p:sp>
      <p:sp>
        <p:nvSpPr>
          <p:cNvPr id="51" name="Shape 49"/>
          <p:cNvSpPr/>
          <p:nvPr/>
        </p:nvSpPr>
        <p:spPr>
          <a:xfrm>
            <a:off x="7891272" y="1792224"/>
            <a:ext cx="132588" cy="132588"/>
          </a:xfrm>
          <a:prstGeom prst="rect">
            <a:avLst/>
          </a:prstGeom>
          <a:solidFill>
            <a:srgbClr val="22272E"/>
          </a:solidFill>
          <a:ln w="12700">
            <a:solidFill>
              <a:srgbClr val="22272E"/>
            </a:solidFill>
            <a:prstDash val="solid"/>
          </a:ln>
        </p:spPr>
        <p:txBody>
          <a:bodyPr/>
          <a:lstStyle/>
          <a:p>
            <a:endParaRPr lang="en-ZA"/>
          </a:p>
        </p:txBody>
      </p:sp>
      <p:sp>
        <p:nvSpPr>
          <p:cNvPr id="52" name="Shape 50"/>
          <p:cNvSpPr/>
          <p:nvPr/>
        </p:nvSpPr>
        <p:spPr>
          <a:xfrm>
            <a:off x="8037576" y="1792224"/>
            <a:ext cx="132588" cy="132588"/>
          </a:xfrm>
          <a:prstGeom prst="rect">
            <a:avLst/>
          </a:prstGeom>
          <a:solidFill>
            <a:srgbClr val="22272E"/>
          </a:solidFill>
          <a:ln w="12700">
            <a:solidFill>
              <a:srgbClr val="22272E"/>
            </a:solidFill>
            <a:prstDash val="solid"/>
          </a:ln>
        </p:spPr>
        <p:txBody>
          <a:bodyPr/>
          <a:lstStyle/>
          <a:p>
            <a:endParaRPr lang="en-ZA"/>
          </a:p>
        </p:txBody>
      </p:sp>
      <p:sp>
        <p:nvSpPr>
          <p:cNvPr id="53" name="Shape 51"/>
          <p:cNvSpPr/>
          <p:nvPr/>
        </p:nvSpPr>
        <p:spPr>
          <a:xfrm>
            <a:off x="8183880" y="1792224"/>
            <a:ext cx="132588" cy="132588"/>
          </a:xfrm>
          <a:prstGeom prst="rect">
            <a:avLst/>
          </a:prstGeom>
          <a:solidFill>
            <a:srgbClr val="22272E"/>
          </a:solidFill>
          <a:ln w="12700">
            <a:solidFill>
              <a:srgbClr val="22272E"/>
            </a:solidFill>
            <a:prstDash val="solid"/>
          </a:ln>
        </p:spPr>
        <p:txBody>
          <a:bodyPr/>
          <a:lstStyle/>
          <a:p>
            <a:endParaRPr lang="en-ZA"/>
          </a:p>
        </p:txBody>
      </p:sp>
      <p:sp>
        <p:nvSpPr>
          <p:cNvPr id="54" name="Shape 52"/>
          <p:cNvSpPr/>
          <p:nvPr/>
        </p:nvSpPr>
        <p:spPr>
          <a:xfrm>
            <a:off x="8330184" y="1792224"/>
            <a:ext cx="132588" cy="132588"/>
          </a:xfrm>
          <a:prstGeom prst="rect">
            <a:avLst/>
          </a:prstGeom>
          <a:solidFill>
            <a:srgbClr val="22272E"/>
          </a:solidFill>
          <a:ln w="12700">
            <a:solidFill>
              <a:srgbClr val="22272E"/>
            </a:solidFill>
            <a:prstDash val="solid"/>
          </a:ln>
        </p:spPr>
        <p:txBody>
          <a:bodyPr/>
          <a:lstStyle/>
          <a:p>
            <a:endParaRPr lang="en-ZA"/>
          </a:p>
        </p:txBody>
      </p:sp>
      <p:sp>
        <p:nvSpPr>
          <p:cNvPr id="55" name="Shape 53"/>
          <p:cNvSpPr/>
          <p:nvPr/>
        </p:nvSpPr>
        <p:spPr>
          <a:xfrm>
            <a:off x="8476488" y="1792224"/>
            <a:ext cx="132588" cy="132588"/>
          </a:xfrm>
          <a:prstGeom prst="rect">
            <a:avLst/>
          </a:prstGeom>
          <a:solidFill>
            <a:srgbClr val="22272E"/>
          </a:solidFill>
          <a:ln w="12700">
            <a:solidFill>
              <a:srgbClr val="22272E"/>
            </a:solidFill>
            <a:prstDash val="solid"/>
          </a:ln>
        </p:spPr>
        <p:txBody>
          <a:bodyPr/>
          <a:lstStyle/>
          <a:p>
            <a:endParaRPr lang="en-ZA"/>
          </a:p>
        </p:txBody>
      </p:sp>
      <p:sp>
        <p:nvSpPr>
          <p:cNvPr id="56" name="Shape 54"/>
          <p:cNvSpPr/>
          <p:nvPr/>
        </p:nvSpPr>
        <p:spPr>
          <a:xfrm>
            <a:off x="8622792" y="1792224"/>
            <a:ext cx="132588" cy="132588"/>
          </a:xfrm>
          <a:prstGeom prst="rect">
            <a:avLst/>
          </a:prstGeom>
          <a:solidFill>
            <a:srgbClr val="22272E"/>
          </a:solidFill>
          <a:ln w="12700">
            <a:solidFill>
              <a:srgbClr val="22272E"/>
            </a:solidFill>
            <a:prstDash val="solid"/>
          </a:ln>
        </p:spPr>
        <p:txBody>
          <a:bodyPr/>
          <a:lstStyle/>
          <a:p>
            <a:endParaRPr lang="en-ZA"/>
          </a:p>
        </p:txBody>
      </p:sp>
      <p:sp>
        <p:nvSpPr>
          <p:cNvPr id="57" name="Shape 55"/>
          <p:cNvSpPr/>
          <p:nvPr/>
        </p:nvSpPr>
        <p:spPr>
          <a:xfrm>
            <a:off x="8769096" y="1792224"/>
            <a:ext cx="132588" cy="132588"/>
          </a:xfrm>
          <a:prstGeom prst="rect">
            <a:avLst/>
          </a:prstGeom>
          <a:solidFill>
            <a:srgbClr val="22272E"/>
          </a:solidFill>
          <a:ln w="12700">
            <a:solidFill>
              <a:srgbClr val="22272E"/>
            </a:solidFill>
            <a:prstDash val="solid"/>
          </a:ln>
        </p:spPr>
        <p:txBody>
          <a:bodyPr/>
          <a:lstStyle/>
          <a:p>
            <a:endParaRPr lang="en-ZA"/>
          </a:p>
        </p:txBody>
      </p:sp>
      <p:sp>
        <p:nvSpPr>
          <p:cNvPr id="58" name="Shape 56"/>
          <p:cNvSpPr/>
          <p:nvPr/>
        </p:nvSpPr>
        <p:spPr>
          <a:xfrm>
            <a:off x="8915400" y="1792224"/>
            <a:ext cx="132588" cy="132588"/>
          </a:xfrm>
          <a:prstGeom prst="rect">
            <a:avLst/>
          </a:prstGeom>
          <a:solidFill>
            <a:srgbClr val="22272E"/>
          </a:solidFill>
          <a:ln w="12700">
            <a:solidFill>
              <a:srgbClr val="22272E"/>
            </a:solidFill>
            <a:prstDash val="solid"/>
          </a:ln>
        </p:spPr>
        <p:txBody>
          <a:bodyPr/>
          <a:lstStyle/>
          <a:p>
            <a:endParaRPr lang="en-ZA"/>
          </a:p>
        </p:txBody>
      </p:sp>
      <p:sp>
        <p:nvSpPr>
          <p:cNvPr id="59" name="Shape 57"/>
          <p:cNvSpPr/>
          <p:nvPr/>
        </p:nvSpPr>
        <p:spPr>
          <a:xfrm>
            <a:off x="9061704" y="1792224"/>
            <a:ext cx="132588" cy="132588"/>
          </a:xfrm>
          <a:prstGeom prst="rect">
            <a:avLst/>
          </a:prstGeom>
          <a:solidFill>
            <a:srgbClr val="22272E"/>
          </a:solidFill>
          <a:ln w="12700">
            <a:solidFill>
              <a:srgbClr val="22272E"/>
            </a:solidFill>
            <a:prstDash val="solid"/>
          </a:ln>
        </p:spPr>
        <p:txBody>
          <a:bodyPr/>
          <a:lstStyle/>
          <a:p>
            <a:endParaRPr lang="en-ZA"/>
          </a:p>
        </p:txBody>
      </p:sp>
      <p:sp>
        <p:nvSpPr>
          <p:cNvPr id="60" name="Shape 58"/>
          <p:cNvSpPr/>
          <p:nvPr/>
        </p:nvSpPr>
        <p:spPr>
          <a:xfrm>
            <a:off x="9208008" y="1792224"/>
            <a:ext cx="132588" cy="132588"/>
          </a:xfrm>
          <a:prstGeom prst="rect">
            <a:avLst/>
          </a:prstGeom>
          <a:solidFill>
            <a:srgbClr val="22272E"/>
          </a:solidFill>
          <a:ln w="12700">
            <a:solidFill>
              <a:srgbClr val="22272E"/>
            </a:solidFill>
            <a:prstDash val="solid"/>
          </a:ln>
        </p:spPr>
        <p:txBody>
          <a:bodyPr/>
          <a:lstStyle/>
          <a:p>
            <a:endParaRPr lang="en-ZA"/>
          </a:p>
        </p:txBody>
      </p:sp>
      <p:sp>
        <p:nvSpPr>
          <p:cNvPr id="61" name="Shape 59"/>
          <p:cNvSpPr/>
          <p:nvPr/>
        </p:nvSpPr>
        <p:spPr>
          <a:xfrm>
            <a:off x="9354312" y="1792224"/>
            <a:ext cx="132588" cy="132588"/>
          </a:xfrm>
          <a:prstGeom prst="rect">
            <a:avLst/>
          </a:prstGeom>
          <a:solidFill>
            <a:srgbClr val="22272E"/>
          </a:solidFill>
          <a:ln w="12700">
            <a:solidFill>
              <a:srgbClr val="22272E"/>
            </a:solidFill>
            <a:prstDash val="solid"/>
          </a:ln>
        </p:spPr>
        <p:txBody>
          <a:bodyPr/>
          <a:lstStyle/>
          <a:p>
            <a:endParaRPr lang="en-ZA"/>
          </a:p>
        </p:txBody>
      </p:sp>
      <p:sp>
        <p:nvSpPr>
          <p:cNvPr id="62" name="Shape 60"/>
          <p:cNvSpPr/>
          <p:nvPr/>
        </p:nvSpPr>
        <p:spPr>
          <a:xfrm>
            <a:off x="9500616" y="1792224"/>
            <a:ext cx="132588" cy="132588"/>
          </a:xfrm>
          <a:prstGeom prst="rect">
            <a:avLst/>
          </a:prstGeom>
          <a:solidFill>
            <a:srgbClr val="22272E"/>
          </a:solidFill>
          <a:ln w="12700">
            <a:solidFill>
              <a:srgbClr val="22272E"/>
            </a:solidFill>
            <a:prstDash val="solid"/>
          </a:ln>
        </p:spPr>
        <p:txBody>
          <a:bodyPr/>
          <a:lstStyle/>
          <a:p>
            <a:endParaRPr lang="en-ZA"/>
          </a:p>
        </p:txBody>
      </p:sp>
      <p:sp>
        <p:nvSpPr>
          <p:cNvPr id="63" name="Shape 61"/>
          <p:cNvSpPr/>
          <p:nvPr/>
        </p:nvSpPr>
        <p:spPr>
          <a:xfrm>
            <a:off x="6720840" y="1938528"/>
            <a:ext cx="132588" cy="132588"/>
          </a:xfrm>
          <a:prstGeom prst="rect">
            <a:avLst/>
          </a:prstGeom>
          <a:solidFill>
            <a:srgbClr val="22272E"/>
          </a:solidFill>
          <a:ln w="12700">
            <a:solidFill>
              <a:srgbClr val="22272E"/>
            </a:solidFill>
            <a:prstDash val="solid"/>
          </a:ln>
        </p:spPr>
        <p:txBody>
          <a:bodyPr/>
          <a:lstStyle/>
          <a:p>
            <a:endParaRPr lang="en-ZA"/>
          </a:p>
        </p:txBody>
      </p:sp>
      <p:sp>
        <p:nvSpPr>
          <p:cNvPr id="64" name="Shape 62"/>
          <p:cNvSpPr/>
          <p:nvPr/>
        </p:nvSpPr>
        <p:spPr>
          <a:xfrm>
            <a:off x="6867144" y="1938528"/>
            <a:ext cx="132588" cy="132588"/>
          </a:xfrm>
          <a:prstGeom prst="rect">
            <a:avLst/>
          </a:prstGeom>
          <a:solidFill>
            <a:srgbClr val="22272E"/>
          </a:solidFill>
          <a:ln w="12700">
            <a:solidFill>
              <a:srgbClr val="22272E"/>
            </a:solidFill>
            <a:prstDash val="solid"/>
          </a:ln>
        </p:spPr>
        <p:txBody>
          <a:bodyPr/>
          <a:lstStyle/>
          <a:p>
            <a:endParaRPr lang="en-ZA"/>
          </a:p>
        </p:txBody>
      </p:sp>
      <p:sp>
        <p:nvSpPr>
          <p:cNvPr id="65" name="Shape 63"/>
          <p:cNvSpPr/>
          <p:nvPr/>
        </p:nvSpPr>
        <p:spPr>
          <a:xfrm>
            <a:off x="7013448" y="1938528"/>
            <a:ext cx="132588" cy="132588"/>
          </a:xfrm>
          <a:prstGeom prst="rect">
            <a:avLst/>
          </a:prstGeom>
          <a:solidFill>
            <a:srgbClr val="22272E"/>
          </a:solidFill>
          <a:ln w="12700">
            <a:solidFill>
              <a:srgbClr val="22272E"/>
            </a:solidFill>
            <a:prstDash val="solid"/>
          </a:ln>
        </p:spPr>
        <p:txBody>
          <a:bodyPr/>
          <a:lstStyle/>
          <a:p>
            <a:endParaRPr lang="en-ZA"/>
          </a:p>
        </p:txBody>
      </p:sp>
      <p:sp>
        <p:nvSpPr>
          <p:cNvPr id="66" name="Shape 64"/>
          <p:cNvSpPr/>
          <p:nvPr/>
        </p:nvSpPr>
        <p:spPr>
          <a:xfrm>
            <a:off x="7159752" y="1938528"/>
            <a:ext cx="132588" cy="132588"/>
          </a:xfrm>
          <a:prstGeom prst="rect">
            <a:avLst/>
          </a:prstGeom>
          <a:solidFill>
            <a:srgbClr val="22272E"/>
          </a:solidFill>
          <a:ln w="12700">
            <a:solidFill>
              <a:srgbClr val="22272E"/>
            </a:solidFill>
            <a:prstDash val="solid"/>
          </a:ln>
        </p:spPr>
        <p:txBody>
          <a:bodyPr/>
          <a:lstStyle/>
          <a:p>
            <a:endParaRPr lang="en-ZA"/>
          </a:p>
        </p:txBody>
      </p:sp>
      <p:sp>
        <p:nvSpPr>
          <p:cNvPr id="67" name="Shape 65"/>
          <p:cNvSpPr/>
          <p:nvPr/>
        </p:nvSpPr>
        <p:spPr>
          <a:xfrm>
            <a:off x="7306056" y="1938528"/>
            <a:ext cx="132588" cy="132588"/>
          </a:xfrm>
          <a:prstGeom prst="rect">
            <a:avLst/>
          </a:prstGeom>
          <a:solidFill>
            <a:srgbClr val="22272E"/>
          </a:solidFill>
          <a:ln w="12700">
            <a:solidFill>
              <a:srgbClr val="22272E"/>
            </a:solidFill>
            <a:prstDash val="solid"/>
          </a:ln>
        </p:spPr>
        <p:txBody>
          <a:bodyPr/>
          <a:lstStyle/>
          <a:p>
            <a:endParaRPr lang="en-ZA"/>
          </a:p>
        </p:txBody>
      </p:sp>
      <p:sp>
        <p:nvSpPr>
          <p:cNvPr id="68" name="Shape 66"/>
          <p:cNvSpPr/>
          <p:nvPr/>
        </p:nvSpPr>
        <p:spPr>
          <a:xfrm>
            <a:off x="7452360" y="1938528"/>
            <a:ext cx="132588" cy="132588"/>
          </a:xfrm>
          <a:prstGeom prst="rect">
            <a:avLst/>
          </a:prstGeom>
          <a:solidFill>
            <a:srgbClr val="22272E"/>
          </a:solidFill>
          <a:ln w="12700">
            <a:solidFill>
              <a:srgbClr val="22272E"/>
            </a:solidFill>
            <a:prstDash val="solid"/>
          </a:ln>
        </p:spPr>
        <p:txBody>
          <a:bodyPr/>
          <a:lstStyle/>
          <a:p>
            <a:endParaRPr lang="en-ZA"/>
          </a:p>
        </p:txBody>
      </p:sp>
      <p:sp>
        <p:nvSpPr>
          <p:cNvPr id="69" name="Shape 67"/>
          <p:cNvSpPr/>
          <p:nvPr/>
        </p:nvSpPr>
        <p:spPr>
          <a:xfrm>
            <a:off x="7598664" y="1938528"/>
            <a:ext cx="132588" cy="132588"/>
          </a:xfrm>
          <a:prstGeom prst="rect">
            <a:avLst/>
          </a:prstGeom>
          <a:solidFill>
            <a:srgbClr val="22272E"/>
          </a:solidFill>
          <a:ln w="12700">
            <a:solidFill>
              <a:srgbClr val="22272E"/>
            </a:solidFill>
            <a:prstDash val="solid"/>
          </a:ln>
        </p:spPr>
        <p:txBody>
          <a:bodyPr/>
          <a:lstStyle/>
          <a:p>
            <a:endParaRPr lang="en-ZA"/>
          </a:p>
        </p:txBody>
      </p:sp>
      <p:sp>
        <p:nvSpPr>
          <p:cNvPr id="70" name="Shape 68"/>
          <p:cNvSpPr/>
          <p:nvPr/>
        </p:nvSpPr>
        <p:spPr>
          <a:xfrm>
            <a:off x="7744968" y="1938528"/>
            <a:ext cx="132588" cy="132588"/>
          </a:xfrm>
          <a:prstGeom prst="rect">
            <a:avLst/>
          </a:prstGeom>
          <a:solidFill>
            <a:srgbClr val="22272E"/>
          </a:solidFill>
          <a:ln w="12700">
            <a:solidFill>
              <a:srgbClr val="22272E"/>
            </a:solidFill>
            <a:prstDash val="solid"/>
          </a:ln>
        </p:spPr>
        <p:txBody>
          <a:bodyPr/>
          <a:lstStyle/>
          <a:p>
            <a:endParaRPr lang="en-ZA"/>
          </a:p>
        </p:txBody>
      </p:sp>
      <p:sp>
        <p:nvSpPr>
          <p:cNvPr id="71" name="Shape 69"/>
          <p:cNvSpPr/>
          <p:nvPr/>
        </p:nvSpPr>
        <p:spPr>
          <a:xfrm>
            <a:off x="7891272" y="1938528"/>
            <a:ext cx="132588" cy="132588"/>
          </a:xfrm>
          <a:prstGeom prst="rect">
            <a:avLst/>
          </a:prstGeom>
          <a:solidFill>
            <a:srgbClr val="22272E"/>
          </a:solidFill>
          <a:ln w="12700">
            <a:solidFill>
              <a:srgbClr val="22272E"/>
            </a:solidFill>
            <a:prstDash val="solid"/>
          </a:ln>
        </p:spPr>
        <p:txBody>
          <a:bodyPr/>
          <a:lstStyle/>
          <a:p>
            <a:endParaRPr lang="en-ZA"/>
          </a:p>
        </p:txBody>
      </p:sp>
      <p:sp>
        <p:nvSpPr>
          <p:cNvPr id="72" name="Shape 70"/>
          <p:cNvSpPr/>
          <p:nvPr/>
        </p:nvSpPr>
        <p:spPr>
          <a:xfrm>
            <a:off x="8037576" y="1938528"/>
            <a:ext cx="132588" cy="132588"/>
          </a:xfrm>
          <a:prstGeom prst="rect">
            <a:avLst/>
          </a:prstGeom>
          <a:solidFill>
            <a:srgbClr val="22272E"/>
          </a:solidFill>
          <a:ln w="12700">
            <a:solidFill>
              <a:srgbClr val="22272E"/>
            </a:solidFill>
            <a:prstDash val="solid"/>
          </a:ln>
        </p:spPr>
        <p:txBody>
          <a:bodyPr/>
          <a:lstStyle/>
          <a:p>
            <a:endParaRPr lang="en-ZA"/>
          </a:p>
        </p:txBody>
      </p:sp>
      <p:sp>
        <p:nvSpPr>
          <p:cNvPr id="73" name="Shape 71"/>
          <p:cNvSpPr/>
          <p:nvPr/>
        </p:nvSpPr>
        <p:spPr>
          <a:xfrm>
            <a:off x="8183880" y="1938528"/>
            <a:ext cx="132588" cy="132588"/>
          </a:xfrm>
          <a:prstGeom prst="rect">
            <a:avLst/>
          </a:prstGeom>
          <a:solidFill>
            <a:srgbClr val="22272E"/>
          </a:solidFill>
          <a:ln w="12700">
            <a:solidFill>
              <a:srgbClr val="22272E"/>
            </a:solidFill>
            <a:prstDash val="solid"/>
          </a:ln>
        </p:spPr>
        <p:txBody>
          <a:bodyPr/>
          <a:lstStyle/>
          <a:p>
            <a:endParaRPr lang="en-ZA"/>
          </a:p>
        </p:txBody>
      </p:sp>
      <p:sp>
        <p:nvSpPr>
          <p:cNvPr id="74" name="Shape 72"/>
          <p:cNvSpPr/>
          <p:nvPr/>
        </p:nvSpPr>
        <p:spPr>
          <a:xfrm>
            <a:off x="8330184" y="1938528"/>
            <a:ext cx="132588" cy="132588"/>
          </a:xfrm>
          <a:prstGeom prst="rect">
            <a:avLst/>
          </a:prstGeom>
          <a:solidFill>
            <a:srgbClr val="22272E"/>
          </a:solidFill>
          <a:ln w="12700">
            <a:solidFill>
              <a:srgbClr val="22272E"/>
            </a:solidFill>
            <a:prstDash val="solid"/>
          </a:ln>
        </p:spPr>
        <p:txBody>
          <a:bodyPr/>
          <a:lstStyle/>
          <a:p>
            <a:endParaRPr lang="en-ZA"/>
          </a:p>
        </p:txBody>
      </p:sp>
      <p:sp>
        <p:nvSpPr>
          <p:cNvPr id="75" name="Shape 73"/>
          <p:cNvSpPr/>
          <p:nvPr/>
        </p:nvSpPr>
        <p:spPr>
          <a:xfrm>
            <a:off x="8476488" y="1938528"/>
            <a:ext cx="132588" cy="132588"/>
          </a:xfrm>
          <a:prstGeom prst="rect">
            <a:avLst/>
          </a:prstGeom>
          <a:solidFill>
            <a:srgbClr val="22272E"/>
          </a:solidFill>
          <a:ln w="12700">
            <a:solidFill>
              <a:srgbClr val="22272E"/>
            </a:solidFill>
            <a:prstDash val="solid"/>
          </a:ln>
        </p:spPr>
        <p:txBody>
          <a:bodyPr/>
          <a:lstStyle/>
          <a:p>
            <a:endParaRPr lang="en-ZA"/>
          </a:p>
        </p:txBody>
      </p:sp>
      <p:sp>
        <p:nvSpPr>
          <p:cNvPr id="76" name="Shape 74"/>
          <p:cNvSpPr/>
          <p:nvPr/>
        </p:nvSpPr>
        <p:spPr>
          <a:xfrm>
            <a:off x="8622792" y="1938528"/>
            <a:ext cx="132588" cy="132588"/>
          </a:xfrm>
          <a:prstGeom prst="rect">
            <a:avLst/>
          </a:prstGeom>
          <a:solidFill>
            <a:srgbClr val="22272E"/>
          </a:solidFill>
          <a:ln w="12700">
            <a:solidFill>
              <a:srgbClr val="22272E"/>
            </a:solidFill>
            <a:prstDash val="solid"/>
          </a:ln>
        </p:spPr>
        <p:txBody>
          <a:bodyPr/>
          <a:lstStyle/>
          <a:p>
            <a:endParaRPr lang="en-ZA"/>
          </a:p>
        </p:txBody>
      </p:sp>
      <p:sp>
        <p:nvSpPr>
          <p:cNvPr id="77" name="Shape 75"/>
          <p:cNvSpPr/>
          <p:nvPr/>
        </p:nvSpPr>
        <p:spPr>
          <a:xfrm>
            <a:off x="8769096" y="1938528"/>
            <a:ext cx="132588" cy="132588"/>
          </a:xfrm>
          <a:prstGeom prst="rect">
            <a:avLst/>
          </a:prstGeom>
          <a:solidFill>
            <a:srgbClr val="22272E"/>
          </a:solidFill>
          <a:ln w="12700">
            <a:solidFill>
              <a:srgbClr val="22272E"/>
            </a:solidFill>
            <a:prstDash val="solid"/>
          </a:ln>
        </p:spPr>
        <p:txBody>
          <a:bodyPr/>
          <a:lstStyle/>
          <a:p>
            <a:endParaRPr lang="en-ZA"/>
          </a:p>
        </p:txBody>
      </p:sp>
      <p:sp>
        <p:nvSpPr>
          <p:cNvPr id="78" name="Shape 76"/>
          <p:cNvSpPr/>
          <p:nvPr/>
        </p:nvSpPr>
        <p:spPr>
          <a:xfrm>
            <a:off x="8915400" y="1938528"/>
            <a:ext cx="132588" cy="132588"/>
          </a:xfrm>
          <a:prstGeom prst="rect">
            <a:avLst/>
          </a:prstGeom>
          <a:solidFill>
            <a:srgbClr val="22272E"/>
          </a:solidFill>
          <a:ln w="12700">
            <a:solidFill>
              <a:srgbClr val="22272E"/>
            </a:solidFill>
            <a:prstDash val="solid"/>
          </a:ln>
        </p:spPr>
        <p:txBody>
          <a:bodyPr/>
          <a:lstStyle/>
          <a:p>
            <a:endParaRPr lang="en-ZA"/>
          </a:p>
        </p:txBody>
      </p:sp>
      <p:sp>
        <p:nvSpPr>
          <p:cNvPr id="79" name="Shape 77"/>
          <p:cNvSpPr/>
          <p:nvPr/>
        </p:nvSpPr>
        <p:spPr>
          <a:xfrm>
            <a:off x="9061704" y="1938528"/>
            <a:ext cx="132588" cy="132588"/>
          </a:xfrm>
          <a:prstGeom prst="rect">
            <a:avLst/>
          </a:prstGeom>
          <a:solidFill>
            <a:srgbClr val="22272E"/>
          </a:solidFill>
          <a:ln w="12700">
            <a:solidFill>
              <a:srgbClr val="22272E"/>
            </a:solidFill>
            <a:prstDash val="solid"/>
          </a:ln>
        </p:spPr>
        <p:txBody>
          <a:bodyPr/>
          <a:lstStyle/>
          <a:p>
            <a:endParaRPr lang="en-ZA"/>
          </a:p>
        </p:txBody>
      </p:sp>
      <p:sp>
        <p:nvSpPr>
          <p:cNvPr id="80" name="Shape 78"/>
          <p:cNvSpPr/>
          <p:nvPr/>
        </p:nvSpPr>
        <p:spPr>
          <a:xfrm>
            <a:off x="9208008" y="1938528"/>
            <a:ext cx="132588" cy="132588"/>
          </a:xfrm>
          <a:prstGeom prst="rect">
            <a:avLst/>
          </a:prstGeom>
          <a:solidFill>
            <a:srgbClr val="22272E"/>
          </a:solidFill>
          <a:ln w="12700">
            <a:solidFill>
              <a:srgbClr val="22272E"/>
            </a:solidFill>
            <a:prstDash val="solid"/>
          </a:ln>
        </p:spPr>
        <p:txBody>
          <a:bodyPr/>
          <a:lstStyle/>
          <a:p>
            <a:endParaRPr lang="en-ZA"/>
          </a:p>
        </p:txBody>
      </p:sp>
      <p:sp>
        <p:nvSpPr>
          <p:cNvPr id="81" name="Shape 79"/>
          <p:cNvSpPr/>
          <p:nvPr/>
        </p:nvSpPr>
        <p:spPr>
          <a:xfrm>
            <a:off x="9354312" y="1938528"/>
            <a:ext cx="132588" cy="132588"/>
          </a:xfrm>
          <a:prstGeom prst="rect">
            <a:avLst/>
          </a:prstGeom>
          <a:solidFill>
            <a:srgbClr val="22272E"/>
          </a:solidFill>
          <a:ln w="12700">
            <a:solidFill>
              <a:srgbClr val="22272E"/>
            </a:solidFill>
            <a:prstDash val="solid"/>
          </a:ln>
        </p:spPr>
        <p:txBody>
          <a:bodyPr/>
          <a:lstStyle/>
          <a:p>
            <a:endParaRPr lang="en-ZA"/>
          </a:p>
        </p:txBody>
      </p:sp>
      <p:sp>
        <p:nvSpPr>
          <p:cNvPr id="82" name="Shape 80"/>
          <p:cNvSpPr/>
          <p:nvPr/>
        </p:nvSpPr>
        <p:spPr>
          <a:xfrm>
            <a:off x="9500616" y="1938528"/>
            <a:ext cx="132588" cy="132588"/>
          </a:xfrm>
          <a:prstGeom prst="rect">
            <a:avLst/>
          </a:prstGeom>
          <a:solidFill>
            <a:srgbClr val="22272E"/>
          </a:solidFill>
          <a:ln w="12700">
            <a:solidFill>
              <a:srgbClr val="22272E"/>
            </a:solidFill>
            <a:prstDash val="solid"/>
          </a:ln>
        </p:spPr>
        <p:txBody>
          <a:bodyPr/>
          <a:lstStyle/>
          <a:p>
            <a:endParaRPr lang="en-ZA"/>
          </a:p>
        </p:txBody>
      </p:sp>
      <p:sp>
        <p:nvSpPr>
          <p:cNvPr id="83" name="Shape 81"/>
          <p:cNvSpPr/>
          <p:nvPr/>
        </p:nvSpPr>
        <p:spPr>
          <a:xfrm>
            <a:off x="6720840" y="2084832"/>
            <a:ext cx="132588" cy="132588"/>
          </a:xfrm>
          <a:prstGeom prst="rect">
            <a:avLst/>
          </a:prstGeom>
          <a:solidFill>
            <a:srgbClr val="22272E"/>
          </a:solidFill>
          <a:ln w="12700">
            <a:solidFill>
              <a:srgbClr val="22272E"/>
            </a:solidFill>
            <a:prstDash val="solid"/>
          </a:ln>
        </p:spPr>
        <p:txBody>
          <a:bodyPr/>
          <a:lstStyle/>
          <a:p>
            <a:endParaRPr lang="en-ZA"/>
          </a:p>
        </p:txBody>
      </p:sp>
      <p:sp>
        <p:nvSpPr>
          <p:cNvPr id="84" name="Shape 82"/>
          <p:cNvSpPr/>
          <p:nvPr/>
        </p:nvSpPr>
        <p:spPr>
          <a:xfrm>
            <a:off x="6867144" y="2084832"/>
            <a:ext cx="132588" cy="132588"/>
          </a:xfrm>
          <a:prstGeom prst="rect">
            <a:avLst/>
          </a:prstGeom>
          <a:solidFill>
            <a:srgbClr val="22272E"/>
          </a:solidFill>
          <a:ln w="12700">
            <a:solidFill>
              <a:srgbClr val="22272E"/>
            </a:solidFill>
            <a:prstDash val="solid"/>
          </a:ln>
        </p:spPr>
        <p:txBody>
          <a:bodyPr/>
          <a:lstStyle/>
          <a:p>
            <a:endParaRPr lang="en-ZA"/>
          </a:p>
        </p:txBody>
      </p:sp>
      <p:sp>
        <p:nvSpPr>
          <p:cNvPr id="85" name="Shape 83"/>
          <p:cNvSpPr/>
          <p:nvPr/>
        </p:nvSpPr>
        <p:spPr>
          <a:xfrm>
            <a:off x="7013448" y="2084832"/>
            <a:ext cx="132588" cy="132588"/>
          </a:xfrm>
          <a:prstGeom prst="rect">
            <a:avLst/>
          </a:prstGeom>
          <a:solidFill>
            <a:srgbClr val="22272E"/>
          </a:solidFill>
          <a:ln w="12700">
            <a:solidFill>
              <a:srgbClr val="22272E"/>
            </a:solidFill>
            <a:prstDash val="solid"/>
          </a:ln>
        </p:spPr>
        <p:txBody>
          <a:bodyPr/>
          <a:lstStyle/>
          <a:p>
            <a:endParaRPr lang="en-ZA"/>
          </a:p>
        </p:txBody>
      </p:sp>
      <p:sp>
        <p:nvSpPr>
          <p:cNvPr id="86" name="Shape 84"/>
          <p:cNvSpPr/>
          <p:nvPr/>
        </p:nvSpPr>
        <p:spPr>
          <a:xfrm>
            <a:off x="7159752" y="2084832"/>
            <a:ext cx="132588" cy="132588"/>
          </a:xfrm>
          <a:prstGeom prst="rect">
            <a:avLst/>
          </a:prstGeom>
          <a:solidFill>
            <a:srgbClr val="22272E"/>
          </a:solidFill>
          <a:ln w="12700">
            <a:solidFill>
              <a:srgbClr val="22272E"/>
            </a:solidFill>
            <a:prstDash val="solid"/>
          </a:ln>
        </p:spPr>
        <p:txBody>
          <a:bodyPr/>
          <a:lstStyle/>
          <a:p>
            <a:endParaRPr lang="en-ZA"/>
          </a:p>
        </p:txBody>
      </p:sp>
      <p:sp>
        <p:nvSpPr>
          <p:cNvPr id="87" name="Shape 85"/>
          <p:cNvSpPr/>
          <p:nvPr/>
        </p:nvSpPr>
        <p:spPr>
          <a:xfrm>
            <a:off x="7306056" y="2084832"/>
            <a:ext cx="132588" cy="132588"/>
          </a:xfrm>
          <a:prstGeom prst="rect">
            <a:avLst/>
          </a:prstGeom>
          <a:solidFill>
            <a:srgbClr val="22272E"/>
          </a:solidFill>
          <a:ln w="12700">
            <a:solidFill>
              <a:srgbClr val="22272E"/>
            </a:solidFill>
            <a:prstDash val="solid"/>
          </a:ln>
        </p:spPr>
        <p:txBody>
          <a:bodyPr/>
          <a:lstStyle/>
          <a:p>
            <a:endParaRPr lang="en-ZA"/>
          </a:p>
        </p:txBody>
      </p:sp>
      <p:sp>
        <p:nvSpPr>
          <p:cNvPr id="88" name="Shape 86"/>
          <p:cNvSpPr/>
          <p:nvPr/>
        </p:nvSpPr>
        <p:spPr>
          <a:xfrm>
            <a:off x="7452360" y="2084832"/>
            <a:ext cx="132588" cy="132588"/>
          </a:xfrm>
          <a:prstGeom prst="rect">
            <a:avLst/>
          </a:prstGeom>
          <a:solidFill>
            <a:srgbClr val="22272E"/>
          </a:solidFill>
          <a:ln w="12700">
            <a:solidFill>
              <a:srgbClr val="22272E"/>
            </a:solidFill>
            <a:prstDash val="solid"/>
          </a:ln>
        </p:spPr>
        <p:txBody>
          <a:bodyPr/>
          <a:lstStyle/>
          <a:p>
            <a:endParaRPr lang="en-ZA"/>
          </a:p>
        </p:txBody>
      </p:sp>
      <p:sp>
        <p:nvSpPr>
          <p:cNvPr id="89" name="Shape 87"/>
          <p:cNvSpPr/>
          <p:nvPr/>
        </p:nvSpPr>
        <p:spPr>
          <a:xfrm>
            <a:off x="7598664" y="2084832"/>
            <a:ext cx="132588" cy="132588"/>
          </a:xfrm>
          <a:prstGeom prst="rect">
            <a:avLst/>
          </a:prstGeom>
          <a:solidFill>
            <a:srgbClr val="22272E"/>
          </a:solidFill>
          <a:ln w="12700">
            <a:solidFill>
              <a:srgbClr val="22272E"/>
            </a:solidFill>
            <a:prstDash val="solid"/>
          </a:ln>
        </p:spPr>
        <p:txBody>
          <a:bodyPr/>
          <a:lstStyle/>
          <a:p>
            <a:endParaRPr lang="en-ZA"/>
          </a:p>
        </p:txBody>
      </p:sp>
      <p:sp>
        <p:nvSpPr>
          <p:cNvPr id="90" name="Shape 88"/>
          <p:cNvSpPr/>
          <p:nvPr/>
        </p:nvSpPr>
        <p:spPr>
          <a:xfrm>
            <a:off x="7744968" y="2084832"/>
            <a:ext cx="132588" cy="132588"/>
          </a:xfrm>
          <a:prstGeom prst="rect">
            <a:avLst/>
          </a:prstGeom>
          <a:solidFill>
            <a:srgbClr val="22272E"/>
          </a:solidFill>
          <a:ln w="12700">
            <a:solidFill>
              <a:srgbClr val="22272E"/>
            </a:solidFill>
            <a:prstDash val="solid"/>
          </a:ln>
        </p:spPr>
        <p:txBody>
          <a:bodyPr/>
          <a:lstStyle/>
          <a:p>
            <a:endParaRPr lang="en-ZA"/>
          </a:p>
        </p:txBody>
      </p:sp>
      <p:sp>
        <p:nvSpPr>
          <p:cNvPr id="91" name="Shape 89"/>
          <p:cNvSpPr/>
          <p:nvPr/>
        </p:nvSpPr>
        <p:spPr>
          <a:xfrm>
            <a:off x="7891272" y="2084832"/>
            <a:ext cx="132588" cy="132588"/>
          </a:xfrm>
          <a:prstGeom prst="rect">
            <a:avLst/>
          </a:prstGeom>
          <a:solidFill>
            <a:srgbClr val="22272E"/>
          </a:solidFill>
          <a:ln w="12700">
            <a:solidFill>
              <a:srgbClr val="22272E"/>
            </a:solidFill>
            <a:prstDash val="solid"/>
          </a:ln>
        </p:spPr>
        <p:txBody>
          <a:bodyPr/>
          <a:lstStyle/>
          <a:p>
            <a:endParaRPr lang="en-ZA"/>
          </a:p>
        </p:txBody>
      </p:sp>
      <p:sp>
        <p:nvSpPr>
          <p:cNvPr id="92" name="Shape 90"/>
          <p:cNvSpPr/>
          <p:nvPr/>
        </p:nvSpPr>
        <p:spPr>
          <a:xfrm>
            <a:off x="8037576" y="2084832"/>
            <a:ext cx="132588" cy="132588"/>
          </a:xfrm>
          <a:prstGeom prst="rect">
            <a:avLst/>
          </a:prstGeom>
          <a:solidFill>
            <a:srgbClr val="22272E"/>
          </a:solidFill>
          <a:ln w="12700">
            <a:solidFill>
              <a:srgbClr val="22272E"/>
            </a:solidFill>
            <a:prstDash val="solid"/>
          </a:ln>
        </p:spPr>
        <p:txBody>
          <a:bodyPr/>
          <a:lstStyle/>
          <a:p>
            <a:endParaRPr lang="en-ZA"/>
          </a:p>
        </p:txBody>
      </p:sp>
      <p:sp>
        <p:nvSpPr>
          <p:cNvPr id="93" name="Shape 91"/>
          <p:cNvSpPr/>
          <p:nvPr/>
        </p:nvSpPr>
        <p:spPr>
          <a:xfrm>
            <a:off x="8183880" y="2084832"/>
            <a:ext cx="132588" cy="132588"/>
          </a:xfrm>
          <a:prstGeom prst="rect">
            <a:avLst/>
          </a:prstGeom>
          <a:solidFill>
            <a:srgbClr val="22272E"/>
          </a:solidFill>
          <a:ln w="12700">
            <a:solidFill>
              <a:srgbClr val="22272E"/>
            </a:solidFill>
            <a:prstDash val="solid"/>
          </a:ln>
        </p:spPr>
        <p:txBody>
          <a:bodyPr/>
          <a:lstStyle/>
          <a:p>
            <a:endParaRPr lang="en-ZA"/>
          </a:p>
        </p:txBody>
      </p:sp>
      <p:sp>
        <p:nvSpPr>
          <p:cNvPr id="94" name="Shape 92"/>
          <p:cNvSpPr/>
          <p:nvPr/>
        </p:nvSpPr>
        <p:spPr>
          <a:xfrm>
            <a:off x="8330184" y="2084832"/>
            <a:ext cx="132588" cy="132588"/>
          </a:xfrm>
          <a:prstGeom prst="rect">
            <a:avLst/>
          </a:prstGeom>
          <a:solidFill>
            <a:srgbClr val="22272E"/>
          </a:solidFill>
          <a:ln w="12700">
            <a:solidFill>
              <a:srgbClr val="22272E"/>
            </a:solidFill>
            <a:prstDash val="solid"/>
          </a:ln>
        </p:spPr>
        <p:txBody>
          <a:bodyPr/>
          <a:lstStyle/>
          <a:p>
            <a:endParaRPr lang="en-ZA"/>
          </a:p>
        </p:txBody>
      </p:sp>
      <p:sp>
        <p:nvSpPr>
          <p:cNvPr id="95" name="Shape 93"/>
          <p:cNvSpPr/>
          <p:nvPr/>
        </p:nvSpPr>
        <p:spPr>
          <a:xfrm>
            <a:off x="8476488" y="2084832"/>
            <a:ext cx="132588" cy="132588"/>
          </a:xfrm>
          <a:prstGeom prst="rect">
            <a:avLst/>
          </a:prstGeom>
          <a:solidFill>
            <a:srgbClr val="22272E"/>
          </a:solidFill>
          <a:ln w="12700">
            <a:solidFill>
              <a:srgbClr val="22272E"/>
            </a:solidFill>
            <a:prstDash val="solid"/>
          </a:ln>
        </p:spPr>
        <p:txBody>
          <a:bodyPr/>
          <a:lstStyle/>
          <a:p>
            <a:endParaRPr lang="en-ZA"/>
          </a:p>
        </p:txBody>
      </p:sp>
      <p:sp>
        <p:nvSpPr>
          <p:cNvPr id="96" name="Shape 94"/>
          <p:cNvSpPr/>
          <p:nvPr/>
        </p:nvSpPr>
        <p:spPr>
          <a:xfrm>
            <a:off x="8622792" y="2084832"/>
            <a:ext cx="132588" cy="132588"/>
          </a:xfrm>
          <a:prstGeom prst="rect">
            <a:avLst/>
          </a:prstGeom>
          <a:solidFill>
            <a:srgbClr val="22272E"/>
          </a:solidFill>
          <a:ln w="12700">
            <a:solidFill>
              <a:srgbClr val="22272E"/>
            </a:solidFill>
            <a:prstDash val="solid"/>
          </a:ln>
        </p:spPr>
        <p:txBody>
          <a:bodyPr/>
          <a:lstStyle/>
          <a:p>
            <a:endParaRPr lang="en-ZA"/>
          </a:p>
        </p:txBody>
      </p:sp>
      <p:sp>
        <p:nvSpPr>
          <p:cNvPr id="97" name="Shape 95"/>
          <p:cNvSpPr/>
          <p:nvPr/>
        </p:nvSpPr>
        <p:spPr>
          <a:xfrm>
            <a:off x="8769096" y="2084832"/>
            <a:ext cx="132588" cy="132588"/>
          </a:xfrm>
          <a:prstGeom prst="rect">
            <a:avLst/>
          </a:prstGeom>
          <a:solidFill>
            <a:srgbClr val="22272E"/>
          </a:solidFill>
          <a:ln w="12700">
            <a:solidFill>
              <a:srgbClr val="22272E"/>
            </a:solidFill>
            <a:prstDash val="solid"/>
          </a:ln>
        </p:spPr>
        <p:txBody>
          <a:bodyPr/>
          <a:lstStyle/>
          <a:p>
            <a:endParaRPr lang="en-ZA"/>
          </a:p>
        </p:txBody>
      </p:sp>
      <p:sp>
        <p:nvSpPr>
          <p:cNvPr id="98" name="Shape 96"/>
          <p:cNvSpPr/>
          <p:nvPr/>
        </p:nvSpPr>
        <p:spPr>
          <a:xfrm>
            <a:off x="8915400" y="2084832"/>
            <a:ext cx="132588" cy="132588"/>
          </a:xfrm>
          <a:prstGeom prst="rect">
            <a:avLst/>
          </a:prstGeom>
          <a:solidFill>
            <a:srgbClr val="22272E"/>
          </a:solidFill>
          <a:ln w="12700">
            <a:solidFill>
              <a:srgbClr val="22272E"/>
            </a:solidFill>
            <a:prstDash val="solid"/>
          </a:ln>
        </p:spPr>
        <p:txBody>
          <a:bodyPr/>
          <a:lstStyle/>
          <a:p>
            <a:endParaRPr lang="en-ZA"/>
          </a:p>
        </p:txBody>
      </p:sp>
      <p:sp>
        <p:nvSpPr>
          <p:cNvPr id="99" name="Shape 97"/>
          <p:cNvSpPr/>
          <p:nvPr/>
        </p:nvSpPr>
        <p:spPr>
          <a:xfrm>
            <a:off x="9061704" y="2084832"/>
            <a:ext cx="132588" cy="132588"/>
          </a:xfrm>
          <a:prstGeom prst="rect">
            <a:avLst/>
          </a:prstGeom>
          <a:solidFill>
            <a:srgbClr val="22272E"/>
          </a:solidFill>
          <a:ln w="12700">
            <a:solidFill>
              <a:srgbClr val="22272E"/>
            </a:solidFill>
            <a:prstDash val="solid"/>
          </a:ln>
        </p:spPr>
        <p:txBody>
          <a:bodyPr/>
          <a:lstStyle/>
          <a:p>
            <a:endParaRPr lang="en-ZA"/>
          </a:p>
        </p:txBody>
      </p:sp>
      <p:sp>
        <p:nvSpPr>
          <p:cNvPr id="100" name="Shape 98"/>
          <p:cNvSpPr/>
          <p:nvPr/>
        </p:nvSpPr>
        <p:spPr>
          <a:xfrm>
            <a:off x="9208008" y="2084832"/>
            <a:ext cx="132588" cy="132588"/>
          </a:xfrm>
          <a:prstGeom prst="rect">
            <a:avLst/>
          </a:prstGeom>
          <a:solidFill>
            <a:srgbClr val="22272E"/>
          </a:solidFill>
          <a:ln w="12700">
            <a:solidFill>
              <a:srgbClr val="22272E"/>
            </a:solidFill>
            <a:prstDash val="solid"/>
          </a:ln>
        </p:spPr>
        <p:txBody>
          <a:bodyPr/>
          <a:lstStyle/>
          <a:p>
            <a:endParaRPr lang="en-ZA"/>
          </a:p>
        </p:txBody>
      </p:sp>
      <p:sp>
        <p:nvSpPr>
          <p:cNvPr id="101" name="Shape 99"/>
          <p:cNvSpPr/>
          <p:nvPr/>
        </p:nvSpPr>
        <p:spPr>
          <a:xfrm>
            <a:off x="9354312" y="2084832"/>
            <a:ext cx="132588" cy="132588"/>
          </a:xfrm>
          <a:prstGeom prst="rect">
            <a:avLst/>
          </a:prstGeom>
          <a:solidFill>
            <a:srgbClr val="22272E"/>
          </a:solidFill>
          <a:ln w="12700">
            <a:solidFill>
              <a:srgbClr val="22272E"/>
            </a:solidFill>
            <a:prstDash val="solid"/>
          </a:ln>
        </p:spPr>
        <p:txBody>
          <a:bodyPr/>
          <a:lstStyle/>
          <a:p>
            <a:endParaRPr lang="en-ZA"/>
          </a:p>
        </p:txBody>
      </p:sp>
      <p:sp>
        <p:nvSpPr>
          <p:cNvPr id="102" name="Shape 100"/>
          <p:cNvSpPr/>
          <p:nvPr/>
        </p:nvSpPr>
        <p:spPr>
          <a:xfrm>
            <a:off x="9500616" y="2084832"/>
            <a:ext cx="132588" cy="132588"/>
          </a:xfrm>
          <a:prstGeom prst="rect">
            <a:avLst/>
          </a:prstGeom>
          <a:solidFill>
            <a:srgbClr val="22272E"/>
          </a:solidFill>
          <a:ln w="12700">
            <a:solidFill>
              <a:srgbClr val="22272E"/>
            </a:solidFill>
            <a:prstDash val="solid"/>
          </a:ln>
        </p:spPr>
        <p:txBody>
          <a:bodyPr/>
          <a:lstStyle/>
          <a:p>
            <a:endParaRPr lang="en-ZA"/>
          </a:p>
        </p:txBody>
      </p:sp>
      <p:sp>
        <p:nvSpPr>
          <p:cNvPr id="103" name="Shape 101"/>
          <p:cNvSpPr/>
          <p:nvPr/>
        </p:nvSpPr>
        <p:spPr>
          <a:xfrm>
            <a:off x="6720840" y="2231136"/>
            <a:ext cx="132588" cy="132588"/>
          </a:xfrm>
          <a:prstGeom prst="rect">
            <a:avLst/>
          </a:prstGeom>
          <a:solidFill>
            <a:srgbClr val="22272E"/>
          </a:solidFill>
          <a:ln w="12700">
            <a:solidFill>
              <a:srgbClr val="22272E"/>
            </a:solidFill>
            <a:prstDash val="solid"/>
          </a:ln>
        </p:spPr>
        <p:txBody>
          <a:bodyPr/>
          <a:lstStyle/>
          <a:p>
            <a:endParaRPr lang="en-ZA"/>
          </a:p>
        </p:txBody>
      </p:sp>
      <p:sp>
        <p:nvSpPr>
          <p:cNvPr id="104" name="Shape 102"/>
          <p:cNvSpPr/>
          <p:nvPr/>
        </p:nvSpPr>
        <p:spPr>
          <a:xfrm>
            <a:off x="6867144" y="2231136"/>
            <a:ext cx="132588" cy="132588"/>
          </a:xfrm>
          <a:prstGeom prst="rect">
            <a:avLst/>
          </a:prstGeom>
          <a:solidFill>
            <a:srgbClr val="22272E"/>
          </a:solidFill>
          <a:ln w="12700">
            <a:solidFill>
              <a:srgbClr val="22272E"/>
            </a:solidFill>
            <a:prstDash val="solid"/>
          </a:ln>
        </p:spPr>
        <p:txBody>
          <a:bodyPr/>
          <a:lstStyle/>
          <a:p>
            <a:endParaRPr lang="en-ZA"/>
          </a:p>
        </p:txBody>
      </p:sp>
      <p:sp>
        <p:nvSpPr>
          <p:cNvPr id="105" name="Shape 103"/>
          <p:cNvSpPr/>
          <p:nvPr/>
        </p:nvSpPr>
        <p:spPr>
          <a:xfrm>
            <a:off x="7013448" y="2231136"/>
            <a:ext cx="132588" cy="132588"/>
          </a:xfrm>
          <a:prstGeom prst="rect">
            <a:avLst/>
          </a:prstGeom>
          <a:solidFill>
            <a:srgbClr val="22272E"/>
          </a:solidFill>
          <a:ln w="12700">
            <a:solidFill>
              <a:srgbClr val="22272E"/>
            </a:solidFill>
            <a:prstDash val="solid"/>
          </a:ln>
        </p:spPr>
        <p:txBody>
          <a:bodyPr/>
          <a:lstStyle/>
          <a:p>
            <a:endParaRPr lang="en-ZA"/>
          </a:p>
        </p:txBody>
      </p:sp>
      <p:sp>
        <p:nvSpPr>
          <p:cNvPr id="106" name="Shape 104"/>
          <p:cNvSpPr/>
          <p:nvPr/>
        </p:nvSpPr>
        <p:spPr>
          <a:xfrm>
            <a:off x="7159752" y="2231136"/>
            <a:ext cx="132588" cy="132588"/>
          </a:xfrm>
          <a:prstGeom prst="rect">
            <a:avLst/>
          </a:prstGeom>
          <a:solidFill>
            <a:srgbClr val="22272E"/>
          </a:solidFill>
          <a:ln w="12700">
            <a:solidFill>
              <a:srgbClr val="22272E"/>
            </a:solidFill>
            <a:prstDash val="solid"/>
          </a:ln>
        </p:spPr>
        <p:txBody>
          <a:bodyPr/>
          <a:lstStyle/>
          <a:p>
            <a:endParaRPr lang="en-ZA"/>
          </a:p>
        </p:txBody>
      </p:sp>
      <p:sp>
        <p:nvSpPr>
          <p:cNvPr id="107" name="Shape 105"/>
          <p:cNvSpPr/>
          <p:nvPr/>
        </p:nvSpPr>
        <p:spPr>
          <a:xfrm>
            <a:off x="7306056" y="2231136"/>
            <a:ext cx="132588" cy="132588"/>
          </a:xfrm>
          <a:prstGeom prst="rect">
            <a:avLst/>
          </a:prstGeom>
          <a:solidFill>
            <a:srgbClr val="22272E"/>
          </a:solidFill>
          <a:ln w="12700">
            <a:solidFill>
              <a:srgbClr val="22272E"/>
            </a:solidFill>
            <a:prstDash val="solid"/>
          </a:ln>
        </p:spPr>
        <p:txBody>
          <a:bodyPr/>
          <a:lstStyle/>
          <a:p>
            <a:endParaRPr lang="en-ZA"/>
          </a:p>
        </p:txBody>
      </p:sp>
      <p:sp>
        <p:nvSpPr>
          <p:cNvPr id="108" name="Shape 106"/>
          <p:cNvSpPr/>
          <p:nvPr/>
        </p:nvSpPr>
        <p:spPr>
          <a:xfrm>
            <a:off x="7452360" y="2231136"/>
            <a:ext cx="132588" cy="132588"/>
          </a:xfrm>
          <a:prstGeom prst="rect">
            <a:avLst/>
          </a:prstGeom>
          <a:solidFill>
            <a:srgbClr val="D0D7DE"/>
          </a:solidFill>
          <a:ln w="12700">
            <a:solidFill>
              <a:srgbClr val="D0D7DE"/>
            </a:solidFill>
            <a:prstDash val="solid"/>
          </a:ln>
        </p:spPr>
        <p:txBody>
          <a:bodyPr/>
          <a:lstStyle/>
          <a:p>
            <a:endParaRPr lang="en-ZA"/>
          </a:p>
        </p:txBody>
      </p:sp>
      <p:sp>
        <p:nvSpPr>
          <p:cNvPr id="109" name="Shape 107"/>
          <p:cNvSpPr/>
          <p:nvPr/>
        </p:nvSpPr>
        <p:spPr>
          <a:xfrm>
            <a:off x="7598664" y="2231136"/>
            <a:ext cx="132588" cy="132588"/>
          </a:xfrm>
          <a:prstGeom prst="rect">
            <a:avLst/>
          </a:prstGeom>
          <a:solidFill>
            <a:srgbClr val="22272E"/>
          </a:solidFill>
          <a:ln w="12700">
            <a:solidFill>
              <a:srgbClr val="22272E"/>
            </a:solidFill>
            <a:prstDash val="solid"/>
          </a:ln>
        </p:spPr>
        <p:txBody>
          <a:bodyPr/>
          <a:lstStyle/>
          <a:p>
            <a:endParaRPr lang="en-ZA"/>
          </a:p>
        </p:txBody>
      </p:sp>
      <p:sp>
        <p:nvSpPr>
          <p:cNvPr id="110" name="Shape 108"/>
          <p:cNvSpPr/>
          <p:nvPr/>
        </p:nvSpPr>
        <p:spPr>
          <a:xfrm>
            <a:off x="7744968" y="2231136"/>
            <a:ext cx="132588" cy="132588"/>
          </a:xfrm>
          <a:prstGeom prst="rect">
            <a:avLst/>
          </a:prstGeom>
          <a:solidFill>
            <a:srgbClr val="22272E"/>
          </a:solidFill>
          <a:ln w="12700">
            <a:solidFill>
              <a:srgbClr val="22272E"/>
            </a:solidFill>
            <a:prstDash val="solid"/>
          </a:ln>
        </p:spPr>
        <p:txBody>
          <a:bodyPr/>
          <a:lstStyle/>
          <a:p>
            <a:endParaRPr lang="en-ZA"/>
          </a:p>
        </p:txBody>
      </p:sp>
      <p:sp>
        <p:nvSpPr>
          <p:cNvPr id="111" name="Shape 109"/>
          <p:cNvSpPr/>
          <p:nvPr/>
        </p:nvSpPr>
        <p:spPr>
          <a:xfrm>
            <a:off x="7891272" y="2231136"/>
            <a:ext cx="132588" cy="132588"/>
          </a:xfrm>
          <a:prstGeom prst="rect">
            <a:avLst/>
          </a:prstGeom>
          <a:solidFill>
            <a:srgbClr val="22272E"/>
          </a:solidFill>
          <a:ln w="12700">
            <a:solidFill>
              <a:srgbClr val="22272E"/>
            </a:solidFill>
            <a:prstDash val="solid"/>
          </a:ln>
        </p:spPr>
        <p:txBody>
          <a:bodyPr/>
          <a:lstStyle/>
          <a:p>
            <a:endParaRPr lang="en-ZA"/>
          </a:p>
        </p:txBody>
      </p:sp>
      <p:sp>
        <p:nvSpPr>
          <p:cNvPr id="112" name="Shape 110"/>
          <p:cNvSpPr/>
          <p:nvPr/>
        </p:nvSpPr>
        <p:spPr>
          <a:xfrm>
            <a:off x="8037576" y="2231136"/>
            <a:ext cx="132588" cy="132588"/>
          </a:xfrm>
          <a:prstGeom prst="rect">
            <a:avLst/>
          </a:prstGeom>
          <a:solidFill>
            <a:srgbClr val="22272E"/>
          </a:solidFill>
          <a:ln w="12700">
            <a:solidFill>
              <a:srgbClr val="22272E"/>
            </a:solidFill>
            <a:prstDash val="solid"/>
          </a:ln>
        </p:spPr>
        <p:txBody>
          <a:bodyPr/>
          <a:lstStyle/>
          <a:p>
            <a:endParaRPr lang="en-ZA"/>
          </a:p>
        </p:txBody>
      </p:sp>
      <p:sp>
        <p:nvSpPr>
          <p:cNvPr id="113" name="Shape 111"/>
          <p:cNvSpPr/>
          <p:nvPr/>
        </p:nvSpPr>
        <p:spPr>
          <a:xfrm>
            <a:off x="8183880" y="2231136"/>
            <a:ext cx="132588" cy="132588"/>
          </a:xfrm>
          <a:prstGeom prst="rect">
            <a:avLst/>
          </a:prstGeom>
          <a:solidFill>
            <a:srgbClr val="22272E"/>
          </a:solidFill>
          <a:ln w="12700">
            <a:solidFill>
              <a:srgbClr val="22272E"/>
            </a:solidFill>
            <a:prstDash val="solid"/>
          </a:ln>
        </p:spPr>
        <p:txBody>
          <a:bodyPr/>
          <a:lstStyle/>
          <a:p>
            <a:endParaRPr lang="en-ZA"/>
          </a:p>
        </p:txBody>
      </p:sp>
      <p:sp>
        <p:nvSpPr>
          <p:cNvPr id="114" name="Shape 112"/>
          <p:cNvSpPr/>
          <p:nvPr/>
        </p:nvSpPr>
        <p:spPr>
          <a:xfrm>
            <a:off x="8330184" y="2231136"/>
            <a:ext cx="132588" cy="132588"/>
          </a:xfrm>
          <a:prstGeom prst="rect">
            <a:avLst/>
          </a:prstGeom>
          <a:solidFill>
            <a:srgbClr val="22272E"/>
          </a:solidFill>
          <a:ln w="12700">
            <a:solidFill>
              <a:srgbClr val="22272E"/>
            </a:solidFill>
            <a:prstDash val="solid"/>
          </a:ln>
        </p:spPr>
        <p:txBody>
          <a:bodyPr/>
          <a:lstStyle/>
          <a:p>
            <a:endParaRPr lang="en-ZA"/>
          </a:p>
        </p:txBody>
      </p:sp>
      <p:sp>
        <p:nvSpPr>
          <p:cNvPr id="115" name="Shape 113"/>
          <p:cNvSpPr/>
          <p:nvPr/>
        </p:nvSpPr>
        <p:spPr>
          <a:xfrm>
            <a:off x="8476488" y="2231136"/>
            <a:ext cx="132588" cy="132588"/>
          </a:xfrm>
          <a:prstGeom prst="rect">
            <a:avLst/>
          </a:prstGeom>
          <a:solidFill>
            <a:srgbClr val="22272E"/>
          </a:solidFill>
          <a:ln w="12700">
            <a:solidFill>
              <a:srgbClr val="22272E"/>
            </a:solidFill>
            <a:prstDash val="solid"/>
          </a:ln>
        </p:spPr>
        <p:txBody>
          <a:bodyPr/>
          <a:lstStyle/>
          <a:p>
            <a:endParaRPr lang="en-ZA"/>
          </a:p>
        </p:txBody>
      </p:sp>
      <p:sp>
        <p:nvSpPr>
          <p:cNvPr id="116" name="Shape 114"/>
          <p:cNvSpPr/>
          <p:nvPr/>
        </p:nvSpPr>
        <p:spPr>
          <a:xfrm>
            <a:off x="8622792" y="2231136"/>
            <a:ext cx="132588" cy="132588"/>
          </a:xfrm>
          <a:prstGeom prst="rect">
            <a:avLst/>
          </a:prstGeom>
          <a:solidFill>
            <a:srgbClr val="22272E"/>
          </a:solidFill>
          <a:ln w="12700">
            <a:solidFill>
              <a:srgbClr val="22272E"/>
            </a:solidFill>
            <a:prstDash val="solid"/>
          </a:ln>
        </p:spPr>
        <p:txBody>
          <a:bodyPr/>
          <a:lstStyle/>
          <a:p>
            <a:endParaRPr lang="en-ZA"/>
          </a:p>
        </p:txBody>
      </p:sp>
      <p:sp>
        <p:nvSpPr>
          <p:cNvPr id="117" name="Shape 115"/>
          <p:cNvSpPr/>
          <p:nvPr/>
        </p:nvSpPr>
        <p:spPr>
          <a:xfrm>
            <a:off x="8769096" y="2231136"/>
            <a:ext cx="132588" cy="132588"/>
          </a:xfrm>
          <a:prstGeom prst="rect">
            <a:avLst/>
          </a:prstGeom>
          <a:solidFill>
            <a:srgbClr val="22272E"/>
          </a:solidFill>
          <a:ln w="12700">
            <a:solidFill>
              <a:srgbClr val="22272E"/>
            </a:solidFill>
            <a:prstDash val="solid"/>
          </a:ln>
        </p:spPr>
        <p:txBody>
          <a:bodyPr/>
          <a:lstStyle/>
          <a:p>
            <a:endParaRPr lang="en-ZA"/>
          </a:p>
        </p:txBody>
      </p:sp>
      <p:sp>
        <p:nvSpPr>
          <p:cNvPr id="118" name="Shape 116"/>
          <p:cNvSpPr/>
          <p:nvPr/>
        </p:nvSpPr>
        <p:spPr>
          <a:xfrm>
            <a:off x="8915400" y="2231136"/>
            <a:ext cx="132588" cy="132588"/>
          </a:xfrm>
          <a:prstGeom prst="rect">
            <a:avLst/>
          </a:prstGeom>
          <a:solidFill>
            <a:srgbClr val="22272E"/>
          </a:solidFill>
          <a:ln w="12700">
            <a:solidFill>
              <a:srgbClr val="22272E"/>
            </a:solidFill>
            <a:prstDash val="solid"/>
          </a:ln>
        </p:spPr>
        <p:txBody>
          <a:bodyPr/>
          <a:lstStyle/>
          <a:p>
            <a:endParaRPr lang="en-ZA"/>
          </a:p>
        </p:txBody>
      </p:sp>
      <p:sp>
        <p:nvSpPr>
          <p:cNvPr id="119" name="Shape 117"/>
          <p:cNvSpPr/>
          <p:nvPr/>
        </p:nvSpPr>
        <p:spPr>
          <a:xfrm>
            <a:off x="9061704" y="2231136"/>
            <a:ext cx="132588" cy="132588"/>
          </a:xfrm>
          <a:prstGeom prst="rect">
            <a:avLst/>
          </a:prstGeom>
          <a:solidFill>
            <a:srgbClr val="22272E"/>
          </a:solidFill>
          <a:ln w="12700">
            <a:solidFill>
              <a:srgbClr val="22272E"/>
            </a:solidFill>
            <a:prstDash val="solid"/>
          </a:ln>
        </p:spPr>
        <p:txBody>
          <a:bodyPr/>
          <a:lstStyle/>
          <a:p>
            <a:endParaRPr lang="en-ZA"/>
          </a:p>
        </p:txBody>
      </p:sp>
      <p:sp>
        <p:nvSpPr>
          <p:cNvPr id="120" name="Shape 118"/>
          <p:cNvSpPr/>
          <p:nvPr/>
        </p:nvSpPr>
        <p:spPr>
          <a:xfrm>
            <a:off x="9208008" y="2231136"/>
            <a:ext cx="132588" cy="132588"/>
          </a:xfrm>
          <a:prstGeom prst="rect">
            <a:avLst/>
          </a:prstGeom>
          <a:solidFill>
            <a:srgbClr val="22272E"/>
          </a:solidFill>
          <a:ln w="12700">
            <a:solidFill>
              <a:srgbClr val="22272E"/>
            </a:solidFill>
            <a:prstDash val="solid"/>
          </a:ln>
        </p:spPr>
        <p:txBody>
          <a:bodyPr/>
          <a:lstStyle/>
          <a:p>
            <a:endParaRPr lang="en-ZA"/>
          </a:p>
        </p:txBody>
      </p:sp>
      <p:sp>
        <p:nvSpPr>
          <p:cNvPr id="121" name="Shape 119"/>
          <p:cNvSpPr/>
          <p:nvPr/>
        </p:nvSpPr>
        <p:spPr>
          <a:xfrm>
            <a:off x="9354312" y="2231136"/>
            <a:ext cx="132588" cy="132588"/>
          </a:xfrm>
          <a:prstGeom prst="rect">
            <a:avLst/>
          </a:prstGeom>
          <a:solidFill>
            <a:srgbClr val="22272E"/>
          </a:solidFill>
          <a:ln w="12700">
            <a:solidFill>
              <a:srgbClr val="22272E"/>
            </a:solidFill>
            <a:prstDash val="solid"/>
          </a:ln>
        </p:spPr>
        <p:txBody>
          <a:bodyPr/>
          <a:lstStyle/>
          <a:p>
            <a:endParaRPr lang="en-ZA"/>
          </a:p>
        </p:txBody>
      </p:sp>
      <p:sp>
        <p:nvSpPr>
          <p:cNvPr id="122" name="Shape 120"/>
          <p:cNvSpPr/>
          <p:nvPr/>
        </p:nvSpPr>
        <p:spPr>
          <a:xfrm>
            <a:off x="9500616" y="2231136"/>
            <a:ext cx="132588" cy="132588"/>
          </a:xfrm>
          <a:prstGeom prst="rect">
            <a:avLst/>
          </a:prstGeom>
          <a:solidFill>
            <a:srgbClr val="22272E"/>
          </a:solidFill>
          <a:ln w="12700">
            <a:solidFill>
              <a:srgbClr val="22272E"/>
            </a:solidFill>
            <a:prstDash val="solid"/>
          </a:ln>
        </p:spPr>
        <p:txBody>
          <a:bodyPr/>
          <a:lstStyle/>
          <a:p>
            <a:endParaRPr lang="en-ZA"/>
          </a:p>
        </p:txBody>
      </p:sp>
      <p:sp>
        <p:nvSpPr>
          <p:cNvPr id="123" name="Shape 121"/>
          <p:cNvSpPr/>
          <p:nvPr/>
        </p:nvSpPr>
        <p:spPr>
          <a:xfrm>
            <a:off x="6720840" y="2377440"/>
            <a:ext cx="132588" cy="132588"/>
          </a:xfrm>
          <a:prstGeom prst="rect">
            <a:avLst/>
          </a:prstGeom>
          <a:solidFill>
            <a:srgbClr val="22272E"/>
          </a:solidFill>
          <a:ln w="12700">
            <a:solidFill>
              <a:srgbClr val="22272E"/>
            </a:solidFill>
            <a:prstDash val="solid"/>
          </a:ln>
        </p:spPr>
        <p:txBody>
          <a:bodyPr/>
          <a:lstStyle/>
          <a:p>
            <a:endParaRPr lang="en-ZA"/>
          </a:p>
        </p:txBody>
      </p:sp>
      <p:sp>
        <p:nvSpPr>
          <p:cNvPr id="124" name="Shape 122"/>
          <p:cNvSpPr/>
          <p:nvPr/>
        </p:nvSpPr>
        <p:spPr>
          <a:xfrm>
            <a:off x="6867144" y="2377440"/>
            <a:ext cx="132588" cy="132588"/>
          </a:xfrm>
          <a:prstGeom prst="rect">
            <a:avLst/>
          </a:prstGeom>
          <a:solidFill>
            <a:srgbClr val="22272E"/>
          </a:solidFill>
          <a:ln w="12700">
            <a:solidFill>
              <a:srgbClr val="22272E"/>
            </a:solidFill>
            <a:prstDash val="solid"/>
          </a:ln>
        </p:spPr>
        <p:txBody>
          <a:bodyPr/>
          <a:lstStyle/>
          <a:p>
            <a:endParaRPr lang="en-ZA"/>
          </a:p>
        </p:txBody>
      </p:sp>
      <p:sp>
        <p:nvSpPr>
          <p:cNvPr id="125" name="Shape 123"/>
          <p:cNvSpPr/>
          <p:nvPr/>
        </p:nvSpPr>
        <p:spPr>
          <a:xfrm>
            <a:off x="7013448" y="2377440"/>
            <a:ext cx="132588" cy="132588"/>
          </a:xfrm>
          <a:prstGeom prst="rect">
            <a:avLst/>
          </a:prstGeom>
          <a:solidFill>
            <a:srgbClr val="22272E"/>
          </a:solidFill>
          <a:ln w="12700">
            <a:solidFill>
              <a:srgbClr val="22272E"/>
            </a:solidFill>
            <a:prstDash val="solid"/>
          </a:ln>
        </p:spPr>
        <p:txBody>
          <a:bodyPr/>
          <a:lstStyle/>
          <a:p>
            <a:endParaRPr lang="en-ZA"/>
          </a:p>
        </p:txBody>
      </p:sp>
      <p:sp>
        <p:nvSpPr>
          <p:cNvPr id="126" name="Shape 124"/>
          <p:cNvSpPr/>
          <p:nvPr/>
        </p:nvSpPr>
        <p:spPr>
          <a:xfrm>
            <a:off x="7159752" y="2377440"/>
            <a:ext cx="132588" cy="132588"/>
          </a:xfrm>
          <a:prstGeom prst="rect">
            <a:avLst/>
          </a:prstGeom>
          <a:solidFill>
            <a:srgbClr val="22272E"/>
          </a:solidFill>
          <a:ln w="12700">
            <a:solidFill>
              <a:srgbClr val="22272E"/>
            </a:solidFill>
            <a:prstDash val="solid"/>
          </a:ln>
        </p:spPr>
        <p:txBody>
          <a:bodyPr/>
          <a:lstStyle/>
          <a:p>
            <a:endParaRPr lang="en-ZA"/>
          </a:p>
        </p:txBody>
      </p:sp>
      <p:sp>
        <p:nvSpPr>
          <p:cNvPr id="127" name="Shape 125"/>
          <p:cNvSpPr/>
          <p:nvPr/>
        </p:nvSpPr>
        <p:spPr>
          <a:xfrm>
            <a:off x="7306056" y="2377440"/>
            <a:ext cx="132588" cy="132588"/>
          </a:xfrm>
          <a:prstGeom prst="rect">
            <a:avLst/>
          </a:prstGeom>
          <a:solidFill>
            <a:srgbClr val="22272E"/>
          </a:solidFill>
          <a:ln w="12700">
            <a:solidFill>
              <a:srgbClr val="22272E"/>
            </a:solidFill>
            <a:prstDash val="solid"/>
          </a:ln>
        </p:spPr>
        <p:txBody>
          <a:bodyPr/>
          <a:lstStyle/>
          <a:p>
            <a:endParaRPr lang="en-ZA"/>
          </a:p>
        </p:txBody>
      </p:sp>
      <p:sp>
        <p:nvSpPr>
          <p:cNvPr id="128" name="Shape 126"/>
          <p:cNvSpPr/>
          <p:nvPr/>
        </p:nvSpPr>
        <p:spPr>
          <a:xfrm>
            <a:off x="7452360" y="2377440"/>
            <a:ext cx="132588" cy="132588"/>
          </a:xfrm>
          <a:prstGeom prst="rect">
            <a:avLst/>
          </a:prstGeom>
          <a:solidFill>
            <a:srgbClr val="D0D7DE"/>
          </a:solidFill>
          <a:ln w="12700">
            <a:solidFill>
              <a:srgbClr val="D0D7DE"/>
            </a:solidFill>
            <a:prstDash val="solid"/>
          </a:ln>
        </p:spPr>
        <p:txBody>
          <a:bodyPr/>
          <a:lstStyle/>
          <a:p>
            <a:endParaRPr lang="en-ZA"/>
          </a:p>
        </p:txBody>
      </p:sp>
      <p:sp>
        <p:nvSpPr>
          <p:cNvPr id="129" name="Shape 127"/>
          <p:cNvSpPr/>
          <p:nvPr/>
        </p:nvSpPr>
        <p:spPr>
          <a:xfrm>
            <a:off x="7598664" y="2377440"/>
            <a:ext cx="132588" cy="132588"/>
          </a:xfrm>
          <a:prstGeom prst="rect">
            <a:avLst/>
          </a:prstGeom>
          <a:solidFill>
            <a:srgbClr val="22272E"/>
          </a:solidFill>
          <a:ln w="12700">
            <a:solidFill>
              <a:srgbClr val="22272E"/>
            </a:solidFill>
            <a:prstDash val="solid"/>
          </a:ln>
        </p:spPr>
        <p:txBody>
          <a:bodyPr/>
          <a:lstStyle/>
          <a:p>
            <a:endParaRPr lang="en-ZA"/>
          </a:p>
        </p:txBody>
      </p:sp>
      <p:sp>
        <p:nvSpPr>
          <p:cNvPr id="130" name="Shape 128"/>
          <p:cNvSpPr/>
          <p:nvPr/>
        </p:nvSpPr>
        <p:spPr>
          <a:xfrm>
            <a:off x="7744968" y="2377440"/>
            <a:ext cx="132588" cy="132588"/>
          </a:xfrm>
          <a:prstGeom prst="rect">
            <a:avLst/>
          </a:prstGeom>
          <a:solidFill>
            <a:srgbClr val="22272E"/>
          </a:solidFill>
          <a:ln w="12700">
            <a:solidFill>
              <a:srgbClr val="22272E"/>
            </a:solidFill>
            <a:prstDash val="solid"/>
          </a:ln>
        </p:spPr>
        <p:txBody>
          <a:bodyPr/>
          <a:lstStyle/>
          <a:p>
            <a:endParaRPr lang="en-ZA"/>
          </a:p>
        </p:txBody>
      </p:sp>
      <p:sp>
        <p:nvSpPr>
          <p:cNvPr id="131" name="Shape 129"/>
          <p:cNvSpPr/>
          <p:nvPr/>
        </p:nvSpPr>
        <p:spPr>
          <a:xfrm>
            <a:off x="7891272" y="2377440"/>
            <a:ext cx="132588" cy="132588"/>
          </a:xfrm>
          <a:prstGeom prst="rect">
            <a:avLst/>
          </a:prstGeom>
          <a:solidFill>
            <a:srgbClr val="22272E"/>
          </a:solidFill>
          <a:ln w="12700">
            <a:solidFill>
              <a:srgbClr val="22272E"/>
            </a:solidFill>
            <a:prstDash val="solid"/>
          </a:ln>
        </p:spPr>
        <p:txBody>
          <a:bodyPr/>
          <a:lstStyle/>
          <a:p>
            <a:endParaRPr lang="en-ZA"/>
          </a:p>
        </p:txBody>
      </p:sp>
      <p:sp>
        <p:nvSpPr>
          <p:cNvPr id="132" name="Shape 130"/>
          <p:cNvSpPr/>
          <p:nvPr/>
        </p:nvSpPr>
        <p:spPr>
          <a:xfrm>
            <a:off x="8037576" y="2377440"/>
            <a:ext cx="132588" cy="132588"/>
          </a:xfrm>
          <a:prstGeom prst="rect">
            <a:avLst/>
          </a:prstGeom>
          <a:solidFill>
            <a:srgbClr val="22272E"/>
          </a:solidFill>
          <a:ln w="12700">
            <a:solidFill>
              <a:srgbClr val="22272E"/>
            </a:solidFill>
            <a:prstDash val="solid"/>
          </a:ln>
        </p:spPr>
        <p:txBody>
          <a:bodyPr/>
          <a:lstStyle/>
          <a:p>
            <a:endParaRPr lang="en-ZA"/>
          </a:p>
        </p:txBody>
      </p:sp>
      <p:sp>
        <p:nvSpPr>
          <p:cNvPr id="133" name="Shape 131"/>
          <p:cNvSpPr/>
          <p:nvPr/>
        </p:nvSpPr>
        <p:spPr>
          <a:xfrm>
            <a:off x="8183880" y="2377440"/>
            <a:ext cx="132588" cy="132588"/>
          </a:xfrm>
          <a:prstGeom prst="rect">
            <a:avLst/>
          </a:prstGeom>
          <a:solidFill>
            <a:srgbClr val="22272E"/>
          </a:solidFill>
          <a:ln w="12700">
            <a:solidFill>
              <a:srgbClr val="22272E"/>
            </a:solidFill>
            <a:prstDash val="solid"/>
          </a:ln>
        </p:spPr>
        <p:txBody>
          <a:bodyPr/>
          <a:lstStyle/>
          <a:p>
            <a:endParaRPr lang="en-ZA"/>
          </a:p>
        </p:txBody>
      </p:sp>
      <p:sp>
        <p:nvSpPr>
          <p:cNvPr id="134" name="Shape 132"/>
          <p:cNvSpPr/>
          <p:nvPr/>
        </p:nvSpPr>
        <p:spPr>
          <a:xfrm>
            <a:off x="8330184" y="2377440"/>
            <a:ext cx="132588" cy="132588"/>
          </a:xfrm>
          <a:prstGeom prst="rect">
            <a:avLst/>
          </a:prstGeom>
          <a:solidFill>
            <a:srgbClr val="22272E"/>
          </a:solidFill>
          <a:ln w="12700">
            <a:solidFill>
              <a:srgbClr val="22272E"/>
            </a:solidFill>
            <a:prstDash val="solid"/>
          </a:ln>
        </p:spPr>
        <p:txBody>
          <a:bodyPr/>
          <a:lstStyle/>
          <a:p>
            <a:endParaRPr lang="en-ZA"/>
          </a:p>
        </p:txBody>
      </p:sp>
      <p:sp>
        <p:nvSpPr>
          <p:cNvPr id="135" name="Shape 133"/>
          <p:cNvSpPr/>
          <p:nvPr/>
        </p:nvSpPr>
        <p:spPr>
          <a:xfrm>
            <a:off x="8476488" y="2377440"/>
            <a:ext cx="132588" cy="132588"/>
          </a:xfrm>
          <a:prstGeom prst="rect">
            <a:avLst/>
          </a:prstGeom>
          <a:solidFill>
            <a:srgbClr val="22272E"/>
          </a:solidFill>
          <a:ln w="12700">
            <a:solidFill>
              <a:srgbClr val="22272E"/>
            </a:solidFill>
            <a:prstDash val="solid"/>
          </a:ln>
        </p:spPr>
        <p:txBody>
          <a:bodyPr/>
          <a:lstStyle/>
          <a:p>
            <a:endParaRPr lang="en-ZA"/>
          </a:p>
        </p:txBody>
      </p:sp>
      <p:sp>
        <p:nvSpPr>
          <p:cNvPr id="136" name="Shape 134"/>
          <p:cNvSpPr/>
          <p:nvPr/>
        </p:nvSpPr>
        <p:spPr>
          <a:xfrm>
            <a:off x="8622792" y="2377440"/>
            <a:ext cx="132588" cy="132588"/>
          </a:xfrm>
          <a:prstGeom prst="rect">
            <a:avLst/>
          </a:prstGeom>
          <a:solidFill>
            <a:srgbClr val="22272E"/>
          </a:solidFill>
          <a:ln w="12700">
            <a:solidFill>
              <a:srgbClr val="22272E"/>
            </a:solidFill>
            <a:prstDash val="solid"/>
          </a:ln>
        </p:spPr>
        <p:txBody>
          <a:bodyPr/>
          <a:lstStyle/>
          <a:p>
            <a:endParaRPr lang="en-ZA"/>
          </a:p>
        </p:txBody>
      </p:sp>
      <p:sp>
        <p:nvSpPr>
          <p:cNvPr id="137" name="Shape 135"/>
          <p:cNvSpPr/>
          <p:nvPr/>
        </p:nvSpPr>
        <p:spPr>
          <a:xfrm>
            <a:off x="8769096" y="2377440"/>
            <a:ext cx="132588" cy="132588"/>
          </a:xfrm>
          <a:prstGeom prst="rect">
            <a:avLst/>
          </a:prstGeom>
          <a:solidFill>
            <a:srgbClr val="22272E"/>
          </a:solidFill>
          <a:ln w="12700">
            <a:solidFill>
              <a:srgbClr val="22272E"/>
            </a:solidFill>
            <a:prstDash val="solid"/>
          </a:ln>
        </p:spPr>
        <p:txBody>
          <a:bodyPr/>
          <a:lstStyle/>
          <a:p>
            <a:endParaRPr lang="en-ZA"/>
          </a:p>
        </p:txBody>
      </p:sp>
      <p:sp>
        <p:nvSpPr>
          <p:cNvPr id="138" name="Shape 136"/>
          <p:cNvSpPr/>
          <p:nvPr/>
        </p:nvSpPr>
        <p:spPr>
          <a:xfrm>
            <a:off x="8915400" y="2377440"/>
            <a:ext cx="132588" cy="132588"/>
          </a:xfrm>
          <a:prstGeom prst="rect">
            <a:avLst/>
          </a:prstGeom>
          <a:solidFill>
            <a:srgbClr val="22272E"/>
          </a:solidFill>
          <a:ln w="12700">
            <a:solidFill>
              <a:srgbClr val="22272E"/>
            </a:solidFill>
            <a:prstDash val="solid"/>
          </a:ln>
        </p:spPr>
        <p:txBody>
          <a:bodyPr/>
          <a:lstStyle/>
          <a:p>
            <a:endParaRPr lang="en-ZA"/>
          </a:p>
        </p:txBody>
      </p:sp>
      <p:sp>
        <p:nvSpPr>
          <p:cNvPr id="139" name="Shape 137"/>
          <p:cNvSpPr/>
          <p:nvPr/>
        </p:nvSpPr>
        <p:spPr>
          <a:xfrm>
            <a:off x="9061704" y="2377440"/>
            <a:ext cx="132588" cy="132588"/>
          </a:xfrm>
          <a:prstGeom prst="rect">
            <a:avLst/>
          </a:prstGeom>
          <a:solidFill>
            <a:srgbClr val="22272E"/>
          </a:solidFill>
          <a:ln w="12700">
            <a:solidFill>
              <a:srgbClr val="22272E"/>
            </a:solidFill>
            <a:prstDash val="solid"/>
          </a:ln>
        </p:spPr>
        <p:txBody>
          <a:bodyPr/>
          <a:lstStyle/>
          <a:p>
            <a:endParaRPr lang="en-ZA"/>
          </a:p>
        </p:txBody>
      </p:sp>
      <p:sp>
        <p:nvSpPr>
          <p:cNvPr id="140" name="Shape 138"/>
          <p:cNvSpPr/>
          <p:nvPr/>
        </p:nvSpPr>
        <p:spPr>
          <a:xfrm>
            <a:off x="9208008" y="2377440"/>
            <a:ext cx="132588" cy="132588"/>
          </a:xfrm>
          <a:prstGeom prst="rect">
            <a:avLst/>
          </a:prstGeom>
          <a:solidFill>
            <a:srgbClr val="22272E"/>
          </a:solidFill>
          <a:ln w="12700">
            <a:solidFill>
              <a:srgbClr val="22272E"/>
            </a:solidFill>
            <a:prstDash val="solid"/>
          </a:ln>
        </p:spPr>
        <p:txBody>
          <a:bodyPr/>
          <a:lstStyle/>
          <a:p>
            <a:endParaRPr lang="en-ZA"/>
          </a:p>
        </p:txBody>
      </p:sp>
      <p:sp>
        <p:nvSpPr>
          <p:cNvPr id="141" name="Shape 139"/>
          <p:cNvSpPr/>
          <p:nvPr/>
        </p:nvSpPr>
        <p:spPr>
          <a:xfrm>
            <a:off x="9354312" y="2377440"/>
            <a:ext cx="132588" cy="132588"/>
          </a:xfrm>
          <a:prstGeom prst="rect">
            <a:avLst/>
          </a:prstGeom>
          <a:solidFill>
            <a:srgbClr val="22272E"/>
          </a:solidFill>
          <a:ln w="12700">
            <a:solidFill>
              <a:srgbClr val="22272E"/>
            </a:solidFill>
            <a:prstDash val="solid"/>
          </a:ln>
        </p:spPr>
        <p:txBody>
          <a:bodyPr/>
          <a:lstStyle/>
          <a:p>
            <a:endParaRPr lang="en-ZA"/>
          </a:p>
        </p:txBody>
      </p:sp>
      <p:sp>
        <p:nvSpPr>
          <p:cNvPr id="142" name="Shape 140"/>
          <p:cNvSpPr/>
          <p:nvPr/>
        </p:nvSpPr>
        <p:spPr>
          <a:xfrm>
            <a:off x="9500616" y="2377440"/>
            <a:ext cx="132588" cy="132588"/>
          </a:xfrm>
          <a:prstGeom prst="rect">
            <a:avLst/>
          </a:prstGeom>
          <a:solidFill>
            <a:srgbClr val="22272E"/>
          </a:solidFill>
          <a:ln w="12700">
            <a:solidFill>
              <a:srgbClr val="22272E"/>
            </a:solidFill>
            <a:prstDash val="solid"/>
          </a:ln>
        </p:spPr>
        <p:txBody>
          <a:bodyPr/>
          <a:lstStyle/>
          <a:p>
            <a:endParaRPr lang="en-ZA"/>
          </a:p>
        </p:txBody>
      </p:sp>
      <p:sp>
        <p:nvSpPr>
          <p:cNvPr id="143" name="Shape 141"/>
          <p:cNvSpPr/>
          <p:nvPr/>
        </p:nvSpPr>
        <p:spPr>
          <a:xfrm>
            <a:off x="6720840" y="2523744"/>
            <a:ext cx="132588" cy="132588"/>
          </a:xfrm>
          <a:prstGeom prst="rect">
            <a:avLst/>
          </a:prstGeom>
          <a:solidFill>
            <a:srgbClr val="22272E"/>
          </a:solidFill>
          <a:ln w="12700">
            <a:solidFill>
              <a:srgbClr val="22272E"/>
            </a:solidFill>
            <a:prstDash val="solid"/>
          </a:ln>
        </p:spPr>
        <p:txBody>
          <a:bodyPr/>
          <a:lstStyle/>
          <a:p>
            <a:endParaRPr lang="en-ZA"/>
          </a:p>
        </p:txBody>
      </p:sp>
      <p:sp>
        <p:nvSpPr>
          <p:cNvPr id="144" name="Shape 142"/>
          <p:cNvSpPr/>
          <p:nvPr/>
        </p:nvSpPr>
        <p:spPr>
          <a:xfrm>
            <a:off x="6867144" y="2523744"/>
            <a:ext cx="132588" cy="132588"/>
          </a:xfrm>
          <a:prstGeom prst="rect">
            <a:avLst/>
          </a:prstGeom>
          <a:solidFill>
            <a:srgbClr val="22272E"/>
          </a:solidFill>
          <a:ln w="12700">
            <a:solidFill>
              <a:srgbClr val="22272E"/>
            </a:solidFill>
            <a:prstDash val="solid"/>
          </a:ln>
        </p:spPr>
        <p:txBody>
          <a:bodyPr/>
          <a:lstStyle/>
          <a:p>
            <a:endParaRPr lang="en-ZA"/>
          </a:p>
        </p:txBody>
      </p:sp>
      <p:sp>
        <p:nvSpPr>
          <p:cNvPr id="145" name="Shape 143"/>
          <p:cNvSpPr/>
          <p:nvPr/>
        </p:nvSpPr>
        <p:spPr>
          <a:xfrm>
            <a:off x="7013448" y="2523744"/>
            <a:ext cx="132588" cy="132588"/>
          </a:xfrm>
          <a:prstGeom prst="rect">
            <a:avLst/>
          </a:prstGeom>
          <a:solidFill>
            <a:srgbClr val="22272E"/>
          </a:solidFill>
          <a:ln w="12700">
            <a:solidFill>
              <a:srgbClr val="22272E"/>
            </a:solidFill>
            <a:prstDash val="solid"/>
          </a:ln>
        </p:spPr>
        <p:txBody>
          <a:bodyPr/>
          <a:lstStyle/>
          <a:p>
            <a:endParaRPr lang="en-ZA"/>
          </a:p>
        </p:txBody>
      </p:sp>
      <p:sp>
        <p:nvSpPr>
          <p:cNvPr id="146" name="Shape 144"/>
          <p:cNvSpPr/>
          <p:nvPr/>
        </p:nvSpPr>
        <p:spPr>
          <a:xfrm>
            <a:off x="7159752" y="2523744"/>
            <a:ext cx="132588" cy="132588"/>
          </a:xfrm>
          <a:prstGeom prst="rect">
            <a:avLst/>
          </a:prstGeom>
          <a:solidFill>
            <a:srgbClr val="2EA043"/>
          </a:solidFill>
          <a:ln w="12700">
            <a:solidFill>
              <a:srgbClr val="2EA043"/>
            </a:solidFill>
            <a:prstDash val="solid"/>
          </a:ln>
        </p:spPr>
        <p:txBody>
          <a:bodyPr/>
          <a:lstStyle/>
          <a:p>
            <a:endParaRPr lang="en-ZA"/>
          </a:p>
        </p:txBody>
      </p:sp>
      <p:sp>
        <p:nvSpPr>
          <p:cNvPr id="147" name="Shape 145"/>
          <p:cNvSpPr/>
          <p:nvPr/>
        </p:nvSpPr>
        <p:spPr>
          <a:xfrm>
            <a:off x="7306056" y="2523744"/>
            <a:ext cx="132588" cy="132588"/>
          </a:xfrm>
          <a:prstGeom prst="rect">
            <a:avLst/>
          </a:prstGeom>
          <a:solidFill>
            <a:srgbClr val="2EA043"/>
          </a:solidFill>
          <a:ln w="12700">
            <a:solidFill>
              <a:srgbClr val="2EA043"/>
            </a:solidFill>
            <a:prstDash val="solid"/>
          </a:ln>
        </p:spPr>
        <p:txBody>
          <a:bodyPr/>
          <a:lstStyle/>
          <a:p>
            <a:endParaRPr lang="en-ZA"/>
          </a:p>
        </p:txBody>
      </p:sp>
      <p:sp>
        <p:nvSpPr>
          <p:cNvPr id="148" name="Shape 146"/>
          <p:cNvSpPr/>
          <p:nvPr/>
        </p:nvSpPr>
        <p:spPr>
          <a:xfrm>
            <a:off x="7452360" y="2523744"/>
            <a:ext cx="132588" cy="132588"/>
          </a:xfrm>
          <a:prstGeom prst="rect">
            <a:avLst/>
          </a:prstGeom>
          <a:solidFill>
            <a:srgbClr val="D0D7DE"/>
          </a:solidFill>
          <a:ln w="12700">
            <a:solidFill>
              <a:srgbClr val="D0D7DE"/>
            </a:solidFill>
            <a:prstDash val="solid"/>
          </a:ln>
        </p:spPr>
        <p:txBody>
          <a:bodyPr/>
          <a:lstStyle/>
          <a:p>
            <a:endParaRPr lang="en-ZA"/>
          </a:p>
        </p:txBody>
      </p:sp>
      <p:sp>
        <p:nvSpPr>
          <p:cNvPr id="149" name="Shape 147"/>
          <p:cNvSpPr/>
          <p:nvPr/>
        </p:nvSpPr>
        <p:spPr>
          <a:xfrm>
            <a:off x="7598664" y="2523744"/>
            <a:ext cx="132588" cy="132588"/>
          </a:xfrm>
          <a:prstGeom prst="rect">
            <a:avLst/>
          </a:prstGeom>
          <a:solidFill>
            <a:srgbClr val="2EA043"/>
          </a:solidFill>
          <a:ln w="12700">
            <a:solidFill>
              <a:srgbClr val="2EA043"/>
            </a:solidFill>
            <a:prstDash val="solid"/>
          </a:ln>
        </p:spPr>
        <p:txBody>
          <a:bodyPr/>
          <a:lstStyle/>
          <a:p>
            <a:endParaRPr lang="en-ZA"/>
          </a:p>
        </p:txBody>
      </p:sp>
      <p:sp>
        <p:nvSpPr>
          <p:cNvPr id="150" name="Shape 148"/>
          <p:cNvSpPr/>
          <p:nvPr/>
        </p:nvSpPr>
        <p:spPr>
          <a:xfrm>
            <a:off x="7744968" y="2523744"/>
            <a:ext cx="132588" cy="132588"/>
          </a:xfrm>
          <a:prstGeom prst="rect">
            <a:avLst/>
          </a:prstGeom>
          <a:solidFill>
            <a:srgbClr val="2EA043"/>
          </a:solidFill>
          <a:ln w="12700">
            <a:solidFill>
              <a:srgbClr val="2EA043"/>
            </a:solidFill>
            <a:prstDash val="solid"/>
          </a:ln>
        </p:spPr>
        <p:txBody>
          <a:bodyPr/>
          <a:lstStyle/>
          <a:p>
            <a:endParaRPr lang="en-ZA"/>
          </a:p>
        </p:txBody>
      </p:sp>
      <p:sp>
        <p:nvSpPr>
          <p:cNvPr id="151" name="Shape 149"/>
          <p:cNvSpPr/>
          <p:nvPr/>
        </p:nvSpPr>
        <p:spPr>
          <a:xfrm>
            <a:off x="7891272" y="2523744"/>
            <a:ext cx="132588" cy="132588"/>
          </a:xfrm>
          <a:prstGeom prst="rect">
            <a:avLst/>
          </a:prstGeom>
          <a:solidFill>
            <a:srgbClr val="2EA043"/>
          </a:solidFill>
          <a:ln w="12700">
            <a:solidFill>
              <a:srgbClr val="2EA043"/>
            </a:solidFill>
            <a:prstDash val="solid"/>
          </a:ln>
        </p:spPr>
        <p:txBody>
          <a:bodyPr/>
          <a:lstStyle/>
          <a:p>
            <a:endParaRPr lang="en-ZA"/>
          </a:p>
        </p:txBody>
      </p:sp>
      <p:sp>
        <p:nvSpPr>
          <p:cNvPr id="152" name="Shape 150"/>
          <p:cNvSpPr/>
          <p:nvPr/>
        </p:nvSpPr>
        <p:spPr>
          <a:xfrm>
            <a:off x="8037576" y="2523744"/>
            <a:ext cx="132588" cy="132588"/>
          </a:xfrm>
          <a:prstGeom prst="rect">
            <a:avLst/>
          </a:prstGeom>
          <a:solidFill>
            <a:srgbClr val="2EA043"/>
          </a:solidFill>
          <a:ln w="12700">
            <a:solidFill>
              <a:srgbClr val="2EA043"/>
            </a:solidFill>
            <a:prstDash val="solid"/>
          </a:ln>
        </p:spPr>
        <p:txBody>
          <a:bodyPr/>
          <a:lstStyle/>
          <a:p>
            <a:endParaRPr lang="en-ZA"/>
          </a:p>
        </p:txBody>
      </p:sp>
      <p:sp>
        <p:nvSpPr>
          <p:cNvPr id="153" name="Shape 151"/>
          <p:cNvSpPr/>
          <p:nvPr/>
        </p:nvSpPr>
        <p:spPr>
          <a:xfrm>
            <a:off x="8183880" y="2523744"/>
            <a:ext cx="132588" cy="132588"/>
          </a:xfrm>
          <a:prstGeom prst="rect">
            <a:avLst/>
          </a:prstGeom>
          <a:solidFill>
            <a:srgbClr val="2EA043"/>
          </a:solidFill>
          <a:ln w="12700">
            <a:solidFill>
              <a:srgbClr val="2EA043"/>
            </a:solidFill>
            <a:prstDash val="solid"/>
          </a:ln>
        </p:spPr>
        <p:txBody>
          <a:bodyPr/>
          <a:lstStyle/>
          <a:p>
            <a:endParaRPr lang="en-ZA"/>
          </a:p>
        </p:txBody>
      </p:sp>
      <p:sp>
        <p:nvSpPr>
          <p:cNvPr id="154" name="Shape 152"/>
          <p:cNvSpPr/>
          <p:nvPr/>
        </p:nvSpPr>
        <p:spPr>
          <a:xfrm>
            <a:off x="8330184" y="2523744"/>
            <a:ext cx="132588" cy="132588"/>
          </a:xfrm>
          <a:prstGeom prst="rect">
            <a:avLst/>
          </a:prstGeom>
          <a:solidFill>
            <a:srgbClr val="2EA043"/>
          </a:solidFill>
          <a:ln w="12700">
            <a:solidFill>
              <a:srgbClr val="2EA043"/>
            </a:solidFill>
            <a:prstDash val="solid"/>
          </a:ln>
        </p:spPr>
        <p:txBody>
          <a:bodyPr/>
          <a:lstStyle/>
          <a:p>
            <a:endParaRPr lang="en-ZA"/>
          </a:p>
        </p:txBody>
      </p:sp>
      <p:sp>
        <p:nvSpPr>
          <p:cNvPr id="155" name="Shape 153"/>
          <p:cNvSpPr/>
          <p:nvPr/>
        </p:nvSpPr>
        <p:spPr>
          <a:xfrm>
            <a:off x="8476488" y="2523744"/>
            <a:ext cx="132588" cy="132588"/>
          </a:xfrm>
          <a:prstGeom prst="rect">
            <a:avLst/>
          </a:prstGeom>
          <a:solidFill>
            <a:srgbClr val="2EA043"/>
          </a:solidFill>
          <a:ln w="12700">
            <a:solidFill>
              <a:srgbClr val="2EA043"/>
            </a:solidFill>
            <a:prstDash val="solid"/>
          </a:ln>
        </p:spPr>
        <p:txBody>
          <a:bodyPr/>
          <a:lstStyle/>
          <a:p>
            <a:endParaRPr lang="en-ZA"/>
          </a:p>
        </p:txBody>
      </p:sp>
      <p:sp>
        <p:nvSpPr>
          <p:cNvPr id="156" name="Shape 154"/>
          <p:cNvSpPr/>
          <p:nvPr/>
        </p:nvSpPr>
        <p:spPr>
          <a:xfrm>
            <a:off x="8622792" y="2523744"/>
            <a:ext cx="132588" cy="132588"/>
          </a:xfrm>
          <a:prstGeom prst="rect">
            <a:avLst/>
          </a:prstGeom>
          <a:solidFill>
            <a:srgbClr val="2EA043"/>
          </a:solidFill>
          <a:ln w="12700">
            <a:solidFill>
              <a:srgbClr val="2EA043"/>
            </a:solidFill>
            <a:prstDash val="solid"/>
          </a:ln>
        </p:spPr>
        <p:txBody>
          <a:bodyPr/>
          <a:lstStyle/>
          <a:p>
            <a:endParaRPr lang="en-ZA"/>
          </a:p>
        </p:txBody>
      </p:sp>
      <p:sp>
        <p:nvSpPr>
          <p:cNvPr id="157" name="Shape 155"/>
          <p:cNvSpPr/>
          <p:nvPr/>
        </p:nvSpPr>
        <p:spPr>
          <a:xfrm>
            <a:off x="8769096" y="2523744"/>
            <a:ext cx="132588" cy="132588"/>
          </a:xfrm>
          <a:prstGeom prst="rect">
            <a:avLst/>
          </a:prstGeom>
          <a:solidFill>
            <a:srgbClr val="2EA043"/>
          </a:solidFill>
          <a:ln w="12700">
            <a:solidFill>
              <a:srgbClr val="2EA043"/>
            </a:solidFill>
            <a:prstDash val="solid"/>
          </a:ln>
        </p:spPr>
        <p:txBody>
          <a:bodyPr/>
          <a:lstStyle/>
          <a:p>
            <a:endParaRPr lang="en-ZA"/>
          </a:p>
        </p:txBody>
      </p:sp>
      <p:sp>
        <p:nvSpPr>
          <p:cNvPr id="158" name="Shape 156"/>
          <p:cNvSpPr/>
          <p:nvPr/>
        </p:nvSpPr>
        <p:spPr>
          <a:xfrm>
            <a:off x="8915400" y="2523744"/>
            <a:ext cx="132588" cy="132588"/>
          </a:xfrm>
          <a:prstGeom prst="rect">
            <a:avLst/>
          </a:prstGeom>
          <a:solidFill>
            <a:srgbClr val="22272E"/>
          </a:solidFill>
          <a:ln w="12700">
            <a:solidFill>
              <a:srgbClr val="22272E"/>
            </a:solidFill>
            <a:prstDash val="solid"/>
          </a:ln>
        </p:spPr>
        <p:txBody>
          <a:bodyPr/>
          <a:lstStyle/>
          <a:p>
            <a:endParaRPr lang="en-ZA"/>
          </a:p>
        </p:txBody>
      </p:sp>
      <p:sp>
        <p:nvSpPr>
          <p:cNvPr id="159" name="Shape 157"/>
          <p:cNvSpPr/>
          <p:nvPr/>
        </p:nvSpPr>
        <p:spPr>
          <a:xfrm>
            <a:off x="9061704" y="2523744"/>
            <a:ext cx="132588" cy="132588"/>
          </a:xfrm>
          <a:prstGeom prst="rect">
            <a:avLst/>
          </a:prstGeom>
          <a:solidFill>
            <a:srgbClr val="22272E"/>
          </a:solidFill>
          <a:ln w="12700">
            <a:solidFill>
              <a:srgbClr val="22272E"/>
            </a:solidFill>
            <a:prstDash val="solid"/>
          </a:ln>
        </p:spPr>
        <p:txBody>
          <a:bodyPr/>
          <a:lstStyle/>
          <a:p>
            <a:endParaRPr lang="en-ZA"/>
          </a:p>
        </p:txBody>
      </p:sp>
      <p:sp>
        <p:nvSpPr>
          <p:cNvPr id="160" name="Shape 158"/>
          <p:cNvSpPr/>
          <p:nvPr/>
        </p:nvSpPr>
        <p:spPr>
          <a:xfrm>
            <a:off x="9208008" y="2523744"/>
            <a:ext cx="132588" cy="132588"/>
          </a:xfrm>
          <a:prstGeom prst="rect">
            <a:avLst/>
          </a:prstGeom>
          <a:solidFill>
            <a:srgbClr val="22272E"/>
          </a:solidFill>
          <a:ln w="12700">
            <a:solidFill>
              <a:srgbClr val="22272E"/>
            </a:solidFill>
            <a:prstDash val="solid"/>
          </a:ln>
        </p:spPr>
        <p:txBody>
          <a:bodyPr/>
          <a:lstStyle/>
          <a:p>
            <a:endParaRPr lang="en-ZA"/>
          </a:p>
        </p:txBody>
      </p:sp>
      <p:sp>
        <p:nvSpPr>
          <p:cNvPr id="161" name="Shape 159"/>
          <p:cNvSpPr/>
          <p:nvPr/>
        </p:nvSpPr>
        <p:spPr>
          <a:xfrm>
            <a:off x="9354312" y="2523744"/>
            <a:ext cx="132588" cy="132588"/>
          </a:xfrm>
          <a:prstGeom prst="rect">
            <a:avLst/>
          </a:prstGeom>
          <a:solidFill>
            <a:srgbClr val="22272E"/>
          </a:solidFill>
          <a:ln w="12700">
            <a:solidFill>
              <a:srgbClr val="22272E"/>
            </a:solidFill>
            <a:prstDash val="solid"/>
          </a:ln>
        </p:spPr>
        <p:txBody>
          <a:bodyPr/>
          <a:lstStyle/>
          <a:p>
            <a:endParaRPr lang="en-ZA"/>
          </a:p>
        </p:txBody>
      </p:sp>
      <p:sp>
        <p:nvSpPr>
          <p:cNvPr id="162" name="Shape 160"/>
          <p:cNvSpPr/>
          <p:nvPr/>
        </p:nvSpPr>
        <p:spPr>
          <a:xfrm>
            <a:off x="9500616" y="2523744"/>
            <a:ext cx="132588" cy="132588"/>
          </a:xfrm>
          <a:prstGeom prst="rect">
            <a:avLst/>
          </a:prstGeom>
          <a:solidFill>
            <a:srgbClr val="22272E"/>
          </a:solidFill>
          <a:ln w="12700">
            <a:solidFill>
              <a:srgbClr val="22272E"/>
            </a:solidFill>
            <a:prstDash val="solid"/>
          </a:ln>
        </p:spPr>
        <p:txBody>
          <a:bodyPr/>
          <a:lstStyle/>
          <a:p>
            <a:endParaRPr lang="en-ZA"/>
          </a:p>
        </p:txBody>
      </p:sp>
      <p:sp>
        <p:nvSpPr>
          <p:cNvPr id="163" name="Shape 161"/>
          <p:cNvSpPr/>
          <p:nvPr/>
        </p:nvSpPr>
        <p:spPr>
          <a:xfrm>
            <a:off x="6720840" y="2670048"/>
            <a:ext cx="132588" cy="132588"/>
          </a:xfrm>
          <a:prstGeom prst="rect">
            <a:avLst/>
          </a:prstGeom>
          <a:solidFill>
            <a:srgbClr val="22272E"/>
          </a:solidFill>
          <a:ln w="12700">
            <a:solidFill>
              <a:srgbClr val="22272E"/>
            </a:solidFill>
            <a:prstDash val="solid"/>
          </a:ln>
        </p:spPr>
        <p:txBody>
          <a:bodyPr/>
          <a:lstStyle/>
          <a:p>
            <a:endParaRPr lang="en-ZA"/>
          </a:p>
        </p:txBody>
      </p:sp>
      <p:sp>
        <p:nvSpPr>
          <p:cNvPr id="164" name="Shape 162"/>
          <p:cNvSpPr/>
          <p:nvPr/>
        </p:nvSpPr>
        <p:spPr>
          <a:xfrm>
            <a:off x="6867144" y="2670048"/>
            <a:ext cx="132588" cy="132588"/>
          </a:xfrm>
          <a:prstGeom prst="rect">
            <a:avLst/>
          </a:prstGeom>
          <a:solidFill>
            <a:srgbClr val="22272E"/>
          </a:solidFill>
          <a:ln w="12700">
            <a:solidFill>
              <a:srgbClr val="22272E"/>
            </a:solidFill>
            <a:prstDash val="solid"/>
          </a:ln>
        </p:spPr>
        <p:txBody>
          <a:bodyPr/>
          <a:lstStyle/>
          <a:p>
            <a:endParaRPr lang="en-ZA"/>
          </a:p>
        </p:txBody>
      </p:sp>
      <p:sp>
        <p:nvSpPr>
          <p:cNvPr id="165" name="Shape 163"/>
          <p:cNvSpPr/>
          <p:nvPr/>
        </p:nvSpPr>
        <p:spPr>
          <a:xfrm>
            <a:off x="7013448" y="2670048"/>
            <a:ext cx="132588" cy="132588"/>
          </a:xfrm>
          <a:prstGeom prst="rect">
            <a:avLst/>
          </a:prstGeom>
          <a:solidFill>
            <a:srgbClr val="22272E"/>
          </a:solidFill>
          <a:ln w="12700">
            <a:solidFill>
              <a:srgbClr val="22272E"/>
            </a:solidFill>
            <a:prstDash val="solid"/>
          </a:ln>
        </p:spPr>
        <p:txBody>
          <a:bodyPr/>
          <a:lstStyle/>
          <a:p>
            <a:endParaRPr lang="en-ZA"/>
          </a:p>
        </p:txBody>
      </p:sp>
      <p:sp>
        <p:nvSpPr>
          <p:cNvPr id="166" name="Shape 164"/>
          <p:cNvSpPr/>
          <p:nvPr/>
        </p:nvSpPr>
        <p:spPr>
          <a:xfrm>
            <a:off x="7159752" y="2670048"/>
            <a:ext cx="132588" cy="132588"/>
          </a:xfrm>
          <a:prstGeom prst="rect">
            <a:avLst/>
          </a:prstGeom>
          <a:solidFill>
            <a:srgbClr val="22272E"/>
          </a:solidFill>
          <a:ln w="12700">
            <a:solidFill>
              <a:srgbClr val="22272E"/>
            </a:solidFill>
            <a:prstDash val="solid"/>
          </a:ln>
        </p:spPr>
        <p:txBody>
          <a:bodyPr/>
          <a:lstStyle/>
          <a:p>
            <a:endParaRPr lang="en-ZA"/>
          </a:p>
        </p:txBody>
      </p:sp>
      <p:sp>
        <p:nvSpPr>
          <p:cNvPr id="167" name="Shape 165"/>
          <p:cNvSpPr/>
          <p:nvPr/>
        </p:nvSpPr>
        <p:spPr>
          <a:xfrm>
            <a:off x="7306056" y="2670048"/>
            <a:ext cx="132588" cy="132588"/>
          </a:xfrm>
          <a:prstGeom prst="rect">
            <a:avLst/>
          </a:prstGeom>
          <a:solidFill>
            <a:srgbClr val="22272E"/>
          </a:solidFill>
          <a:ln w="12700">
            <a:solidFill>
              <a:srgbClr val="22272E"/>
            </a:solidFill>
            <a:prstDash val="solid"/>
          </a:ln>
        </p:spPr>
        <p:txBody>
          <a:bodyPr/>
          <a:lstStyle/>
          <a:p>
            <a:endParaRPr lang="en-ZA"/>
          </a:p>
        </p:txBody>
      </p:sp>
      <p:sp>
        <p:nvSpPr>
          <p:cNvPr id="168" name="Shape 166"/>
          <p:cNvSpPr/>
          <p:nvPr/>
        </p:nvSpPr>
        <p:spPr>
          <a:xfrm>
            <a:off x="7452360" y="2670048"/>
            <a:ext cx="132588" cy="132588"/>
          </a:xfrm>
          <a:prstGeom prst="rect">
            <a:avLst/>
          </a:prstGeom>
          <a:solidFill>
            <a:srgbClr val="D0D7DE"/>
          </a:solidFill>
          <a:ln w="12700">
            <a:solidFill>
              <a:srgbClr val="D0D7DE"/>
            </a:solidFill>
            <a:prstDash val="solid"/>
          </a:ln>
        </p:spPr>
        <p:txBody>
          <a:bodyPr/>
          <a:lstStyle/>
          <a:p>
            <a:endParaRPr lang="en-ZA"/>
          </a:p>
        </p:txBody>
      </p:sp>
      <p:sp>
        <p:nvSpPr>
          <p:cNvPr id="169" name="Shape 167"/>
          <p:cNvSpPr/>
          <p:nvPr/>
        </p:nvSpPr>
        <p:spPr>
          <a:xfrm>
            <a:off x="7598664" y="2670048"/>
            <a:ext cx="132588" cy="132588"/>
          </a:xfrm>
          <a:prstGeom prst="rect">
            <a:avLst/>
          </a:prstGeom>
          <a:solidFill>
            <a:srgbClr val="22272E"/>
          </a:solidFill>
          <a:ln w="12700">
            <a:solidFill>
              <a:srgbClr val="22272E"/>
            </a:solidFill>
            <a:prstDash val="solid"/>
          </a:ln>
        </p:spPr>
        <p:txBody>
          <a:bodyPr/>
          <a:lstStyle/>
          <a:p>
            <a:endParaRPr lang="en-ZA"/>
          </a:p>
        </p:txBody>
      </p:sp>
      <p:sp>
        <p:nvSpPr>
          <p:cNvPr id="170" name="Shape 168"/>
          <p:cNvSpPr/>
          <p:nvPr/>
        </p:nvSpPr>
        <p:spPr>
          <a:xfrm>
            <a:off x="7744968" y="2670048"/>
            <a:ext cx="132588" cy="132588"/>
          </a:xfrm>
          <a:prstGeom prst="rect">
            <a:avLst/>
          </a:prstGeom>
          <a:solidFill>
            <a:srgbClr val="22272E"/>
          </a:solidFill>
          <a:ln w="12700">
            <a:solidFill>
              <a:srgbClr val="22272E"/>
            </a:solidFill>
            <a:prstDash val="solid"/>
          </a:ln>
        </p:spPr>
        <p:txBody>
          <a:bodyPr/>
          <a:lstStyle/>
          <a:p>
            <a:endParaRPr lang="en-ZA"/>
          </a:p>
        </p:txBody>
      </p:sp>
      <p:sp>
        <p:nvSpPr>
          <p:cNvPr id="171" name="Shape 169"/>
          <p:cNvSpPr/>
          <p:nvPr/>
        </p:nvSpPr>
        <p:spPr>
          <a:xfrm>
            <a:off x="7891272" y="2670048"/>
            <a:ext cx="132588" cy="132588"/>
          </a:xfrm>
          <a:prstGeom prst="rect">
            <a:avLst/>
          </a:prstGeom>
          <a:solidFill>
            <a:srgbClr val="22272E"/>
          </a:solidFill>
          <a:ln w="12700">
            <a:solidFill>
              <a:srgbClr val="22272E"/>
            </a:solidFill>
            <a:prstDash val="solid"/>
          </a:ln>
        </p:spPr>
        <p:txBody>
          <a:bodyPr/>
          <a:lstStyle/>
          <a:p>
            <a:endParaRPr lang="en-ZA"/>
          </a:p>
        </p:txBody>
      </p:sp>
      <p:sp>
        <p:nvSpPr>
          <p:cNvPr id="172" name="Shape 170"/>
          <p:cNvSpPr/>
          <p:nvPr/>
        </p:nvSpPr>
        <p:spPr>
          <a:xfrm>
            <a:off x="8037576" y="2670048"/>
            <a:ext cx="132588" cy="132588"/>
          </a:xfrm>
          <a:prstGeom prst="rect">
            <a:avLst/>
          </a:prstGeom>
          <a:solidFill>
            <a:srgbClr val="22272E"/>
          </a:solidFill>
          <a:ln w="12700">
            <a:solidFill>
              <a:srgbClr val="22272E"/>
            </a:solidFill>
            <a:prstDash val="solid"/>
          </a:ln>
        </p:spPr>
        <p:txBody>
          <a:bodyPr/>
          <a:lstStyle/>
          <a:p>
            <a:endParaRPr lang="en-ZA"/>
          </a:p>
        </p:txBody>
      </p:sp>
      <p:sp>
        <p:nvSpPr>
          <p:cNvPr id="173" name="Shape 171"/>
          <p:cNvSpPr/>
          <p:nvPr/>
        </p:nvSpPr>
        <p:spPr>
          <a:xfrm>
            <a:off x="8183880" y="2670048"/>
            <a:ext cx="132588" cy="132588"/>
          </a:xfrm>
          <a:prstGeom prst="rect">
            <a:avLst/>
          </a:prstGeom>
          <a:solidFill>
            <a:srgbClr val="22272E"/>
          </a:solidFill>
          <a:ln w="12700">
            <a:solidFill>
              <a:srgbClr val="22272E"/>
            </a:solidFill>
            <a:prstDash val="solid"/>
          </a:ln>
        </p:spPr>
        <p:txBody>
          <a:bodyPr/>
          <a:lstStyle/>
          <a:p>
            <a:endParaRPr lang="en-ZA"/>
          </a:p>
        </p:txBody>
      </p:sp>
      <p:sp>
        <p:nvSpPr>
          <p:cNvPr id="174" name="Shape 172"/>
          <p:cNvSpPr/>
          <p:nvPr/>
        </p:nvSpPr>
        <p:spPr>
          <a:xfrm>
            <a:off x="8330184" y="2670048"/>
            <a:ext cx="132588" cy="132588"/>
          </a:xfrm>
          <a:prstGeom prst="rect">
            <a:avLst/>
          </a:prstGeom>
          <a:solidFill>
            <a:srgbClr val="2EA043"/>
          </a:solidFill>
          <a:ln w="12700">
            <a:solidFill>
              <a:srgbClr val="2EA043"/>
            </a:solidFill>
            <a:prstDash val="solid"/>
          </a:ln>
        </p:spPr>
        <p:txBody>
          <a:bodyPr/>
          <a:lstStyle/>
          <a:p>
            <a:endParaRPr lang="en-ZA"/>
          </a:p>
        </p:txBody>
      </p:sp>
      <p:sp>
        <p:nvSpPr>
          <p:cNvPr id="175" name="Shape 173"/>
          <p:cNvSpPr/>
          <p:nvPr/>
        </p:nvSpPr>
        <p:spPr>
          <a:xfrm>
            <a:off x="8476488" y="2670048"/>
            <a:ext cx="132588" cy="132588"/>
          </a:xfrm>
          <a:prstGeom prst="rect">
            <a:avLst/>
          </a:prstGeom>
          <a:solidFill>
            <a:srgbClr val="22272E"/>
          </a:solidFill>
          <a:ln w="12700">
            <a:solidFill>
              <a:srgbClr val="22272E"/>
            </a:solidFill>
            <a:prstDash val="solid"/>
          </a:ln>
        </p:spPr>
        <p:txBody>
          <a:bodyPr/>
          <a:lstStyle/>
          <a:p>
            <a:endParaRPr lang="en-ZA"/>
          </a:p>
        </p:txBody>
      </p:sp>
      <p:sp>
        <p:nvSpPr>
          <p:cNvPr id="176" name="Shape 174"/>
          <p:cNvSpPr/>
          <p:nvPr/>
        </p:nvSpPr>
        <p:spPr>
          <a:xfrm>
            <a:off x="8622792" y="2670048"/>
            <a:ext cx="132588" cy="132588"/>
          </a:xfrm>
          <a:prstGeom prst="rect">
            <a:avLst/>
          </a:prstGeom>
          <a:solidFill>
            <a:srgbClr val="22272E"/>
          </a:solidFill>
          <a:ln w="12700">
            <a:solidFill>
              <a:srgbClr val="22272E"/>
            </a:solidFill>
            <a:prstDash val="solid"/>
          </a:ln>
        </p:spPr>
        <p:txBody>
          <a:bodyPr/>
          <a:lstStyle/>
          <a:p>
            <a:endParaRPr lang="en-ZA"/>
          </a:p>
        </p:txBody>
      </p:sp>
      <p:sp>
        <p:nvSpPr>
          <p:cNvPr id="177" name="Shape 175"/>
          <p:cNvSpPr/>
          <p:nvPr/>
        </p:nvSpPr>
        <p:spPr>
          <a:xfrm>
            <a:off x="8769096" y="2670048"/>
            <a:ext cx="132588" cy="132588"/>
          </a:xfrm>
          <a:prstGeom prst="rect">
            <a:avLst/>
          </a:prstGeom>
          <a:solidFill>
            <a:srgbClr val="22272E"/>
          </a:solidFill>
          <a:ln w="12700">
            <a:solidFill>
              <a:srgbClr val="22272E"/>
            </a:solidFill>
            <a:prstDash val="solid"/>
          </a:ln>
        </p:spPr>
        <p:txBody>
          <a:bodyPr/>
          <a:lstStyle/>
          <a:p>
            <a:endParaRPr lang="en-ZA"/>
          </a:p>
        </p:txBody>
      </p:sp>
      <p:sp>
        <p:nvSpPr>
          <p:cNvPr id="178" name="Shape 176"/>
          <p:cNvSpPr/>
          <p:nvPr/>
        </p:nvSpPr>
        <p:spPr>
          <a:xfrm>
            <a:off x="8915400" y="2670048"/>
            <a:ext cx="132588" cy="132588"/>
          </a:xfrm>
          <a:prstGeom prst="rect">
            <a:avLst/>
          </a:prstGeom>
          <a:solidFill>
            <a:srgbClr val="22272E"/>
          </a:solidFill>
          <a:ln w="12700">
            <a:solidFill>
              <a:srgbClr val="22272E"/>
            </a:solidFill>
            <a:prstDash val="solid"/>
          </a:ln>
        </p:spPr>
        <p:txBody>
          <a:bodyPr/>
          <a:lstStyle/>
          <a:p>
            <a:endParaRPr lang="en-ZA"/>
          </a:p>
        </p:txBody>
      </p:sp>
      <p:sp>
        <p:nvSpPr>
          <p:cNvPr id="179" name="Shape 177"/>
          <p:cNvSpPr/>
          <p:nvPr/>
        </p:nvSpPr>
        <p:spPr>
          <a:xfrm>
            <a:off x="9061704" y="2670048"/>
            <a:ext cx="132588" cy="132588"/>
          </a:xfrm>
          <a:prstGeom prst="rect">
            <a:avLst/>
          </a:prstGeom>
          <a:solidFill>
            <a:srgbClr val="22272E"/>
          </a:solidFill>
          <a:ln w="12700">
            <a:solidFill>
              <a:srgbClr val="22272E"/>
            </a:solidFill>
            <a:prstDash val="solid"/>
          </a:ln>
        </p:spPr>
        <p:txBody>
          <a:bodyPr/>
          <a:lstStyle/>
          <a:p>
            <a:endParaRPr lang="en-ZA"/>
          </a:p>
        </p:txBody>
      </p:sp>
      <p:sp>
        <p:nvSpPr>
          <p:cNvPr id="180" name="Shape 178"/>
          <p:cNvSpPr/>
          <p:nvPr/>
        </p:nvSpPr>
        <p:spPr>
          <a:xfrm>
            <a:off x="9208008" y="2670048"/>
            <a:ext cx="132588" cy="132588"/>
          </a:xfrm>
          <a:prstGeom prst="rect">
            <a:avLst/>
          </a:prstGeom>
          <a:solidFill>
            <a:srgbClr val="22272E"/>
          </a:solidFill>
          <a:ln w="12700">
            <a:solidFill>
              <a:srgbClr val="22272E"/>
            </a:solidFill>
            <a:prstDash val="solid"/>
          </a:ln>
        </p:spPr>
        <p:txBody>
          <a:bodyPr/>
          <a:lstStyle/>
          <a:p>
            <a:endParaRPr lang="en-ZA"/>
          </a:p>
        </p:txBody>
      </p:sp>
      <p:sp>
        <p:nvSpPr>
          <p:cNvPr id="181" name="Shape 179"/>
          <p:cNvSpPr/>
          <p:nvPr/>
        </p:nvSpPr>
        <p:spPr>
          <a:xfrm>
            <a:off x="9354312" y="2670048"/>
            <a:ext cx="132588" cy="132588"/>
          </a:xfrm>
          <a:prstGeom prst="rect">
            <a:avLst/>
          </a:prstGeom>
          <a:solidFill>
            <a:srgbClr val="22272E"/>
          </a:solidFill>
          <a:ln w="12700">
            <a:solidFill>
              <a:srgbClr val="22272E"/>
            </a:solidFill>
            <a:prstDash val="solid"/>
          </a:ln>
        </p:spPr>
        <p:txBody>
          <a:bodyPr/>
          <a:lstStyle/>
          <a:p>
            <a:endParaRPr lang="en-ZA"/>
          </a:p>
        </p:txBody>
      </p:sp>
      <p:sp>
        <p:nvSpPr>
          <p:cNvPr id="182" name="Shape 180"/>
          <p:cNvSpPr/>
          <p:nvPr/>
        </p:nvSpPr>
        <p:spPr>
          <a:xfrm>
            <a:off x="9500616" y="2670048"/>
            <a:ext cx="132588" cy="132588"/>
          </a:xfrm>
          <a:prstGeom prst="rect">
            <a:avLst/>
          </a:prstGeom>
          <a:solidFill>
            <a:srgbClr val="22272E"/>
          </a:solidFill>
          <a:ln w="12700">
            <a:solidFill>
              <a:srgbClr val="22272E"/>
            </a:solidFill>
            <a:prstDash val="solid"/>
          </a:ln>
        </p:spPr>
        <p:txBody>
          <a:bodyPr/>
          <a:lstStyle/>
          <a:p>
            <a:endParaRPr lang="en-ZA"/>
          </a:p>
        </p:txBody>
      </p:sp>
      <p:sp>
        <p:nvSpPr>
          <p:cNvPr id="183" name="Shape 181"/>
          <p:cNvSpPr/>
          <p:nvPr/>
        </p:nvSpPr>
        <p:spPr>
          <a:xfrm>
            <a:off x="6720840" y="2816352"/>
            <a:ext cx="132588" cy="132588"/>
          </a:xfrm>
          <a:prstGeom prst="rect">
            <a:avLst/>
          </a:prstGeom>
          <a:solidFill>
            <a:srgbClr val="22272E"/>
          </a:solidFill>
          <a:ln w="12700">
            <a:solidFill>
              <a:srgbClr val="22272E"/>
            </a:solidFill>
            <a:prstDash val="solid"/>
          </a:ln>
        </p:spPr>
        <p:txBody>
          <a:bodyPr/>
          <a:lstStyle/>
          <a:p>
            <a:endParaRPr lang="en-ZA"/>
          </a:p>
        </p:txBody>
      </p:sp>
      <p:sp>
        <p:nvSpPr>
          <p:cNvPr id="184" name="Shape 182"/>
          <p:cNvSpPr/>
          <p:nvPr/>
        </p:nvSpPr>
        <p:spPr>
          <a:xfrm>
            <a:off x="6867144" y="2816352"/>
            <a:ext cx="132588" cy="132588"/>
          </a:xfrm>
          <a:prstGeom prst="rect">
            <a:avLst/>
          </a:prstGeom>
          <a:solidFill>
            <a:srgbClr val="22272E"/>
          </a:solidFill>
          <a:ln w="12700">
            <a:solidFill>
              <a:srgbClr val="22272E"/>
            </a:solidFill>
            <a:prstDash val="solid"/>
          </a:ln>
        </p:spPr>
        <p:txBody>
          <a:bodyPr/>
          <a:lstStyle/>
          <a:p>
            <a:endParaRPr lang="en-ZA"/>
          </a:p>
        </p:txBody>
      </p:sp>
      <p:sp>
        <p:nvSpPr>
          <p:cNvPr id="185" name="Shape 183"/>
          <p:cNvSpPr/>
          <p:nvPr/>
        </p:nvSpPr>
        <p:spPr>
          <a:xfrm>
            <a:off x="7013448" y="2816352"/>
            <a:ext cx="132588" cy="132588"/>
          </a:xfrm>
          <a:prstGeom prst="rect">
            <a:avLst/>
          </a:prstGeom>
          <a:solidFill>
            <a:srgbClr val="22272E"/>
          </a:solidFill>
          <a:ln w="12700">
            <a:solidFill>
              <a:srgbClr val="22272E"/>
            </a:solidFill>
            <a:prstDash val="solid"/>
          </a:ln>
        </p:spPr>
        <p:txBody>
          <a:bodyPr/>
          <a:lstStyle/>
          <a:p>
            <a:endParaRPr lang="en-ZA"/>
          </a:p>
        </p:txBody>
      </p:sp>
      <p:sp>
        <p:nvSpPr>
          <p:cNvPr id="186" name="Shape 184"/>
          <p:cNvSpPr/>
          <p:nvPr/>
        </p:nvSpPr>
        <p:spPr>
          <a:xfrm>
            <a:off x="7159752" y="2816352"/>
            <a:ext cx="132588" cy="132588"/>
          </a:xfrm>
          <a:prstGeom prst="rect">
            <a:avLst/>
          </a:prstGeom>
          <a:solidFill>
            <a:srgbClr val="22272E"/>
          </a:solidFill>
          <a:ln w="12700">
            <a:solidFill>
              <a:srgbClr val="22272E"/>
            </a:solidFill>
            <a:prstDash val="solid"/>
          </a:ln>
        </p:spPr>
        <p:txBody>
          <a:bodyPr/>
          <a:lstStyle/>
          <a:p>
            <a:endParaRPr lang="en-ZA"/>
          </a:p>
        </p:txBody>
      </p:sp>
      <p:sp>
        <p:nvSpPr>
          <p:cNvPr id="187" name="Shape 185"/>
          <p:cNvSpPr/>
          <p:nvPr/>
        </p:nvSpPr>
        <p:spPr>
          <a:xfrm>
            <a:off x="7306056" y="2816352"/>
            <a:ext cx="132588" cy="132588"/>
          </a:xfrm>
          <a:prstGeom prst="rect">
            <a:avLst/>
          </a:prstGeom>
          <a:solidFill>
            <a:srgbClr val="22272E"/>
          </a:solidFill>
          <a:ln w="12700">
            <a:solidFill>
              <a:srgbClr val="22272E"/>
            </a:solidFill>
            <a:prstDash val="solid"/>
          </a:ln>
        </p:spPr>
        <p:txBody>
          <a:bodyPr/>
          <a:lstStyle/>
          <a:p>
            <a:endParaRPr lang="en-ZA"/>
          </a:p>
        </p:txBody>
      </p:sp>
      <p:sp>
        <p:nvSpPr>
          <p:cNvPr id="188" name="Shape 186"/>
          <p:cNvSpPr/>
          <p:nvPr/>
        </p:nvSpPr>
        <p:spPr>
          <a:xfrm>
            <a:off x="7452360" y="2816352"/>
            <a:ext cx="132588" cy="132588"/>
          </a:xfrm>
          <a:prstGeom prst="rect">
            <a:avLst/>
          </a:prstGeom>
          <a:solidFill>
            <a:srgbClr val="D0D7DE"/>
          </a:solidFill>
          <a:ln w="12700">
            <a:solidFill>
              <a:srgbClr val="D0D7DE"/>
            </a:solidFill>
            <a:prstDash val="solid"/>
          </a:ln>
        </p:spPr>
        <p:txBody>
          <a:bodyPr/>
          <a:lstStyle/>
          <a:p>
            <a:endParaRPr lang="en-ZA"/>
          </a:p>
        </p:txBody>
      </p:sp>
      <p:sp>
        <p:nvSpPr>
          <p:cNvPr id="189" name="Shape 187"/>
          <p:cNvSpPr/>
          <p:nvPr/>
        </p:nvSpPr>
        <p:spPr>
          <a:xfrm>
            <a:off x="7598664" y="2816352"/>
            <a:ext cx="132588" cy="132588"/>
          </a:xfrm>
          <a:prstGeom prst="rect">
            <a:avLst/>
          </a:prstGeom>
          <a:solidFill>
            <a:srgbClr val="22272E"/>
          </a:solidFill>
          <a:ln w="12700">
            <a:solidFill>
              <a:srgbClr val="22272E"/>
            </a:solidFill>
            <a:prstDash val="solid"/>
          </a:ln>
        </p:spPr>
        <p:txBody>
          <a:bodyPr/>
          <a:lstStyle/>
          <a:p>
            <a:endParaRPr lang="en-ZA"/>
          </a:p>
        </p:txBody>
      </p:sp>
      <p:sp>
        <p:nvSpPr>
          <p:cNvPr id="190" name="Shape 188"/>
          <p:cNvSpPr/>
          <p:nvPr/>
        </p:nvSpPr>
        <p:spPr>
          <a:xfrm>
            <a:off x="7744968" y="2816352"/>
            <a:ext cx="132588" cy="132588"/>
          </a:xfrm>
          <a:prstGeom prst="rect">
            <a:avLst/>
          </a:prstGeom>
          <a:solidFill>
            <a:srgbClr val="22272E"/>
          </a:solidFill>
          <a:ln w="12700">
            <a:solidFill>
              <a:srgbClr val="22272E"/>
            </a:solidFill>
            <a:prstDash val="solid"/>
          </a:ln>
        </p:spPr>
        <p:txBody>
          <a:bodyPr/>
          <a:lstStyle/>
          <a:p>
            <a:endParaRPr lang="en-ZA"/>
          </a:p>
        </p:txBody>
      </p:sp>
      <p:sp>
        <p:nvSpPr>
          <p:cNvPr id="191" name="Shape 189"/>
          <p:cNvSpPr/>
          <p:nvPr/>
        </p:nvSpPr>
        <p:spPr>
          <a:xfrm>
            <a:off x="7891272" y="2816352"/>
            <a:ext cx="132588" cy="132588"/>
          </a:xfrm>
          <a:prstGeom prst="rect">
            <a:avLst/>
          </a:prstGeom>
          <a:solidFill>
            <a:srgbClr val="22272E"/>
          </a:solidFill>
          <a:ln w="12700">
            <a:solidFill>
              <a:srgbClr val="22272E"/>
            </a:solidFill>
            <a:prstDash val="solid"/>
          </a:ln>
        </p:spPr>
        <p:txBody>
          <a:bodyPr/>
          <a:lstStyle/>
          <a:p>
            <a:endParaRPr lang="en-ZA"/>
          </a:p>
        </p:txBody>
      </p:sp>
      <p:sp>
        <p:nvSpPr>
          <p:cNvPr id="192" name="Shape 190"/>
          <p:cNvSpPr/>
          <p:nvPr/>
        </p:nvSpPr>
        <p:spPr>
          <a:xfrm>
            <a:off x="8037576" y="2816352"/>
            <a:ext cx="132588" cy="132588"/>
          </a:xfrm>
          <a:prstGeom prst="rect">
            <a:avLst/>
          </a:prstGeom>
          <a:solidFill>
            <a:srgbClr val="22272E"/>
          </a:solidFill>
          <a:ln w="12700">
            <a:solidFill>
              <a:srgbClr val="22272E"/>
            </a:solidFill>
            <a:prstDash val="solid"/>
          </a:ln>
        </p:spPr>
        <p:txBody>
          <a:bodyPr/>
          <a:lstStyle/>
          <a:p>
            <a:endParaRPr lang="en-ZA"/>
          </a:p>
        </p:txBody>
      </p:sp>
      <p:sp>
        <p:nvSpPr>
          <p:cNvPr id="193" name="Shape 191"/>
          <p:cNvSpPr/>
          <p:nvPr/>
        </p:nvSpPr>
        <p:spPr>
          <a:xfrm>
            <a:off x="8183880" y="2816352"/>
            <a:ext cx="132588" cy="132588"/>
          </a:xfrm>
          <a:prstGeom prst="rect">
            <a:avLst/>
          </a:prstGeom>
          <a:solidFill>
            <a:srgbClr val="22272E"/>
          </a:solidFill>
          <a:ln w="12700">
            <a:solidFill>
              <a:srgbClr val="22272E"/>
            </a:solidFill>
            <a:prstDash val="solid"/>
          </a:ln>
        </p:spPr>
        <p:txBody>
          <a:bodyPr/>
          <a:lstStyle/>
          <a:p>
            <a:endParaRPr lang="en-ZA"/>
          </a:p>
        </p:txBody>
      </p:sp>
      <p:sp>
        <p:nvSpPr>
          <p:cNvPr id="194" name="Shape 192"/>
          <p:cNvSpPr/>
          <p:nvPr/>
        </p:nvSpPr>
        <p:spPr>
          <a:xfrm>
            <a:off x="8330184" y="2816352"/>
            <a:ext cx="132588" cy="132588"/>
          </a:xfrm>
          <a:prstGeom prst="rect">
            <a:avLst/>
          </a:prstGeom>
          <a:solidFill>
            <a:srgbClr val="2EA043"/>
          </a:solidFill>
          <a:ln w="12700">
            <a:solidFill>
              <a:srgbClr val="2EA043"/>
            </a:solidFill>
            <a:prstDash val="solid"/>
          </a:ln>
        </p:spPr>
        <p:txBody>
          <a:bodyPr/>
          <a:lstStyle/>
          <a:p>
            <a:endParaRPr lang="en-ZA"/>
          </a:p>
        </p:txBody>
      </p:sp>
      <p:sp>
        <p:nvSpPr>
          <p:cNvPr id="195" name="Shape 193"/>
          <p:cNvSpPr/>
          <p:nvPr/>
        </p:nvSpPr>
        <p:spPr>
          <a:xfrm>
            <a:off x="8476488" y="2816352"/>
            <a:ext cx="132588" cy="132588"/>
          </a:xfrm>
          <a:prstGeom prst="rect">
            <a:avLst/>
          </a:prstGeom>
          <a:solidFill>
            <a:srgbClr val="22272E"/>
          </a:solidFill>
          <a:ln w="12700">
            <a:solidFill>
              <a:srgbClr val="22272E"/>
            </a:solidFill>
            <a:prstDash val="solid"/>
          </a:ln>
        </p:spPr>
        <p:txBody>
          <a:bodyPr/>
          <a:lstStyle/>
          <a:p>
            <a:endParaRPr lang="en-ZA"/>
          </a:p>
        </p:txBody>
      </p:sp>
      <p:sp>
        <p:nvSpPr>
          <p:cNvPr id="196" name="Shape 194"/>
          <p:cNvSpPr/>
          <p:nvPr/>
        </p:nvSpPr>
        <p:spPr>
          <a:xfrm>
            <a:off x="8622792" y="2816352"/>
            <a:ext cx="132588" cy="132588"/>
          </a:xfrm>
          <a:prstGeom prst="rect">
            <a:avLst/>
          </a:prstGeom>
          <a:solidFill>
            <a:srgbClr val="22272E"/>
          </a:solidFill>
          <a:ln w="12700">
            <a:solidFill>
              <a:srgbClr val="22272E"/>
            </a:solidFill>
            <a:prstDash val="solid"/>
          </a:ln>
        </p:spPr>
        <p:txBody>
          <a:bodyPr/>
          <a:lstStyle/>
          <a:p>
            <a:endParaRPr lang="en-ZA"/>
          </a:p>
        </p:txBody>
      </p:sp>
      <p:sp>
        <p:nvSpPr>
          <p:cNvPr id="197" name="Shape 195"/>
          <p:cNvSpPr/>
          <p:nvPr/>
        </p:nvSpPr>
        <p:spPr>
          <a:xfrm>
            <a:off x="8769096" y="2816352"/>
            <a:ext cx="132588" cy="132588"/>
          </a:xfrm>
          <a:prstGeom prst="rect">
            <a:avLst/>
          </a:prstGeom>
          <a:solidFill>
            <a:srgbClr val="22272E"/>
          </a:solidFill>
          <a:ln w="12700">
            <a:solidFill>
              <a:srgbClr val="22272E"/>
            </a:solidFill>
            <a:prstDash val="solid"/>
          </a:ln>
        </p:spPr>
        <p:txBody>
          <a:bodyPr/>
          <a:lstStyle/>
          <a:p>
            <a:endParaRPr lang="en-ZA"/>
          </a:p>
        </p:txBody>
      </p:sp>
      <p:sp>
        <p:nvSpPr>
          <p:cNvPr id="198" name="Shape 196"/>
          <p:cNvSpPr/>
          <p:nvPr/>
        </p:nvSpPr>
        <p:spPr>
          <a:xfrm>
            <a:off x="8915400" y="2816352"/>
            <a:ext cx="132588" cy="132588"/>
          </a:xfrm>
          <a:prstGeom prst="rect">
            <a:avLst/>
          </a:prstGeom>
          <a:solidFill>
            <a:srgbClr val="22272E"/>
          </a:solidFill>
          <a:ln w="12700">
            <a:solidFill>
              <a:srgbClr val="22272E"/>
            </a:solidFill>
            <a:prstDash val="solid"/>
          </a:ln>
        </p:spPr>
        <p:txBody>
          <a:bodyPr/>
          <a:lstStyle/>
          <a:p>
            <a:endParaRPr lang="en-ZA"/>
          </a:p>
        </p:txBody>
      </p:sp>
      <p:sp>
        <p:nvSpPr>
          <p:cNvPr id="199" name="Shape 197"/>
          <p:cNvSpPr/>
          <p:nvPr/>
        </p:nvSpPr>
        <p:spPr>
          <a:xfrm>
            <a:off x="9061704" y="2816352"/>
            <a:ext cx="132588" cy="132588"/>
          </a:xfrm>
          <a:prstGeom prst="rect">
            <a:avLst/>
          </a:prstGeom>
          <a:solidFill>
            <a:srgbClr val="22272E"/>
          </a:solidFill>
          <a:ln w="12700">
            <a:solidFill>
              <a:srgbClr val="22272E"/>
            </a:solidFill>
            <a:prstDash val="solid"/>
          </a:ln>
        </p:spPr>
        <p:txBody>
          <a:bodyPr/>
          <a:lstStyle/>
          <a:p>
            <a:endParaRPr lang="en-ZA"/>
          </a:p>
        </p:txBody>
      </p:sp>
      <p:sp>
        <p:nvSpPr>
          <p:cNvPr id="200" name="Shape 198"/>
          <p:cNvSpPr/>
          <p:nvPr/>
        </p:nvSpPr>
        <p:spPr>
          <a:xfrm>
            <a:off x="9208008" y="2816352"/>
            <a:ext cx="132588" cy="132588"/>
          </a:xfrm>
          <a:prstGeom prst="rect">
            <a:avLst/>
          </a:prstGeom>
          <a:solidFill>
            <a:srgbClr val="22272E"/>
          </a:solidFill>
          <a:ln w="12700">
            <a:solidFill>
              <a:srgbClr val="22272E"/>
            </a:solidFill>
            <a:prstDash val="solid"/>
          </a:ln>
        </p:spPr>
        <p:txBody>
          <a:bodyPr/>
          <a:lstStyle/>
          <a:p>
            <a:endParaRPr lang="en-ZA"/>
          </a:p>
        </p:txBody>
      </p:sp>
      <p:sp>
        <p:nvSpPr>
          <p:cNvPr id="201" name="Shape 199"/>
          <p:cNvSpPr/>
          <p:nvPr/>
        </p:nvSpPr>
        <p:spPr>
          <a:xfrm>
            <a:off x="9354312" y="2816352"/>
            <a:ext cx="132588" cy="132588"/>
          </a:xfrm>
          <a:prstGeom prst="rect">
            <a:avLst/>
          </a:prstGeom>
          <a:solidFill>
            <a:srgbClr val="22272E"/>
          </a:solidFill>
          <a:ln w="12700">
            <a:solidFill>
              <a:srgbClr val="22272E"/>
            </a:solidFill>
            <a:prstDash val="solid"/>
          </a:ln>
        </p:spPr>
        <p:txBody>
          <a:bodyPr/>
          <a:lstStyle/>
          <a:p>
            <a:endParaRPr lang="en-ZA"/>
          </a:p>
        </p:txBody>
      </p:sp>
      <p:sp>
        <p:nvSpPr>
          <p:cNvPr id="202" name="Shape 200"/>
          <p:cNvSpPr/>
          <p:nvPr/>
        </p:nvSpPr>
        <p:spPr>
          <a:xfrm>
            <a:off x="9500616" y="2816352"/>
            <a:ext cx="132588" cy="132588"/>
          </a:xfrm>
          <a:prstGeom prst="rect">
            <a:avLst/>
          </a:prstGeom>
          <a:solidFill>
            <a:srgbClr val="22272E"/>
          </a:solidFill>
          <a:ln w="12700">
            <a:solidFill>
              <a:srgbClr val="22272E"/>
            </a:solidFill>
            <a:prstDash val="solid"/>
          </a:ln>
        </p:spPr>
        <p:txBody>
          <a:bodyPr/>
          <a:lstStyle/>
          <a:p>
            <a:endParaRPr lang="en-ZA"/>
          </a:p>
        </p:txBody>
      </p:sp>
      <p:sp>
        <p:nvSpPr>
          <p:cNvPr id="203" name="Shape 201"/>
          <p:cNvSpPr/>
          <p:nvPr/>
        </p:nvSpPr>
        <p:spPr>
          <a:xfrm>
            <a:off x="6720840" y="2962656"/>
            <a:ext cx="132588" cy="132588"/>
          </a:xfrm>
          <a:prstGeom prst="rect">
            <a:avLst/>
          </a:prstGeom>
          <a:solidFill>
            <a:srgbClr val="22272E"/>
          </a:solidFill>
          <a:ln w="12700">
            <a:solidFill>
              <a:srgbClr val="22272E"/>
            </a:solidFill>
            <a:prstDash val="solid"/>
          </a:ln>
        </p:spPr>
        <p:txBody>
          <a:bodyPr/>
          <a:lstStyle/>
          <a:p>
            <a:endParaRPr lang="en-ZA"/>
          </a:p>
        </p:txBody>
      </p:sp>
      <p:sp>
        <p:nvSpPr>
          <p:cNvPr id="204" name="Shape 202"/>
          <p:cNvSpPr/>
          <p:nvPr/>
        </p:nvSpPr>
        <p:spPr>
          <a:xfrm>
            <a:off x="6867144" y="2962656"/>
            <a:ext cx="132588" cy="132588"/>
          </a:xfrm>
          <a:prstGeom prst="rect">
            <a:avLst/>
          </a:prstGeom>
          <a:solidFill>
            <a:srgbClr val="22272E"/>
          </a:solidFill>
          <a:ln w="12700">
            <a:solidFill>
              <a:srgbClr val="22272E"/>
            </a:solidFill>
            <a:prstDash val="solid"/>
          </a:ln>
        </p:spPr>
        <p:txBody>
          <a:bodyPr/>
          <a:lstStyle/>
          <a:p>
            <a:endParaRPr lang="en-ZA"/>
          </a:p>
        </p:txBody>
      </p:sp>
      <p:sp>
        <p:nvSpPr>
          <p:cNvPr id="205" name="Shape 203"/>
          <p:cNvSpPr/>
          <p:nvPr/>
        </p:nvSpPr>
        <p:spPr>
          <a:xfrm>
            <a:off x="7013448" y="2962656"/>
            <a:ext cx="132588" cy="132588"/>
          </a:xfrm>
          <a:prstGeom prst="rect">
            <a:avLst/>
          </a:prstGeom>
          <a:solidFill>
            <a:srgbClr val="22272E"/>
          </a:solidFill>
          <a:ln w="12700">
            <a:solidFill>
              <a:srgbClr val="22272E"/>
            </a:solidFill>
            <a:prstDash val="solid"/>
          </a:ln>
        </p:spPr>
        <p:txBody>
          <a:bodyPr/>
          <a:lstStyle/>
          <a:p>
            <a:endParaRPr lang="en-ZA"/>
          </a:p>
        </p:txBody>
      </p:sp>
      <p:sp>
        <p:nvSpPr>
          <p:cNvPr id="206" name="Shape 204"/>
          <p:cNvSpPr/>
          <p:nvPr/>
        </p:nvSpPr>
        <p:spPr>
          <a:xfrm>
            <a:off x="7159752" y="2962656"/>
            <a:ext cx="132588" cy="132588"/>
          </a:xfrm>
          <a:prstGeom prst="rect">
            <a:avLst/>
          </a:prstGeom>
          <a:solidFill>
            <a:srgbClr val="22272E"/>
          </a:solidFill>
          <a:ln w="12700">
            <a:solidFill>
              <a:srgbClr val="22272E"/>
            </a:solidFill>
            <a:prstDash val="solid"/>
          </a:ln>
        </p:spPr>
        <p:txBody>
          <a:bodyPr/>
          <a:lstStyle/>
          <a:p>
            <a:endParaRPr lang="en-ZA"/>
          </a:p>
        </p:txBody>
      </p:sp>
      <p:sp>
        <p:nvSpPr>
          <p:cNvPr id="207" name="Shape 205"/>
          <p:cNvSpPr/>
          <p:nvPr/>
        </p:nvSpPr>
        <p:spPr>
          <a:xfrm>
            <a:off x="7306056" y="2962656"/>
            <a:ext cx="132588" cy="132588"/>
          </a:xfrm>
          <a:prstGeom prst="rect">
            <a:avLst/>
          </a:prstGeom>
          <a:solidFill>
            <a:srgbClr val="22272E"/>
          </a:solidFill>
          <a:ln w="12700">
            <a:solidFill>
              <a:srgbClr val="22272E"/>
            </a:solidFill>
            <a:prstDash val="solid"/>
          </a:ln>
        </p:spPr>
        <p:txBody>
          <a:bodyPr/>
          <a:lstStyle/>
          <a:p>
            <a:endParaRPr lang="en-ZA"/>
          </a:p>
        </p:txBody>
      </p:sp>
      <p:sp>
        <p:nvSpPr>
          <p:cNvPr id="208" name="Shape 206"/>
          <p:cNvSpPr/>
          <p:nvPr/>
        </p:nvSpPr>
        <p:spPr>
          <a:xfrm>
            <a:off x="7452360" y="2962656"/>
            <a:ext cx="132588" cy="132588"/>
          </a:xfrm>
          <a:prstGeom prst="rect">
            <a:avLst/>
          </a:prstGeom>
          <a:solidFill>
            <a:srgbClr val="D0D7DE"/>
          </a:solidFill>
          <a:ln w="12700">
            <a:solidFill>
              <a:srgbClr val="D0D7DE"/>
            </a:solidFill>
            <a:prstDash val="solid"/>
          </a:ln>
        </p:spPr>
        <p:txBody>
          <a:bodyPr/>
          <a:lstStyle/>
          <a:p>
            <a:endParaRPr lang="en-ZA"/>
          </a:p>
        </p:txBody>
      </p:sp>
      <p:sp>
        <p:nvSpPr>
          <p:cNvPr id="209" name="Shape 207"/>
          <p:cNvSpPr/>
          <p:nvPr/>
        </p:nvSpPr>
        <p:spPr>
          <a:xfrm>
            <a:off x="7598664" y="2962656"/>
            <a:ext cx="132588" cy="132588"/>
          </a:xfrm>
          <a:prstGeom prst="rect">
            <a:avLst/>
          </a:prstGeom>
          <a:solidFill>
            <a:srgbClr val="22272E"/>
          </a:solidFill>
          <a:ln w="12700">
            <a:solidFill>
              <a:srgbClr val="22272E"/>
            </a:solidFill>
            <a:prstDash val="solid"/>
          </a:ln>
        </p:spPr>
        <p:txBody>
          <a:bodyPr/>
          <a:lstStyle/>
          <a:p>
            <a:endParaRPr lang="en-ZA"/>
          </a:p>
        </p:txBody>
      </p:sp>
      <p:sp>
        <p:nvSpPr>
          <p:cNvPr id="210" name="Shape 208"/>
          <p:cNvSpPr/>
          <p:nvPr/>
        </p:nvSpPr>
        <p:spPr>
          <a:xfrm>
            <a:off x="7744968" y="2962656"/>
            <a:ext cx="132588" cy="132588"/>
          </a:xfrm>
          <a:prstGeom prst="rect">
            <a:avLst/>
          </a:prstGeom>
          <a:solidFill>
            <a:srgbClr val="22272E"/>
          </a:solidFill>
          <a:ln w="12700">
            <a:solidFill>
              <a:srgbClr val="22272E"/>
            </a:solidFill>
            <a:prstDash val="solid"/>
          </a:ln>
        </p:spPr>
        <p:txBody>
          <a:bodyPr/>
          <a:lstStyle/>
          <a:p>
            <a:endParaRPr lang="en-ZA"/>
          </a:p>
        </p:txBody>
      </p:sp>
      <p:sp>
        <p:nvSpPr>
          <p:cNvPr id="211" name="Shape 209"/>
          <p:cNvSpPr/>
          <p:nvPr/>
        </p:nvSpPr>
        <p:spPr>
          <a:xfrm>
            <a:off x="7891272" y="2962656"/>
            <a:ext cx="132588" cy="132588"/>
          </a:xfrm>
          <a:prstGeom prst="rect">
            <a:avLst/>
          </a:prstGeom>
          <a:solidFill>
            <a:srgbClr val="22272E"/>
          </a:solidFill>
          <a:ln w="12700">
            <a:solidFill>
              <a:srgbClr val="22272E"/>
            </a:solidFill>
            <a:prstDash val="solid"/>
          </a:ln>
        </p:spPr>
        <p:txBody>
          <a:bodyPr/>
          <a:lstStyle/>
          <a:p>
            <a:endParaRPr lang="en-ZA"/>
          </a:p>
        </p:txBody>
      </p:sp>
      <p:sp>
        <p:nvSpPr>
          <p:cNvPr id="212" name="Shape 210"/>
          <p:cNvSpPr/>
          <p:nvPr/>
        </p:nvSpPr>
        <p:spPr>
          <a:xfrm>
            <a:off x="8037576" y="2962656"/>
            <a:ext cx="132588" cy="132588"/>
          </a:xfrm>
          <a:prstGeom prst="rect">
            <a:avLst/>
          </a:prstGeom>
          <a:solidFill>
            <a:srgbClr val="22272E"/>
          </a:solidFill>
          <a:ln w="12700">
            <a:solidFill>
              <a:srgbClr val="22272E"/>
            </a:solidFill>
            <a:prstDash val="solid"/>
          </a:ln>
        </p:spPr>
        <p:txBody>
          <a:bodyPr/>
          <a:lstStyle/>
          <a:p>
            <a:endParaRPr lang="en-ZA"/>
          </a:p>
        </p:txBody>
      </p:sp>
      <p:sp>
        <p:nvSpPr>
          <p:cNvPr id="213" name="Shape 211"/>
          <p:cNvSpPr/>
          <p:nvPr/>
        </p:nvSpPr>
        <p:spPr>
          <a:xfrm>
            <a:off x="8183880" y="2962656"/>
            <a:ext cx="132588" cy="132588"/>
          </a:xfrm>
          <a:prstGeom prst="rect">
            <a:avLst/>
          </a:prstGeom>
          <a:solidFill>
            <a:srgbClr val="22272E"/>
          </a:solidFill>
          <a:ln w="12700">
            <a:solidFill>
              <a:srgbClr val="22272E"/>
            </a:solidFill>
            <a:prstDash val="solid"/>
          </a:ln>
        </p:spPr>
        <p:txBody>
          <a:bodyPr/>
          <a:lstStyle/>
          <a:p>
            <a:endParaRPr lang="en-ZA"/>
          </a:p>
        </p:txBody>
      </p:sp>
      <p:sp>
        <p:nvSpPr>
          <p:cNvPr id="214" name="Shape 212"/>
          <p:cNvSpPr/>
          <p:nvPr/>
        </p:nvSpPr>
        <p:spPr>
          <a:xfrm>
            <a:off x="8330184" y="2962656"/>
            <a:ext cx="132588" cy="132588"/>
          </a:xfrm>
          <a:prstGeom prst="rect">
            <a:avLst/>
          </a:prstGeom>
          <a:solidFill>
            <a:srgbClr val="2EA043"/>
          </a:solidFill>
          <a:ln w="12700">
            <a:solidFill>
              <a:srgbClr val="2EA043"/>
            </a:solidFill>
            <a:prstDash val="solid"/>
          </a:ln>
        </p:spPr>
        <p:txBody>
          <a:bodyPr/>
          <a:lstStyle/>
          <a:p>
            <a:endParaRPr lang="en-ZA"/>
          </a:p>
        </p:txBody>
      </p:sp>
      <p:sp>
        <p:nvSpPr>
          <p:cNvPr id="215" name="Shape 213"/>
          <p:cNvSpPr/>
          <p:nvPr/>
        </p:nvSpPr>
        <p:spPr>
          <a:xfrm>
            <a:off x="8476488" y="2962656"/>
            <a:ext cx="132588" cy="132588"/>
          </a:xfrm>
          <a:prstGeom prst="rect">
            <a:avLst/>
          </a:prstGeom>
          <a:solidFill>
            <a:srgbClr val="22272E"/>
          </a:solidFill>
          <a:ln w="12700">
            <a:solidFill>
              <a:srgbClr val="22272E"/>
            </a:solidFill>
            <a:prstDash val="solid"/>
          </a:ln>
        </p:spPr>
        <p:txBody>
          <a:bodyPr/>
          <a:lstStyle/>
          <a:p>
            <a:endParaRPr lang="en-ZA"/>
          </a:p>
        </p:txBody>
      </p:sp>
      <p:sp>
        <p:nvSpPr>
          <p:cNvPr id="216" name="Shape 214"/>
          <p:cNvSpPr/>
          <p:nvPr/>
        </p:nvSpPr>
        <p:spPr>
          <a:xfrm>
            <a:off x="8622792" y="2962656"/>
            <a:ext cx="132588" cy="132588"/>
          </a:xfrm>
          <a:prstGeom prst="rect">
            <a:avLst/>
          </a:prstGeom>
          <a:solidFill>
            <a:srgbClr val="22272E"/>
          </a:solidFill>
          <a:ln w="12700">
            <a:solidFill>
              <a:srgbClr val="22272E"/>
            </a:solidFill>
            <a:prstDash val="solid"/>
          </a:ln>
        </p:spPr>
        <p:txBody>
          <a:bodyPr/>
          <a:lstStyle/>
          <a:p>
            <a:endParaRPr lang="en-ZA"/>
          </a:p>
        </p:txBody>
      </p:sp>
      <p:sp>
        <p:nvSpPr>
          <p:cNvPr id="217" name="Shape 215"/>
          <p:cNvSpPr/>
          <p:nvPr/>
        </p:nvSpPr>
        <p:spPr>
          <a:xfrm>
            <a:off x="8769096" y="2962656"/>
            <a:ext cx="132588" cy="132588"/>
          </a:xfrm>
          <a:prstGeom prst="rect">
            <a:avLst/>
          </a:prstGeom>
          <a:solidFill>
            <a:srgbClr val="22272E"/>
          </a:solidFill>
          <a:ln w="12700">
            <a:solidFill>
              <a:srgbClr val="22272E"/>
            </a:solidFill>
            <a:prstDash val="solid"/>
          </a:ln>
        </p:spPr>
        <p:txBody>
          <a:bodyPr/>
          <a:lstStyle/>
          <a:p>
            <a:endParaRPr lang="en-ZA"/>
          </a:p>
        </p:txBody>
      </p:sp>
      <p:sp>
        <p:nvSpPr>
          <p:cNvPr id="218" name="Shape 216"/>
          <p:cNvSpPr/>
          <p:nvPr/>
        </p:nvSpPr>
        <p:spPr>
          <a:xfrm>
            <a:off x="8915400" y="2962656"/>
            <a:ext cx="132588" cy="132588"/>
          </a:xfrm>
          <a:prstGeom prst="rect">
            <a:avLst/>
          </a:prstGeom>
          <a:solidFill>
            <a:srgbClr val="22272E"/>
          </a:solidFill>
          <a:ln w="12700">
            <a:solidFill>
              <a:srgbClr val="22272E"/>
            </a:solidFill>
            <a:prstDash val="solid"/>
          </a:ln>
        </p:spPr>
        <p:txBody>
          <a:bodyPr/>
          <a:lstStyle/>
          <a:p>
            <a:endParaRPr lang="en-ZA"/>
          </a:p>
        </p:txBody>
      </p:sp>
      <p:sp>
        <p:nvSpPr>
          <p:cNvPr id="219" name="Shape 217"/>
          <p:cNvSpPr/>
          <p:nvPr/>
        </p:nvSpPr>
        <p:spPr>
          <a:xfrm>
            <a:off x="9061704" y="2962656"/>
            <a:ext cx="132588" cy="132588"/>
          </a:xfrm>
          <a:prstGeom prst="rect">
            <a:avLst/>
          </a:prstGeom>
          <a:solidFill>
            <a:srgbClr val="22272E"/>
          </a:solidFill>
          <a:ln w="12700">
            <a:solidFill>
              <a:srgbClr val="22272E"/>
            </a:solidFill>
            <a:prstDash val="solid"/>
          </a:ln>
        </p:spPr>
        <p:txBody>
          <a:bodyPr/>
          <a:lstStyle/>
          <a:p>
            <a:endParaRPr lang="en-ZA"/>
          </a:p>
        </p:txBody>
      </p:sp>
      <p:sp>
        <p:nvSpPr>
          <p:cNvPr id="220" name="Shape 218"/>
          <p:cNvSpPr/>
          <p:nvPr/>
        </p:nvSpPr>
        <p:spPr>
          <a:xfrm>
            <a:off x="9208008" y="2962656"/>
            <a:ext cx="132588" cy="132588"/>
          </a:xfrm>
          <a:prstGeom prst="rect">
            <a:avLst/>
          </a:prstGeom>
          <a:solidFill>
            <a:srgbClr val="22272E"/>
          </a:solidFill>
          <a:ln w="12700">
            <a:solidFill>
              <a:srgbClr val="22272E"/>
            </a:solidFill>
            <a:prstDash val="solid"/>
          </a:ln>
        </p:spPr>
        <p:txBody>
          <a:bodyPr/>
          <a:lstStyle/>
          <a:p>
            <a:endParaRPr lang="en-ZA"/>
          </a:p>
        </p:txBody>
      </p:sp>
      <p:sp>
        <p:nvSpPr>
          <p:cNvPr id="221" name="Shape 219"/>
          <p:cNvSpPr/>
          <p:nvPr/>
        </p:nvSpPr>
        <p:spPr>
          <a:xfrm>
            <a:off x="9354312" y="2962656"/>
            <a:ext cx="132588" cy="132588"/>
          </a:xfrm>
          <a:prstGeom prst="rect">
            <a:avLst/>
          </a:prstGeom>
          <a:solidFill>
            <a:srgbClr val="22272E"/>
          </a:solidFill>
          <a:ln w="12700">
            <a:solidFill>
              <a:srgbClr val="22272E"/>
            </a:solidFill>
            <a:prstDash val="solid"/>
          </a:ln>
        </p:spPr>
        <p:txBody>
          <a:bodyPr/>
          <a:lstStyle/>
          <a:p>
            <a:endParaRPr lang="en-ZA"/>
          </a:p>
        </p:txBody>
      </p:sp>
      <p:sp>
        <p:nvSpPr>
          <p:cNvPr id="222" name="Shape 220"/>
          <p:cNvSpPr/>
          <p:nvPr/>
        </p:nvSpPr>
        <p:spPr>
          <a:xfrm>
            <a:off x="9500616" y="2962656"/>
            <a:ext cx="132588" cy="132588"/>
          </a:xfrm>
          <a:prstGeom prst="rect">
            <a:avLst/>
          </a:prstGeom>
          <a:solidFill>
            <a:srgbClr val="22272E"/>
          </a:solidFill>
          <a:ln w="12700">
            <a:solidFill>
              <a:srgbClr val="22272E"/>
            </a:solidFill>
            <a:prstDash val="solid"/>
          </a:ln>
        </p:spPr>
        <p:txBody>
          <a:bodyPr/>
          <a:lstStyle/>
          <a:p>
            <a:endParaRPr lang="en-ZA"/>
          </a:p>
        </p:txBody>
      </p:sp>
      <p:sp>
        <p:nvSpPr>
          <p:cNvPr id="223" name="Shape 221"/>
          <p:cNvSpPr/>
          <p:nvPr/>
        </p:nvSpPr>
        <p:spPr>
          <a:xfrm>
            <a:off x="6720840" y="3108960"/>
            <a:ext cx="132588" cy="132588"/>
          </a:xfrm>
          <a:prstGeom prst="rect">
            <a:avLst/>
          </a:prstGeom>
          <a:solidFill>
            <a:srgbClr val="22272E"/>
          </a:solidFill>
          <a:ln w="12700">
            <a:solidFill>
              <a:srgbClr val="22272E"/>
            </a:solidFill>
            <a:prstDash val="solid"/>
          </a:ln>
        </p:spPr>
        <p:txBody>
          <a:bodyPr/>
          <a:lstStyle/>
          <a:p>
            <a:endParaRPr lang="en-ZA"/>
          </a:p>
        </p:txBody>
      </p:sp>
      <p:sp>
        <p:nvSpPr>
          <p:cNvPr id="224" name="Shape 222"/>
          <p:cNvSpPr/>
          <p:nvPr/>
        </p:nvSpPr>
        <p:spPr>
          <a:xfrm>
            <a:off x="6867144" y="3108960"/>
            <a:ext cx="132588" cy="132588"/>
          </a:xfrm>
          <a:prstGeom prst="rect">
            <a:avLst/>
          </a:prstGeom>
          <a:solidFill>
            <a:srgbClr val="22272E"/>
          </a:solidFill>
          <a:ln w="12700">
            <a:solidFill>
              <a:srgbClr val="22272E"/>
            </a:solidFill>
            <a:prstDash val="solid"/>
          </a:ln>
        </p:spPr>
        <p:txBody>
          <a:bodyPr/>
          <a:lstStyle/>
          <a:p>
            <a:endParaRPr lang="en-ZA"/>
          </a:p>
        </p:txBody>
      </p:sp>
      <p:sp>
        <p:nvSpPr>
          <p:cNvPr id="225" name="Shape 223"/>
          <p:cNvSpPr/>
          <p:nvPr/>
        </p:nvSpPr>
        <p:spPr>
          <a:xfrm>
            <a:off x="7013448" y="3108960"/>
            <a:ext cx="132588" cy="132588"/>
          </a:xfrm>
          <a:prstGeom prst="rect">
            <a:avLst/>
          </a:prstGeom>
          <a:solidFill>
            <a:srgbClr val="22272E"/>
          </a:solidFill>
          <a:ln w="12700">
            <a:solidFill>
              <a:srgbClr val="22272E"/>
            </a:solidFill>
            <a:prstDash val="solid"/>
          </a:ln>
        </p:spPr>
        <p:txBody>
          <a:bodyPr/>
          <a:lstStyle/>
          <a:p>
            <a:endParaRPr lang="en-ZA"/>
          </a:p>
        </p:txBody>
      </p:sp>
      <p:sp>
        <p:nvSpPr>
          <p:cNvPr id="226" name="Shape 224"/>
          <p:cNvSpPr/>
          <p:nvPr/>
        </p:nvSpPr>
        <p:spPr>
          <a:xfrm>
            <a:off x="7159752" y="3108960"/>
            <a:ext cx="132588" cy="132588"/>
          </a:xfrm>
          <a:prstGeom prst="rect">
            <a:avLst/>
          </a:prstGeom>
          <a:solidFill>
            <a:srgbClr val="22272E"/>
          </a:solidFill>
          <a:ln w="12700">
            <a:solidFill>
              <a:srgbClr val="22272E"/>
            </a:solidFill>
            <a:prstDash val="solid"/>
          </a:ln>
        </p:spPr>
        <p:txBody>
          <a:bodyPr/>
          <a:lstStyle/>
          <a:p>
            <a:endParaRPr lang="en-ZA"/>
          </a:p>
        </p:txBody>
      </p:sp>
      <p:sp>
        <p:nvSpPr>
          <p:cNvPr id="227" name="Shape 225"/>
          <p:cNvSpPr/>
          <p:nvPr/>
        </p:nvSpPr>
        <p:spPr>
          <a:xfrm>
            <a:off x="7306056" y="3108960"/>
            <a:ext cx="132588" cy="132588"/>
          </a:xfrm>
          <a:prstGeom prst="rect">
            <a:avLst/>
          </a:prstGeom>
          <a:solidFill>
            <a:srgbClr val="38BDF8"/>
          </a:solidFill>
          <a:ln w="12700">
            <a:solidFill>
              <a:srgbClr val="38BDF8"/>
            </a:solidFill>
            <a:prstDash val="solid"/>
          </a:ln>
        </p:spPr>
        <p:txBody>
          <a:bodyPr/>
          <a:lstStyle/>
          <a:p>
            <a:endParaRPr lang="en-ZA"/>
          </a:p>
        </p:txBody>
      </p:sp>
      <p:sp>
        <p:nvSpPr>
          <p:cNvPr id="228" name="Shape 226"/>
          <p:cNvSpPr/>
          <p:nvPr/>
        </p:nvSpPr>
        <p:spPr>
          <a:xfrm>
            <a:off x="7452360" y="3108960"/>
            <a:ext cx="132588" cy="132588"/>
          </a:xfrm>
          <a:prstGeom prst="rect">
            <a:avLst/>
          </a:prstGeom>
          <a:solidFill>
            <a:srgbClr val="38BDF8"/>
          </a:solidFill>
          <a:ln w="12700">
            <a:solidFill>
              <a:srgbClr val="38BDF8"/>
            </a:solidFill>
            <a:prstDash val="solid"/>
          </a:ln>
        </p:spPr>
        <p:txBody>
          <a:bodyPr/>
          <a:lstStyle/>
          <a:p>
            <a:endParaRPr lang="en-ZA"/>
          </a:p>
        </p:txBody>
      </p:sp>
      <p:sp>
        <p:nvSpPr>
          <p:cNvPr id="229" name="Shape 227"/>
          <p:cNvSpPr/>
          <p:nvPr/>
        </p:nvSpPr>
        <p:spPr>
          <a:xfrm>
            <a:off x="7598664" y="3108960"/>
            <a:ext cx="132588" cy="132588"/>
          </a:xfrm>
          <a:prstGeom prst="rect">
            <a:avLst/>
          </a:prstGeom>
          <a:solidFill>
            <a:srgbClr val="38BDF8"/>
          </a:solidFill>
          <a:ln w="12700">
            <a:solidFill>
              <a:srgbClr val="38BDF8"/>
            </a:solidFill>
            <a:prstDash val="solid"/>
          </a:ln>
        </p:spPr>
        <p:txBody>
          <a:bodyPr/>
          <a:lstStyle/>
          <a:p>
            <a:endParaRPr lang="en-ZA"/>
          </a:p>
        </p:txBody>
      </p:sp>
      <p:sp>
        <p:nvSpPr>
          <p:cNvPr id="230" name="Shape 228"/>
          <p:cNvSpPr/>
          <p:nvPr/>
        </p:nvSpPr>
        <p:spPr>
          <a:xfrm>
            <a:off x="7744968" y="3108960"/>
            <a:ext cx="132588" cy="132588"/>
          </a:xfrm>
          <a:prstGeom prst="rect">
            <a:avLst/>
          </a:prstGeom>
          <a:solidFill>
            <a:srgbClr val="38BDF8"/>
          </a:solidFill>
          <a:ln w="12700">
            <a:solidFill>
              <a:srgbClr val="38BDF8"/>
            </a:solidFill>
            <a:prstDash val="solid"/>
          </a:ln>
        </p:spPr>
        <p:txBody>
          <a:bodyPr/>
          <a:lstStyle/>
          <a:p>
            <a:endParaRPr lang="en-ZA"/>
          </a:p>
        </p:txBody>
      </p:sp>
      <p:sp>
        <p:nvSpPr>
          <p:cNvPr id="231" name="Shape 229"/>
          <p:cNvSpPr/>
          <p:nvPr/>
        </p:nvSpPr>
        <p:spPr>
          <a:xfrm>
            <a:off x="7891272" y="3108960"/>
            <a:ext cx="132588" cy="132588"/>
          </a:xfrm>
          <a:prstGeom prst="rect">
            <a:avLst/>
          </a:prstGeom>
          <a:solidFill>
            <a:srgbClr val="38BDF8"/>
          </a:solidFill>
          <a:ln w="12700">
            <a:solidFill>
              <a:srgbClr val="38BDF8"/>
            </a:solidFill>
            <a:prstDash val="solid"/>
          </a:ln>
        </p:spPr>
        <p:txBody>
          <a:bodyPr/>
          <a:lstStyle/>
          <a:p>
            <a:endParaRPr lang="en-ZA"/>
          </a:p>
        </p:txBody>
      </p:sp>
      <p:sp>
        <p:nvSpPr>
          <p:cNvPr id="232" name="Shape 230"/>
          <p:cNvSpPr/>
          <p:nvPr/>
        </p:nvSpPr>
        <p:spPr>
          <a:xfrm>
            <a:off x="8037576" y="3108960"/>
            <a:ext cx="132588" cy="132588"/>
          </a:xfrm>
          <a:prstGeom prst="rect">
            <a:avLst/>
          </a:prstGeom>
          <a:solidFill>
            <a:srgbClr val="38BDF8"/>
          </a:solidFill>
          <a:ln w="12700">
            <a:solidFill>
              <a:srgbClr val="38BDF8"/>
            </a:solidFill>
            <a:prstDash val="solid"/>
          </a:ln>
        </p:spPr>
        <p:txBody>
          <a:bodyPr/>
          <a:lstStyle/>
          <a:p>
            <a:endParaRPr lang="en-ZA"/>
          </a:p>
        </p:txBody>
      </p:sp>
      <p:sp>
        <p:nvSpPr>
          <p:cNvPr id="233" name="Shape 231"/>
          <p:cNvSpPr/>
          <p:nvPr/>
        </p:nvSpPr>
        <p:spPr>
          <a:xfrm>
            <a:off x="8183880" y="3108960"/>
            <a:ext cx="132588" cy="132588"/>
          </a:xfrm>
          <a:prstGeom prst="rect">
            <a:avLst/>
          </a:prstGeom>
          <a:solidFill>
            <a:srgbClr val="38BDF8"/>
          </a:solidFill>
          <a:ln w="12700">
            <a:solidFill>
              <a:srgbClr val="38BDF8"/>
            </a:solidFill>
            <a:prstDash val="solid"/>
          </a:ln>
        </p:spPr>
        <p:txBody>
          <a:bodyPr/>
          <a:lstStyle/>
          <a:p>
            <a:endParaRPr lang="en-ZA"/>
          </a:p>
        </p:txBody>
      </p:sp>
      <p:sp>
        <p:nvSpPr>
          <p:cNvPr id="234" name="Shape 232"/>
          <p:cNvSpPr/>
          <p:nvPr/>
        </p:nvSpPr>
        <p:spPr>
          <a:xfrm>
            <a:off x="8330184" y="3108960"/>
            <a:ext cx="132588" cy="132588"/>
          </a:xfrm>
          <a:prstGeom prst="rect">
            <a:avLst/>
          </a:prstGeom>
          <a:solidFill>
            <a:srgbClr val="38BDF8"/>
          </a:solidFill>
          <a:ln w="12700">
            <a:solidFill>
              <a:srgbClr val="38BDF8"/>
            </a:solidFill>
            <a:prstDash val="solid"/>
          </a:ln>
        </p:spPr>
        <p:txBody>
          <a:bodyPr/>
          <a:lstStyle/>
          <a:p>
            <a:endParaRPr lang="en-ZA"/>
          </a:p>
        </p:txBody>
      </p:sp>
      <p:sp>
        <p:nvSpPr>
          <p:cNvPr id="235" name="Shape 233"/>
          <p:cNvSpPr/>
          <p:nvPr/>
        </p:nvSpPr>
        <p:spPr>
          <a:xfrm>
            <a:off x="8476488" y="3108960"/>
            <a:ext cx="132588" cy="132588"/>
          </a:xfrm>
          <a:prstGeom prst="rect">
            <a:avLst/>
          </a:prstGeom>
          <a:solidFill>
            <a:srgbClr val="38BDF8"/>
          </a:solidFill>
          <a:ln w="12700">
            <a:solidFill>
              <a:srgbClr val="38BDF8"/>
            </a:solidFill>
            <a:prstDash val="solid"/>
          </a:ln>
        </p:spPr>
        <p:txBody>
          <a:bodyPr/>
          <a:lstStyle/>
          <a:p>
            <a:endParaRPr lang="en-ZA"/>
          </a:p>
        </p:txBody>
      </p:sp>
      <p:sp>
        <p:nvSpPr>
          <p:cNvPr id="236" name="Shape 234"/>
          <p:cNvSpPr/>
          <p:nvPr/>
        </p:nvSpPr>
        <p:spPr>
          <a:xfrm>
            <a:off x="8622792" y="3108960"/>
            <a:ext cx="132588" cy="132588"/>
          </a:xfrm>
          <a:prstGeom prst="rect">
            <a:avLst/>
          </a:prstGeom>
          <a:solidFill>
            <a:srgbClr val="38BDF8"/>
          </a:solidFill>
          <a:ln w="12700">
            <a:solidFill>
              <a:srgbClr val="38BDF8"/>
            </a:solidFill>
            <a:prstDash val="solid"/>
          </a:ln>
        </p:spPr>
        <p:txBody>
          <a:bodyPr/>
          <a:lstStyle/>
          <a:p>
            <a:endParaRPr lang="en-ZA"/>
          </a:p>
        </p:txBody>
      </p:sp>
      <p:sp>
        <p:nvSpPr>
          <p:cNvPr id="237" name="Shape 235"/>
          <p:cNvSpPr/>
          <p:nvPr/>
        </p:nvSpPr>
        <p:spPr>
          <a:xfrm>
            <a:off x="8769096" y="3108960"/>
            <a:ext cx="132588" cy="132588"/>
          </a:xfrm>
          <a:prstGeom prst="rect">
            <a:avLst/>
          </a:prstGeom>
          <a:solidFill>
            <a:srgbClr val="38BDF8"/>
          </a:solidFill>
          <a:ln w="12700">
            <a:solidFill>
              <a:srgbClr val="38BDF8"/>
            </a:solidFill>
            <a:prstDash val="solid"/>
          </a:ln>
        </p:spPr>
        <p:txBody>
          <a:bodyPr/>
          <a:lstStyle/>
          <a:p>
            <a:endParaRPr lang="en-ZA"/>
          </a:p>
        </p:txBody>
      </p:sp>
      <p:sp>
        <p:nvSpPr>
          <p:cNvPr id="238" name="Shape 236"/>
          <p:cNvSpPr/>
          <p:nvPr/>
        </p:nvSpPr>
        <p:spPr>
          <a:xfrm>
            <a:off x="8915400" y="3108960"/>
            <a:ext cx="132588" cy="132588"/>
          </a:xfrm>
          <a:prstGeom prst="rect">
            <a:avLst/>
          </a:prstGeom>
          <a:solidFill>
            <a:srgbClr val="38BDF8"/>
          </a:solidFill>
          <a:ln w="12700">
            <a:solidFill>
              <a:srgbClr val="38BDF8"/>
            </a:solidFill>
            <a:prstDash val="solid"/>
          </a:ln>
        </p:spPr>
        <p:txBody>
          <a:bodyPr/>
          <a:lstStyle/>
          <a:p>
            <a:endParaRPr lang="en-ZA"/>
          </a:p>
        </p:txBody>
      </p:sp>
      <p:sp>
        <p:nvSpPr>
          <p:cNvPr id="239" name="Shape 237"/>
          <p:cNvSpPr/>
          <p:nvPr/>
        </p:nvSpPr>
        <p:spPr>
          <a:xfrm>
            <a:off x="9061704" y="3108960"/>
            <a:ext cx="132588" cy="132588"/>
          </a:xfrm>
          <a:prstGeom prst="rect">
            <a:avLst/>
          </a:prstGeom>
          <a:solidFill>
            <a:srgbClr val="22272E"/>
          </a:solidFill>
          <a:ln w="12700">
            <a:solidFill>
              <a:srgbClr val="22272E"/>
            </a:solidFill>
            <a:prstDash val="solid"/>
          </a:ln>
        </p:spPr>
        <p:txBody>
          <a:bodyPr/>
          <a:lstStyle/>
          <a:p>
            <a:endParaRPr lang="en-ZA"/>
          </a:p>
        </p:txBody>
      </p:sp>
      <p:sp>
        <p:nvSpPr>
          <p:cNvPr id="240" name="Shape 238"/>
          <p:cNvSpPr/>
          <p:nvPr/>
        </p:nvSpPr>
        <p:spPr>
          <a:xfrm>
            <a:off x="9208008" y="3108960"/>
            <a:ext cx="132588" cy="132588"/>
          </a:xfrm>
          <a:prstGeom prst="rect">
            <a:avLst/>
          </a:prstGeom>
          <a:solidFill>
            <a:srgbClr val="22272E"/>
          </a:solidFill>
          <a:ln w="12700">
            <a:solidFill>
              <a:srgbClr val="22272E"/>
            </a:solidFill>
            <a:prstDash val="solid"/>
          </a:ln>
        </p:spPr>
        <p:txBody>
          <a:bodyPr/>
          <a:lstStyle/>
          <a:p>
            <a:endParaRPr lang="en-ZA"/>
          </a:p>
        </p:txBody>
      </p:sp>
      <p:sp>
        <p:nvSpPr>
          <p:cNvPr id="241" name="Shape 239"/>
          <p:cNvSpPr/>
          <p:nvPr/>
        </p:nvSpPr>
        <p:spPr>
          <a:xfrm>
            <a:off x="9354312" y="3108960"/>
            <a:ext cx="132588" cy="132588"/>
          </a:xfrm>
          <a:prstGeom prst="rect">
            <a:avLst/>
          </a:prstGeom>
          <a:solidFill>
            <a:srgbClr val="22272E"/>
          </a:solidFill>
          <a:ln w="12700">
            <a:solidFill>
              <a:srgbClr val="22272E"/>
            </a:solidFill>
            <a:prstDash val="solid"/>
          </a:ln>
        </p:spPr>
        <p:txBody>
          <a:bodyPr/>
          <a:lstStyle/>
          <a:p>
            <a:endParaRPr lang="en-ZA"/>
          </a:p>
        </p:txBody>
      </p:sp>
      <p:sp>
        <p:nvSpPr>
          <p:cNvPr id="242" name="Shape 240"/>
          <p:cNvSpPr/>
          <p:nvPr/>
        </p:nvSpPr>
        <p:spPr>
          <a:xfrm>
            <a:off x="9500616" y="3108960"/>
            <a:ext cx="132588" cy="132588"/>
          </a:xfrm>
          <a:prstGeom prst="rect">
            <a:avLst/>
          </a:prstGeom>
          <a:solidFill>
            <a:srgbClr val="22272E"/>
          </a:solidFill>
          <a:ln w="12700">
            <a:solidFill>
              <a:srgbClr val="22272E"/>
            </a:solidFill>
            <a:prstDash val="solid"/>
          </a:ln>
        </p:spPr>
        <p:txBody>
          <a:bodyPr/>
          <a:lstStyle/>
          <a:p>
            <a:endParaRPr lang="en-ZA"/>
          </a:p>
        </p:txBody>
      </p:sp>
      <p:sp>
        <p:nvSpPr>
          <p:cNvPr id="243" name="Shape 241"/>
          <p:cNvSpPr/>
          <p:nvPr/>
        </p:nvSpPr>
        <p:spPr>
          <a:xfrm>
            <a:off x="6720840" y="3255264"/>
            <a:ext cx="132588" cy="132588"/>
          </a:xfrm>
          <a:prstGeom prst="rect">
            <a:avLst/>
          </a:prstGeom>
          <a:solidFill>
            <a:srgbClr val="22272E"/>
          </a:solidFill>
          <a:ln w="12700">
            <a:solidFill>
              <a:srgbClr val="22272E"/>
            </a:solidFill>
            <a:prstDash val="solid"/>
          </a:ln>
        </p:spPr>
        <p:txBody>
          <a:bodyPr/>
          <a:lstStyle/>
          <a:p>
            <a:endParaRPr lang="en-ZA"/>
          </a:p>
        </p:txBody>
      </p:sp>
      <p:sp>
        <p:nvSpPr>
          <p:cNvPr id="244" name="Shape 242"/>
          <p:cNvSpPr/>
          <p:nvPr/>
        </p:nvSpPr>
        <p:spPr>
          <a:xfrm>
            <a:off x="6867144" y="3255264"/>
            <a:ext cx="132588" cy="132588"/>
          </a:xfrm>
          <a:prstGeom prst="rect">
            <a:avLst/>
          </a:prstGeom>
          <a:solidFill>
            <a:srgbClr val="22272E"/>
          </a:solidFill>
          <a:ln w="12700">
            <a:solidFill>
              <a:srgbClr val="22272E"/>
            </a:solidFill>
            <a:prstDash val="solid"/>
          </a:ln>
        </p:spPr>
        <p:txBody>
          <a:bodyPr/>
          <a:lstStyle/>
          <a:p>
            <a:endParaRPr lang="en-ZA"/>
          </a:p>
        </p:txBody>
      </p:sp>
      <p:sp>
        <p:nvSpPr>
          <p:cNvPr id="245" name="Shape 243"/>
          <p:cNvSpPr/>
          <p:nvPr/>
        </p:nvSpPr>
        <p:spPr>
          <a:xfrm>
            <a:off x="7013448" y="3255264"/>
            <a:ext cx="132588" cy="132588"/>
          </a:xfrm>
          <a:prstGeom prst="rect">
            <a:avLst/>
          </a:prstGeom>
          <a:solidFill>
            <a:srgbClr val="22272E"/>
          </a:solidFill>
          <a:ln w="12700">
            <a:solidFill>
              <a:srgbClr val="22272E"/>
            </a:solidFill>
            <a:prstDash val="solid"/>
          </a:ln>
        </p:spPr>
        <p:txBody>
          <a:bodyPr/>
          <a:lstStyle/>
          <a:p>
            <a:endParaRPr lang="en-ZA"/>
          </a:p>
        </p:txBody>
      </p:sp>
      <p:sp>
        <p:nvSpPr>
          <p:cNvPr id="246" name="Shape 244"/>
          <p:cNvSpPr/>
          <p:nvPr/>
        </p:nvSpPr>
        <p:spPr>
          <a:xfrm>
            <a:off x="7159752" y="3255264"/>
            <a:ext cx="132588" cy="132588"/>
          </a:xfrm>
          <a:prstGeom prst="rect">
            <a:avLst/>
          </a:prstGeom>
          <a:solidFill>
            <a:srgbClr val="22272E"/>
          </a:solidFill>
          <a:ln w="12700">
            <a:solidFill>
              <a:srgbClr val="22272E"/>
            </a:solidFill>
            <a:prstDash val="solid"/>
          </a:ln>
        </p:spPr>
        <p:txBody>
          <a:bodyPr/>
          <a:lstStyle/>
          <a:p>
            <a:endParaRPr lang="en-ZA"/>
          </a:p>
        </p:txBody>
      </p:sp>
      <p:sp>
        <p:nvSpPr>
          <p:cNvPr id="247" name="Shape 245"/>
          <p:cNvSpPr/>
          <p:nvPr/>
        </p:nvSpPr>
        <p:spPr>
          <a:xfrm>
            <a:off x="7306056" y="3255264"/>
            <a:ext cx="132588" cy="132588"/>
          </a:xfrm>
          <a:prstGeom prst="rect">
            <a:avLst/>
          </a:prstGeom>
          <a:solidFill>
            <a:srgbClr val="22272E"/>
          </a:solidFill>
          <a:ln w="12700">
            <a:solidFill>
              <a:srgbClr val="22272E"/>
            </a:solidFill>
            <a:prstDash val="solid"/>
          </a:ln>
        </p:spPr>
        <p:txBody>
          <a:bodyPr/>
          <a:lstStyle/>
          <a:p>
            <a:endParaRPr lang="en-ZA"/>
          </a:p>
        </p:txBody>
      </p:sp>
      <p:sp>
        <p:nvSpPr>
          <p:cNvPr id="248" name="Shape 246"/>
          <p:cNvSpPr/>
          <p:nvPr/>
        </p:nvSpPr>
        <p:spPr>
          <a:xfrm>
            <a:off x="7452360" y="3255264"/>
            <a:ext cx="132588" cy="132588"/>
          </a:xfrm>
          <a:prstGeom prst="rect">
            <a:avLst/>
          </a:prstGeom>
          <a:solidFill>
            <a:srgbClr val="D0D7DE"/>
          </a:solidFill>
          <a:ln w="12700">
            <a:solidFill>
              <a:srgbClr val="D0D7DE"/>
            </a:solidFill>
            <a:prstDash val="solid"/>
          </a:ln>
        </p:spPr>
        <p:txBody>
          <a:bodyPr/>
          <a:lstStyle/>
          <a:p>
            <a:endParaRPr lang="en-ZA"/>
          </a:p>
        </p:txBody>
      </p:sp>
      <p:sp>
        <p:nvSpPr>
          <p:cNvPr id="249" name="Shape 247"/>
          <p:cNvSpPr/>
          <p:nvPr/>
        </p:nvSpPr>
        <p:spPr>
          <a:xfrm>
            <a:off x="7598664" y="3255264"/>
            <a:ext cx="132588" cy="132588"/>
          </a:xfrm>
          <a:prstGeom prst="rect">
            <a:avLst/>
          </a:prstGeom>
          <a:solidFill>
            <a:srgbClr val="22272E"/>
          </a:solidFill>
          <a:ln w="12700">
            <a:solidFill>
              <a:srgbClr val="22272E"/>
            </a:solidFill>
            <a:prstDash val="solid"/>
          </a:ln>
        </p:spPr>
        <p:txBody>
          <a:bodyPr/>
          <a:lstStyle/>
          <a:p>
            <a:endParaRPr lang="en-ZA"/>
          </a:p>
        </p:txBody>
      </p:sp>
      <p:sp>
        <p:nvSpPr>
          <p:cNvPr id="250" name="Shape 248"/>
          <p:cNvSpPr/>
          <p:nvPr/>
        </p:nvSpPr>
        <p:spPr>
          <a:xfrm>
            <a:off x="7744968" y="3255264"/>
            <a:ext cx="132588" cy="132588"/>
          </a:xfrm>
          <a:prstGeom prst="rect">
            <a:avLst/>
          </a:prstGeom>
          <a:solidFill>
            <a:srgbClr val="22272E"/>
          </a:solidFill>
          <a:ln w="12700">
            <a:solidFill>
              <a:srgbClr val="22272E"/>
            </a:solidFill>
            <a:prstDash val="solid"/>
          </a:ln>
        </p:spPr>
        <p:txBody>
          <a:bodyPr/>
          <a:lstStyle/>
          <a:p>
            <a:endParaRPr lang="en-ZA"/>
          </a:p>
        </p:txBody>
      </p:sp>
      <p:sp>
        <p:nvSpPr>
          <p:cNvPr id="251" name="Shape 249"/>
          <p:cNvSpPr/>
          <p:nvPr/>
        </p:nvSpPr>
        <p:spPr>
          <a:xfrm>
            <a:off x="7891272" y="3255264"/>
            <a:ext cx="132588" cy="132588"/>
          </a:xfrm>
          <a:prstGeom prst="rect">
            <a:avLst/>
          </a:prstGeom>
          <a:solidFill>
            <a:srgbClr val="22272E"/>
          </a:solidFill>
          <a:ln w="12700">
            <a:solidFill>
              <a:srgbClr val="22272E"/>
            </a:solidFill>
            <a:prstDash val="solid"/>
          </a:ln>
        </p:spPr>
        <p:txBody>
          <a:bodyPr/>
          <a:lstStyle/>
          <a:p>
            <a:endParaRPr lang="en-ZA"/>
          </a:p>
        </p:txBody>
      </p:sp>
      <p:sp>
        <p:nvSpPr>
          <p:cNvPr id="252" name="Shape 250"/>
          <p:cNvSpPr/>
          <p:nvPr/>
        </p:nvSpPr>
        <p:spPr>
          <a:xfrm>
            <a:off x="8037576" y="3255264"/>
            <a:ext cx="132588" cy="132588"/>
          </a:xfrm>
          <a:prstGeom prst="rect">
            <a:avLst/>
          </a:prstGeom>
          <a:solidFill>
            <a:srgbClr val="22272E"/>
          </a:solidFill>
          <a:ln w="12700">
            <a:solidFill>
              <a:srgbClr val="22272E"/>
            </a:solidFill>
            <a:prstDash val="solid"/>
          </a:ln>
        </p:spPr>
        <p:txBody>
          <a:bodyPr/>
          <a:lstStyle/>
          <a:p>
            <a:endParaRPr lang="en-ZA"/>
          </a:p>
        </p:txBody>
      </p:sp>
      <p:sp>
        <p:nvSpPr>
          <p:cNvPr id="253" name="Shape 251"/>
          <p:cNvSpPr/>
          <p:nvPr/>
        </p:nvSpPr>
        <p:spPr>
          <a:xfrm>
            <a:off x="8183880" y="3255264"/>
            <a:ext cx="132588" cy="132588"/>
          </a:xfrm>
          <a:prstGeom prst="rect">
            <a:avLst/>
          </a:prstGeom>
          <a:solidFill>
            <a:srgbClr val="22272E"/>
          </a:solidFill>
          <a:ln w="12700">
            <a:solidFill>
              <a:srgbClr val="22272E"/>
            </a:solidFill>
            <a:prstDash val="solid"/>
          </a:ln>
        </p:spPr>
        <p:txBody>
          <a:bodyPr/>
          <a:lstStyle/>
          <a:p>
            <a:endParaRPr lang="en-ZA"/>
          </a:p>
        </p:txBody>
      </p:sp>
      <p:sp>
        <p:nvSpPr>
          <p:cNvPr id="254" name="Shape 252"/>
          <p:cNvSpPr/>
          <p:nvPr/>
        </p:nvSpPr>
        <p:spPr>
          <a:xfrm>
            <a:off x="8330184" y="3255264"/>
            <a:ext cx="132588" cy="132588"/>
          </a:xfrm>
          <a:prstGeom prst="rect">
            <a:avLst/>
          </a:prstGeom>
          <a:solidFill>
            <a:srgbClr val="2EA043"/>
          </a:solidFill>
          <a:ln w="12700">
            <a:solidFill>
              <a:srgbClr val="2EA043"/>
            </a:solidFill>
            <a:prstDash val="solid"/>
          </a:ln>
        </p:spPr>
        <p:txBody>
          <a:bodyPr/>
          <a:lstStyle/>
          <a:p>
            <a:endParaRPr lang="en-ZA"/>
          </a:p>
        </p:txBody>
      </p:sp>
      <p:sp>
        <p:nvSpPr>
          <p:cNvPr id="255" name="Shape 253"/>
          <p:cNvSpPr/>
          <p:nvPr/>
        </p:nvSpPr>
        <p:spPr>
          <a:xfrm>
            <a:off x="8476488" y="3255264"/>
            <a:ext cx="132588" cy="132588"/>
          </a:xfrm>
          <a:prstGeom prst="rect">
            <a:avLst/>
          </a:prstGeom>
          <a:solidFill>
            <a:srgbClr val="22272E"/>
          </a:solidFill>
          <a:ln w="12700">
            <a:solidFill>
              <a:srgbClr val="22272E"/>
            </a:solidFill>
            <a:prstDash val="solid"/>
          </a:ln>
        </p:spPr>
        <p:txBody>
          <a:bodyPr/>
          <a:lstStyle/>
          <a:p>
            <a:endParaRPr lang="en-ZA"/>
          </a:p>
        </p:txBody>
      </p:sp>
      <p:sp>
        <p:nvSpPr>
          <p:cNvPr id="256" name="Shape 254"/>
          <p:cNvSpPr/>
          <p:nvPr/>
        </p:nvSpPr>
        <p:spPr>
          <a:xfrm>
            <a:off x="8622792" y="3255264"/>
            <a:ext cx="132588" cy="132588"/>
          </a:xfrm>
          <a:prstGeom prst="rect">
            <a:avLst/>
          </a:prstGeom>
          <a:solidFill>
            <a:srgbClr val="22272E"/>
          </a:solidFill>
          <a:ln w="12700">
            <a:solidFill>
              <a:srgbClr val="22272E"/>
            </a:solidFill>
            <a:prstDash val="solid"/>
          </a:ln>
        </p:spPr>
        <p:txBody>
          <a:bodyPr/>
          <a:lstStyle/>
          <a:p>
            <a:endParaRPr lang="en-ZA"/>
          </a:p>
        </p:txBody>
      </p:sp>
      <p:sp>
        <p:nvSpPr>
          <p:cNvPr id="257" name="Shape 255"/>
          <p:cNvSpPr/>
          <p:nvPr/>
        </p:nvSpPr>
        <p:spPr>
          <a:xfrm>
            <a:off x="8769096" y="3255264"/>
            <a:ext cx="132588" cy="132588"/>
          </a:xfrm>
          <a:prstGeom prst="rect">
            <a:avLst/>
          </a:prstGeom>
          <a:solidFill>
            <a:srgbClr val="22272E"/>
          </a:solidFill>
          <a:ln w="12700">
            <a:solidFill>
              <a:srgbClr val="22272E"/>
            </a:solidFill>
            <a:prstDash val="solid"/>
          </a:ln>
        </p:spPr>
        <p:txBody>
          <a:bodyPr/>
          <a:lstStyle/>
          <a:p>
            <a:endParaRPr lang="en-ZA"/>
          </a:p>
        </p:txBody>
      </p:sp>
      <p:sp>
        <p:nvSpPr>
          <p:cNvPr id="258" name="Shape 256"/>
          <p:cNvSpPr/>
          <p:nvPr/>
        </p:nvSpPr>
        <p:spPr>
          <a:xfrm>
            <a:off x="8915400" y="3255264"/>
            <a:ext cx="132588" cy="132588"/>
          </a:xfrm>
          <a:prstGeom prst="rect">
            <a:avLst/>
          </a:prstGeom>
          <a:solidFill>
            <a:srgbClr val="22272E"/>
          </a:solidFill>
          <a:ln w="12700">
            <a:solidFill>
              <a:srgbClr val="22272E"/>
            </a:solidFill>
            <a:prstDash val="solid"/>
          </a:ln>
        </p:spPr>
        <p:txBody>
          <a:bodyPr/>
          <a:lstStyle/>
          <a:p>
            <a:endParaRPr lang="en-ZA"/>
          </a:p>
        </p:txBody>
      </p:sp>
      <p:sp>
        <p:nvSpPr>
          <p:cNvPr id="259" name="Shape 257"/>
          <p:cNvSpPr/>
          <p:nvPr/>
        </p:nvSpPr>
        <p:spPr>
          <a:xfrm>
            <a:off x="9061704" y="3255264"/>
            <a:ext cx="132588" cy="132588"/>
          </a:xfrm>
          <a:prstGeom prst="rect">
            <a:avLst/>
          </a:prstGeom>
          <a:solidFill>
            <a:srgbClr val="22272E"/>
          </a:solidFill>
          <a:ln w="12700">
            <a:solidFill>
              <a:srgbClr val="22272E"/>
            </a:solidFill>
            <a:prstDash val="solid"/>
          </a:ln>
        </p:spPr>
        <p:txBody>
          <a:bodyPr/>
          <a:lstStyle/>
          <a:p>
            <a:endParaRPr lang="en-ZA"/>
          </a:p>
        </p:txBody>
      </p:sp>
      <p:sp>
        <p:nvSpPr>
          <p:cNvPr id="260" name="Shape 258"/>
          <p:cNvSpPr/>
          <p:nvPr/>
        </p:nvSpPr>
        <p:spPr>
          <a:xfrm>
            <a:off x="9208008" y="3255264"/>
            <a:ext cx="132588" cy="132588"/>
          </a:xfrm>
          <a:prstGeom prst="rect">
            <a:avLst/>
          </a:prstGeom>
          <a:solidFill>
            <a:srgbClr val="22272E"/>
          </a:solidFill>
          <a:ln w="12700">
            <a:solidFill>
              <a:srgbClr val="22272E"/>
            </a:solidFill>
            <a:prstDash val="solid"/>
          </a:ln>
        </p:spPr>
        <p:txBody>
          <a:bodyPr/>
          <a:lstStyle/>
          <a:p>
            <a:endParaRPr lang="en-ZA"/>
          </a:p>
        </p:txBody>
      </p:sp>
      <p:sp>
        <p:nvSpPr>
          <p:cNvPr id="261" name="Shape 259"/>
          <p:cNvSpPr/>
          <p:nvPr/>
        </p:nvSpPr>
        <p:spPr>
          <a:xfrm>
            <a:off x="9354312" y="3255264"/>
            <a:ext cx="132588" cy="132588"/>
          </a:xfrm>
          <a:prstGeom prst="rect">
            <a:avLst/>
          </a:prstGeom>
          <a:solidFill>
            <a:srgbClr val="22272E"/>
          </a:solidFill>
          <a:ln w="12700">
            <a:solidFill>
              <a:srgbClr val="22272E"/>
            </a:solidFill>
            <a:prstDash val="solid"/>
          </a:ln>
        </p:spPr>
        <p:txBody>
          <a:bodyPr/>
          <a:lstStyle/>
          <a:p>
            <a:endParaRPr lang="en-ZA"/>
          </a:p>
        </p:txBody>
      </p:sp>
      <p:sp>
        <p:nvSpPr>
          <p:cNvPr id="262" name="Shape 260"/>
          <p:cNvSpPr/>
          <p:nvPr/>
        </p:nvSpPr>
        <p:spPr>
          <a:xfrm>
            <a:off x="9500616" y="3255264"/>
            <a:ext cx="132588" cy="132588"/>
          </a:xfrm>
          <a:prstGeom prst="rect">
            <a:avLst/>
          </a:prstGeom>
          <a:solidFill>
            <a:srgbClr val="22272E"/>
          </a:solidFill>
          <a:ln w="12700">
            <a:solidFill>
              <a:srgbClr val="22272E"/>
            </a:solidFill>
            <a:prstDash val="solid"/>
          </a:ln>
        </p:spPr>
        <p:txBody>
          <a:bodyPr/>
          <a:lstStyle/>
          <a:p>
            <a:endParaRPr lang="en-ZA"/>
          </a:p>
        </p:txBody>
      </p:sp>
      <p:sp>
        <p:nvSpPr>
          <p:cNvPr id="263" name="Shape 261"/>
          <p:cNvSpPr/>
          <p:nvPr/>
        </p:nvSpPr>
        <p:spPr>
          <a:xfrm>
            <a:off x="6720840" y="3401568"/>
            <a:ext cx="132588" cy="132588"/>
          </a:xfrm>
          <a:prstGeom prst="rect">
            <a:avLst/>
          </a:prstGeom>
          <a:solidFill>
            <a:srgbClr val="22272E"/>
          </a:solidFill>
          <a:ln w="12700">
            <a:solidFill>
              <a:srgbClr val="22272E"/>
            </a:solidFill>
            <a:prstDash val="solid"/>
          </a:ln>
        </p:spPr>
        <p:txBody>
          <a:bodyPr/>
          <a:lstStyle/>
          <a:p>
            <a:endParaRPr lang="en-ZA"/>
          </a:p>
        </p:txBody>
      </p:sp>
      <p:sp>
        <p:nvSpPr>
          <p:cNvPr id="264" name="Shape 262"/>
          <p:cNvSpPr/>
          <p:nvPr/>
        </p:nvSpPr>
        <p:spPr>
          <a:xfrm>
            <a:off x="6867144" y="3401568"/>
            <a:ext cx="132588" cy="132588"/>
          </a:xfrm>
          <a:prstGeom prst="rect">
            <a:avLst/>
          </a:prstGeom>
          <a:solidFill>
            <a:srgbClr val="22272E"/>
          </a:solidFill>
          <a:ln w="12700">
            <a:solidFill>
              <a:srgbClr val="22272E"/>
            </a:solidFill>
            <a:prstDash val="solid"/>
          </a:ln>
        </p:spPr>
        <p:txBody>
          <a:bodyPr/>
          <a:lstStyle/>
          <a:p>
            <a:endParaRPr lang="en-ZA"/>
          </a:p>
        </p:txBody>
      </p:sp>
      <p:sp>
        <p:nvSpPr>
          <p:cNvPr id="265" name="Shape 263"/>
          <p:cNvSpPr/>
          <p:nvPr/>
        </p:nvSpPr>
        <p:spPr>
          <a:xfrm>
            <a:off x="7013448" y="3401568"/>
            <a:ext cx="132588" cy="132588"/>
          </a:xfrm>
          <a:prstGeom prst="rect">
            <a:avLst/>
          </a:prstGeom>
          <a:solidFill>
            <a:srgbClr val="22272E"/>
          </a:solidFill>
          <a:ln w="12700">
            <a:solidFill>
              <a:srgbClr val="22272E"/>
            </a:solidFill>
            <a:prstDash val="solid"/>
          </a:ln>
        </p:spPr>
        <p:txBody>
          <a:bodyPr/>
          <a:lstStyle/>
          <a:p>
            <a:endParaRPr lang="en-ZA"/>
          </a:p>
        </p:txBody>
      </p:sp>
      <p:sp>
        <p:nvSpPr>
          <p:cNvPr id="266" name="Shape 264"/>
          <p:cNvSpPr/>
          <p:nvPr/>
        </p:nvSpPr>
        <p:spPr>
          <a:xfrm>
            <a:off x="7159752" y="3401568"/>
            <a:ext cx="132588" cy="132588"/>
          </a:xfrm>
          <a:prstGeom prst="rect">
            <a:avLst/>
          </a:prstGeom>
          <a:solidFill>
            <a:srgbClr val="22272E"/>
          </a:solidFill>
          <a:ln w="12700">
            <a:solidFill>
              <a:srgbClr val="22272E"/>
            </a:solidFill>
            <a:prstDash val="solid"/>
          </a:ln>
        </p:spPr>
        <p:txBody>
          <a:bodyPr/>
          <a:lstStyle/>
          <a:p>
            <a:endParaRPr lang="en-ZA"/>
          </a:p>
        </p:txBody>
      </p:sp>
      <p:sp>
        <p:nvSpPr>
          <p:cNvPr id="267" name="Shape 265"/>
          <p:cNvSpPr/>
          <p:nvPr/>
        </p:nvSpPr>
        <p:spPr>
          <a:xfrm>
            <a:off x="7306056" y="3401568"/>
            <a:ext cx="132588" cy="132588"/>
          </a:xfrm>
          <a:prstGeom prst="rect">
            <a:avLst/>
          </a:prstGeom>
          <a:solidFill>
            <a:srgbClr val="22272E"/>
          </a:solidFill>
          <a:ln w="12700">
            <a:solidFill>
              <a:srgbClr val="22272E"/>
            </a:solidFill>
            <a:prstDash val="solid"/>
          </a:ln>
        </p:spPr>
        <p:txBody>
          <a:bodyPr/>
          <a:lstStyle/>
          <a:p>
            <a:endParaRPr lang="en-ZA"/>
          </a:p>
        </p:txBody>
      </p:sp>
      <p:sp>
        <p:nvSpPr>
          <p:cNvPr id="268" name="Shape 266"/>
          <p:cNvSpPr/>
          <p:nvPr/>
        </p:nvSpPr>
        <p:spPr>
          <a:xfrm>
            <a:off x="7452360" y="3401568"/>
            <a:ext cx="132588" cy="132588"/>
          </a:xfrm>
          <a:prstGeom prst="rect">
            <a:avLst/>
          </a:prstGeom>
          <a:solidFill>
            <a:srgbClr val="D0D7DE"/>
          </a:solidFill>
          <a:ln w="12700">
            <a:solidFill>
              <a:srgbClr val="D0D7DE"/>
            </a:solidFill>
            <a:prstDash val="solid"/>
          </a:ln>
        </p:spPr>
        <p:txBody>
          <a:bodyPr/>
          <a:lstStyle/>
          <a:p>
            <a:endParaRPr lang="en-ZA"/>
          </a:p>
        </p:txBody>
      </p:sp>
      <p:sp>
        <p:nvSpPr>
          <p:cNvPr id="269" name="Shape 267"/>
          <p:cNvSpPr/>
          <p:nvPr/>
        </p:nvSpPr>
        <p:spPr>
          <a:xfrm>
            <a:off x="7598664" y="3401568"/>
            <a:ext cx="132588" cy="132588"/>
          </a:xfrm>
          <a:prstGeom prst="rect">
            <a:avLst/>
          </a:prstGeom>
          <a:solidFill>
            <a:srgbClr val="22272E"/>
          </a:solidFill>
          <a:ln w="12700">
            <a:solidFill>
              <a:srgbClr val="22272E"/>
            </a:solidFill>
            <a:prstDash val="solid"/>
          </a:ln>
        </p:spPr>
        <p:txBody>
          <a:bodyPr/>
          <a:lstStyle/>
          <a:p>
            <a:endParaRPr lang="en-ZA"/>
          </a:p>
        </p:txBody>
      </p:sp>
      <p:sp>
        <p:nvSpPr>
          <p:cNvPr id="270" name="Shape 268"/>
          <p:cNvSpPr/>
          <p:nvPr/>
        </p:nvSpPr>
        <p:spPr>
          <a:xfrm>
            <a:off x="7744968" y="3401568"/>
            <a:ext cx="132588" cy="132588"/>
          </a:xfrm>
          <a:prstGeom prst="rect">
            <a:avLst/>
          </a:prstGeom>
          <a:solidFill>
            <a:srgbClr val="22272E"/>
          </a:solidFill>
          <a:ln w="12700">
            <a:solidFill>
              <a:srgbClr val="22272E"/>
            </a:solidFill>
            <a:prstDash val="solid"/>
          </a:ln>
        </p:spPr>
        <p:txBody>
          <a:bodyPr/>
          <a:lstStyle/>
          <a:p>
            <a:endParaRPr lang="en-ZA"/>
          </a:p>
        </p:txBody>
      </p:sp>
      <p:sp>
        <p:nvSpPr>
          <p:cNvPr id="271" name="Shape 269"/>
          <p:cNvSpPr/>
          <p:nvPr/>
        </p:nvSpPr>
        <p:spPr>
          <a:xfrm>
            <a:off x="7891272" y="3401568"/>
            <a:ext cx="132588" cy="132588"/>
          </a:xfrm>
          <a:prstGeom prst="rect">
            <a:avLst/>
          </a:prstGeom>
          <a:solidFill>
            <a:srgbClr val="22272E"/>
          </a:solidFill>
          <a:ln w="12700">
            <a:solidFill>
              <a:srgbClr val="22272E"/>
            </a:solidFill>
            <a:prstDash val="solid"/>
          </a:ln>
        </p:spPr>
        <p:txBody>
          <a:bodyPr/>
          <a:lstStyle/>
          <a:p>
            <a:endParaRPr lang="en-ZA"/>
          </a:p>
        </p:txBody>
      </p:sp>
      <p:sp>
        <p:nvSpPr>
          <p:cNvPr id="272" name="Shape 270"/>
          <p:cNvSpPr/>
          <p:nvPr/>
        </p:nvSpPr>
        <p:spPr>
          <a:xfrm>
            <a:off x="8037576" y="3401568"/>
            <a:ext cx="132588" cy="132588"/>
          </a:xfrm>
          <a:prstGeom prst="rect">
            <a:avLst/>
          </a:prstGeom>
          <a:solidFill>
            <a:srgbClr val="22272E"/>
          </a:solidFill>
          <a:ln w="12700">
            <a:solidFill>
              <a:srgbClr val="22272E"/>
            </a:solidFill>
            <a:prstDash val="solid"/>
          </a:ln>
        </p:spPr>
        <p:txBody>
          <a:bodyPr/>
          <a:lstStyle/>
          <a:p>
            <a:endParaRPr lang="en-ZA"/>
          </a:p>
        </p:txBody>
      </p:sp>
      <p:sp>
        <p:nvSpPr>
          <p:cNvPr id="273" name="Shape 271"/>
          <p:cNvSpPr/>
          <p:nvPr/>
        </p:nvSpPr>
        <p:spPr>
          <a:xfrm>
            <a:off x="8183880" y="3401568"/>
            <a:ext cx="132588" cy="132588"/>
          </a:xfrm>
          <a:prstGeom prst="rect">
            <a:avLst/>
          </a:prstGeom>
          <a:solidFill>
            <a:srgbClr val="22272E"/>
          </a:solidFill>
          <a:ln w="12700">
            <a:solidFill>
              <a:srgbClr val="22272E"/>
            </a:solidFill>
            <a:prstDash val="solid"/>
          </a:ln>
        </p:spPr>
        <p:txBody>
          <a:bodyPr/>
          <a:lstStyle/>
          <a:p>
            <a:endParaRPr lang="en-ZA"/>
          </a:p>
        </p:txBody>
      </p:sp>
      <p:sp>
        <p:nvSpPr>
          <p:cNvPr id="274" name="Shape 272"/>
          <p:cNvSpPr/>
          <p:nvPr/>
        </p:nvSpPr>
        <p:spPr>
          <a:xfrm>
            <a:off x="8330184" y="3401568"/>
            <a:ext cx="132588" cy="132588"/>
          </a:xfrm>
          <a:prstGeom prst="rect">
            <a:avLst/>
          </a:prstGeom>
          <a:solidFill>
            <a:srgbClr val="2EA043"/>
          </a:solidFill>
          <a:ln w="12700">
            <a:solidFill>
              <a:srgbClr val="2EA043"/>
            </a:solidFill>
            <a:prstDash val="solid"/>
          </a:ln>
        </p:spPr>
        <p:txBody>
          <a:bodyPr/>
          <a:lstStyle/>
          <a:p>
            <a:endParaRPr lang="en-ZA"/>
          </a:p>
        </p:txBody>
      </p:sp>
      <p:sp>
        <p:nvSpPr>
          <p:cNvPr id="275" name="Shape 273"/>
          <p:cNvSpPr/>
          <p:nvPr/>
        </p:nvSpPr>
        <p:spPr>
          <a:xfrm>
            <a:off x="8476488" y="3401568"/>
            <a:ext cx="132588" cy="132588"/>
          </a:xfrm>
          <a:prstGeom prst="rect">
            <a:avLst/>
          </a:prstGeom>
          <a:solidFill>
            <a:srgbClr val="22272E"/>
          </a:solidFill>
          <a:ln w="12700">
            <a:solidFill>
              <a:srgbClr val="22272E"/>
            </a:solidFill>
            <a:prstDash val="solid"/>
          </a:ln>
        </p:spPr>
        <p:txBody>
          <a:bodyPr/>
          <a:lstStyle/>
          <a:p>
            <a:endParaRPr lang="en-ZA"/>
          </a:p>
        </p:txBody>
      </p:sp>
      <p:sp>
        <p:nvSpPr>
          <p:cNvPr id="276" name="Shape 274"/>
          <p:cNvSpPr/>
          <p:nvPr/>
        </p:nvSpPr>
        <p:spPr>
          <a:xfrm>
            <a:off x="8622792" y="3401568"/>
            <a:ext cx="132588" cy="132588"/>
          </a:xfrm>
          <a:prstGeom prst="rect">
            <a:avLst/>
          </a:prstGeom>
          <a:solidFill>
            <a:srgbClr val="22272E"/>
          </a:solidFill>
          <a:ln w="12700">
            <a:solidFill>
              <a:srgbClr val="22272E"/>
            </a:solidFill>
            <a:prstDash val="solid"/>
          </a:ln>
        </p:spPr>
        <p:txBody>
          <a:bodyPr/>
          <a:lstStyle/>
          <a:p>
            <a:endParaRPr lang="en-ZA"/>
          </a:p>
        </p:txBody>
      </p:sp>
      <p:sp>
        <p:nvSpPr>
          <p:cNvPr id="277" name="Shape 275"/>
          <p:cNvSpPr/>
          <p:nvPr/>
        </p:nvSpPr>
        <p:spPr>
          <a:xfrm>
            <a:off x="8769096" y="3401568"/>
            <a:ext cx="132588" cy="132588"/>
          </a:xfrm>
          <a:prstGeom prst="rect">
            <a:avLst/>
          </a:prstGeom>
          <a:solidFill>
            <a:srgbClr val="22272E"/>
          </a:solidFill>
          <a:ln w="12700">
            <a:solidFill>
              <a:srgbClr val="22272E"/>
            </a:solidFill>
            <a:prstDash val="solid"/>
          </a:ln>
        </p:spPr>
        <p:txBody>
          <a:bodyPr/>
          <a:lstStyle/>
          <a:p>
            <a:endParaRPr lang="en-ZA"/>
          </a:p>
        </p:txBody>
      </p:sp>
      <p:sp>
        <p:nvSpPr>
          <p:cNvPr id="278" name="Shape 276"/>
          <p:cNvSpPr/>
          <p:nvPr/>
        </p:nvSpPr>
        <p:spPr>
          <a:xfrm>
            <a:off x="8915400" y="3401568"/>
            <a:ext cx="132588" cy="132588"/>
          </a:xfrm>
          <a:prstGeom prst="rect">
            <a:avLst/>
          </a:prstGeom>
          <a:solidFill>
            <a:srgbClr val="22272E"/>
          </a:solidFill>
          <a:ln w="12700">
            <a:solidFill>
              <a:srgbClr val="22272E"/>
            </a:solidFill>
            <a:prstDash val="solid"/>
          </a:ln>
        </p:spPr>
        <p:txBody>
          <a:bodyPr/>
          <a:lstStyle/>
          <a:p>
            <a:endParaRPr lang="en-ZA"/>
          </a:p>
        </p:txBody>
      </p:sp>
      <p:sp>
        <p:nvSpPr>
          <p:cNvPr id="279" name="Shape 277"/>
          <p:cNvSpPr/>
          <p:nvPr/>
        </p:nvSpPr>
        <p:spPr>
          <a:xfrm>
            <a:off x="9061704" y="3401568"/>
            <a:ext cx="132588" cy="132588"/>
          </a:xfrm>
          <a:prstGeom prst="rect">
            <a:avLst/>
          </a:prstGeom>
          <a:solidFill>
            <a:srgbClr val="22272E"/>
          </a:solidFill>
          <a:ln w="12700">
            <a:solidFill>
              <a:srgbClr val="22272E"/>
            </a:solidFill>
            <a:prstDash val="solid"/>
          </a:ln>
        </p:spPr>
        <p:txBody>
          <a:bodyPr/>
          <a:lstStyle/>
          <a:p>
            <a:endParaRPr lang="en-ZA"/>
          </a:p>
        </p:txBody>
      </p:sp>
      <p:sp>
        <p:nvSpPr>
          <p:cNvPr id="280" name="Shape 278"/>
          <p:cNvSpPr/>
          <p:nvPr/>
        </p:nvSpPr>
        <p:spPr>
          <a:xfrm>
            <a:off x="9208008" y="3401568"/>
            <a:ext cx="132588" cy="132588"/>
          </a:xfrm>
          <a:prstGeom prst="rect">
            <a:avLst/>
          </a:prstGeom>
          <a:solidFill>
            <a:srgbClr val="22272E"/>
          </a:solidFill>
          <a:ln w="12700">
            <a:solidFill>
              <a:srgbClr val="22272E"/>
            </a:solidFill>
            <a:prstDash val="solid"/>
          </a:ln>
        </p:spPr>
        <p:txBody>
          <a:bodyPr/>
          <a:lstStyle/>
          <a:p>
            <a:endParaRPr lang="en-ZA"/>
          </a:p>
        </p:txBody>
      </p:sp>
      <p:sp>
        <p:nvSpPr>
          <p:cNvPr id="281" name="Shape 279"/>
          <p:cNvSpPr/>
          <p:nvPr/>
        </p:nvSpPr>
        <p:spPr>
          <a:xfrm>
            <a:off x="9354312" y="3401568"/>
            <a:ext cx="132588" cy="132588"/>
          </a:xfrm>
          <a:prstGeom prst="rect">
            <a:avLst/>
          </a:prstGeom>
          <a:solidFill>
            <a:srgbClr val="22272E"/>
          </a:solidFill>
          <a:ln w="12700">
            <a:solidFill>
              <a:srgbClr val="22272E"/>
            </a:solidFill>
            <a:prstDash val="solid"/>
          </a:ln>
        </p:spPr>
        <p:txBody>
          <a:bodyPr/>
          <a:lstStyle/>
          <a:p>
            <a:endParaRPr lang="en-ZA"/>
          </a:p>
        </p:txBody>
      </p:sp>
      <p:sp>
        <p:nvSpPr>
          <p:cNvPr id="282" name="Shape 280"/>
          <p:cNvSpPr/>
          <p:nvPr/>
        </p:nvSpPr>
        <p:spPr>
          <a:xfrm>
            <a:off x="9500616" y="3401568"/>
            <a:ext cx="132588" cy="132588"/>
          </a:xfrm>
          <a:prstGeom prst="rect">
            <a:avLst/>
          </a:prstGeom>
          <a:solidFill>
            <a:srgbClr val="22272E"/>
          </a:solidFill>
          <a:ln w="12700">
            <a:solidFill>
              <a:srgbClr val="22272E"/>
            </a:solidFill>
            <a:prstDash val="solid"/>
          </a:ln>
        </p:spPr>
        <p:txBody>
          <a:bodyPr/>
          <a:lstStyle/>
          <a:p>
            <a:endParaRPr lang="en-ZA"/>
          </a:p>
        </p:txBody>
      </p:sp>
      <p:sp>
        <p:nvSpPr>
          <p:cNvPr id="283" name="Shape 281"/>
          <p:cNvSpPr/>
          <p:nvPr/>
        </p:nvSpPr>
        <p:spPr>
          <a:xfrm>
            <a:off x="6720840" y="3547872"/>
            <a:ext cx="132588" cy="132588"/>
          </a:xfrm>
          <a:prstGeom prst="rect">
            <a:avLst/>
          </a:prstGeom>
          <a:solidFill>
            <a:srgbClr val="22272E"/>
          </a:solidFill>
          <a:ln w="12700">
            <a:solidFill>
              <a:srgbClr val="22272E"/>
            </a:solidFill>
            <a:prstDash val="solid"/>
          </a:ln>
        </p:spPr>
        <p:txBody>
          <a:bodyPr/>
          <a:lstStyle/>
          <a:p>
            <a:endParaRPr lang="en-ZA"/>
          </a:p>
        </p:txBody>
      </p:sp>
      <p:sp>
        <p:nvSpPr>
          <p:cNvPr id="284" name="Shape 282"/>
          <p:cNvSpPr/>
          <p:nvPr/>
        </p:nvSpPr>
        <p:spPr>
          <a:xfrm>
            <a:off x="6867144" y="3547872"/>
            <a:ext cx="132588" cy="132588"/>
          </a:xfrm>
          <a:prstGeom prst="rect">
            <a:avLst/>
          </a:prstGeom>
          <a:solidFill>
            <a:srgbClr val="22272E"/>
          </a:solidFill>
          <a:ln w="12700">
            <a:solidFill>
              <a:srgbClr val="22272E"/>
            </a:solidFill>
            <a:prstDash val="solid"/>
          </a:ln>
        </p:spPr>
        <p:txBody>
          <a:bodyPr/>
          <a:lstStyle/>
          <a:p>
            <a:endParaRPr lang="en-ZA"/>
          </a:p>
        </p:txBody>
      </p:sp>
      <p:sp>
        <p:nvSpPr>
          <p:cNvPr id="285" name="Shape 283"/>
          <p:cNvSpPr/>
          <p:nvPr/>
        </p:nvSpPr>
        <p:spPr>
          <a:xfrm>
            <a:off x="7013448" y="3547872"/>
            <a:ext cx="132588" cy="132588"/>
          </a:xfrm>
          <a:prstGeom prst="rect">
            <a:avLst/>
          </a:prstGeom>
          <a:solidFill>
            <a:srgbClr val="22272E"/>
          </a:solidFill>
          <a:ln w="12700">
            <a:solidFill>
              <a:srgbClr val="22272E"/>
            </a:solidFill>
            <a:prstDash val="solid"/>
          </a:ln>
        </p:spPr>
        <p:txBody>
          <a:bodyPr/>
          <a:lstStyle/>
          <a:p>
            <a:endParaRPr lang="en-ZA"/>
          </a:p>
        </p:txBody>
      </p:sp>
      <p:sp>
        <p:nvSpPr>
          <p:cNvPr id="286" name="Shape 284"/>
          <p:cNvSpPr/>
          <p:nvPr/>
        </p:nvSpPr>
        <p:spPr>
          <a:xfrm>
            <a:off x="7159752" y="3547872"/>
            <a:ext cx="132588" cy="132588"/>
          </a:xfrm>
          <a:prstGeom prst="rect">
            <a:avLst/>
          </a:prstGeom>
          <a:solidFill>
            <a:srgbClr val="22272E"/>
          </a:solidFill>
          <a:ln w="12700">
            <a:solidFill>
              <a:srgbClr val="22272E"/>
            </a:solidFill>
            <a:prstDash val="solid"/>
          </a:ln>
        </p:spPr>
        <p:txBody>
          <a:bodyPr/>
          <a:lstStyle/>
          <a:p>
            <a:endParaRPr lang="en-ZA"/>
          </a:p>
        </p:txBody>
      </p:sp>
      <p:sp>
        <p:nvSpPr>
          <p:cNvPr id="287" name="Shape 285"/>
          <p:cNvSpPr/>
          <p:nvPr/>
        </p:nvSpPr>
        <p:spPr>
          <a:xfrm>
            <a:off x="7306056" y="3547872"/>
            <a:ext cx="132588" cy="132588"/>
          </a:xfrm>
          <a:prstGeom prst="rect">
            <a:avLst/>
          </a:prstGeom>
          <a:solidFill>
            <a:srgbClr val="22272E"/>
          </a:solidFill>
          <a:ln w="12700">
            <a:solidFill>
              <a:srgbClr val="22272E"/>
            </a:solidFill>
            <a:prstDash val="solid"/>
          </a:ln>
        </p:spPr>
        <p:txBody>
          <a:bodyPr/>
          <a:lstStyle/>
          <a:p>
            <a:endParaRPr lang="en-ZA"/>
          </a:p>
        </p:txBody>
      </p:sp>
      <p:sp>
        <p:nvSpPr>
          <p:cNvPr id="288" name="Shape 286"/>
          <p:cNvSpPr/>
          <p:nvPr/>
        </p:nvSpPr>
        <p:spPr>
          <a:xfrm>
            <a:off x="7452360" y="3547872"/>
            <a:ext cx="132588" cy="132588"/>
          </a:xfrm>
          <a:prstGeom prst="rect">
            <a:avLst/>
          </a:prstGeom>
          <a:solidFill>
            <a:srgbClr val="D0D7DE"/>
          </a:solidFill>
          <a:ln w="12700">
            <a:solidFill>
              <a:srgbClr val="D0D7DE"/>
            </a:solidFill>
            <a:prstDash val="solid"/>
          </a:ln>
        </p:spPr>
        <p:txBody>
          <a:bodyPr/>
          <a:lstStyle/>
          <a:p>
            <a:endParaRPr lang="en-ZA"/>
          </a:p>
        </p:txBody>
      </p:sp>
      <p:sp>
        <p:nvSpPr>
          <p:cNvPr id="289" name="Shape 287"/>
          <p:cNvSpPr/>
          <p:nvPr/>
        </p:nvSpPr>
        <p:spPr>
          <a:xfrm>
            <a:off x="7598664" y="3547872"/>
            <a:ext cx="132588" cy="132588"/>
          </a:xfrm>
          <a:prstGeom prst="rect">
            <a:avLst/>
          </a:prstGeom>
          <a:solidFill>
            <a:srgbClr val="22272E"/>
          </a:solidFill>
          <a:ln w="12700">
            <a:solidFill>
              <a:srgbClr val="22272E"/>
            </a:solidFill>
            <a:prstDash val="solid"/>
          </a:ln>
        </p:spPr>
        <p:txBody>
          <a:bodyPr/>
          <a:lstStyle/>
          <a:p>
            <a:endParaRPr lang="en-ZA"/>
          </a:p>
        </p:txBody>
      </p:sp>
      <p:sp>
        <p:nvSpPr>
          <p:cNvPr id="290" name="Shape 288"/>
          <p:cNvSpPr/>
          <p:nvPr/>
        </p:nvSpPr>
        <p:spPr>
          <a:xfrm>
            <a:off x="7744968" y="3547872"/>
            <a:ext cx="132588" cy="132588"/>
          </a:xfrm>
          <a:prstGeom prst="rect">
            <a:avLst/>
          </a:prstGeom>
          <a:solidFill>
            <a:srgbClr val="22272E"/>
          </a:solidFill>
          <a:ln w="12700">
            <a:solidFill>
              <a:srgbClr val="22272E"/>
            </a:solidFill>
            <a:prstDash val="solid"/>
          </a:ln>
        </p:spPr>
        <p:txBody>
          <a:bodyPr/>
          <a:lstStyle/>
          <a:p>
            <a:endParaRPr lang="en-ZA"/>
          </a:p>
        </p:txBody>
      </p:sp>
      <p:sp>
        <p:nvSpPr>
          <p:cNvPr id="291" name="Shape 289"/>
          <p:cNvSpPr/>
          <p:nvPr/>
        </p:nvSpPr>
        <p:spPr>
          <a:xfrm>
            <a:off x="7891272" y="3547872"/>
            <a:ext cx="132588" cy="132588"/>
          </a:xfrm>
          <a:prstGeom prst="rect">
            <a:avLst/>
          </a:prstGeom>
          <a:solidFill>
            <a:srgbClr val="D0D7DE"/>
          </a:solidFill>
          <a:ln w="12700">
            <a:solidFill>
              <a:srgbClr val="D0D7DE"/>
            </a:solidFill>
            <a:prstDash val="solid"/>
          </a:ln>
        </p:spPr>
        <p:txBody>
          <a:bodyPr/>
          <a:lstStyle/>
          <a:p>
            <a:endParaRPr lang="en-ZA"/>
          </a:p>
        </p:txBody>
      </p:sp>
      <p:sp>
        <p:nvSpPr>
          <p:cNvPr id="292" name="Shape 290"/>
          <p:cNvSpPr/>
          <p:nvPr/>
        </p:nvSpPr>
        <p:spPr>
          <a:xfrm>
            <a:off x="8037576" y="3547872"/>
            <a:ext cx="132588" cy="132588"/>
          </a:xfrm>
          <a:prstGeom prst="rect">
            <a:avLst/>
          </a:prstGeom>
          <a:solidFill>
            <a:srgbClr val="D0D7DE"/>
          </a:solidFill>
          <a:ln w="12700">
            <a:solidFill>
              <a:srgbClr val="D0D7DE"/>
            </a:solidFill>
            <a:prstDash val="solid"/>
          </a:ln>
        </p:spPr>
        <p:txBody>
          <a:bodyPr/>
          <a:lstStyle/>
          <a:p>
            <a:endParaRPr lang="en-ZA"/>
          </a:p>
        </p:txBody>
      </p:sp>
      <p:sp>
        <p:nvSpPr>
          <p:cNvPr id="293" name="Shape 291"/>
          <p:cNvSpPr/>
          <p:nvPr/>
        </p:nvSpPr>
        <p:spPr>
          <a:xfrm>
            <a:off x="8183880" y="3547872"/>
            <a:ext cx="132588" cy="132588"/>
          </a:xfrm>
          <a:prstGeom prst="rect">
            <a:avLst/>
          </a:prstGeom>
          <a:solidFill>
            <a:srgbClr val="D0D7DE"/>
          </a:solidFill>
          <a:ln w="12700">
            <a:solidFill>
              <a:srgbClr val="D0D7DE"/>
            </a:solidFill>
            <a:prstDash val="solid"/>
          </a:ln>
        </p:spPr>
        <p:txBody>
          <a:bodyPr/>
          <a:lstStyle/>
          <a:p>
            <a:endParaRPr lang="en-ZA"/>
          </a:p>
        </p:txBody>
      </p:sp>
      <p:sp>
        <p:nvSpPr>
          <p:cNvPr id="294" name="Shape 292"/>
          <p:cNvSpPr/>
          <p:nvPr/>
        </p:nvSpPr>
        <p:spPr>
          <a:xfrm>
            <a:off x="8330184" y="3547872"/>
            <a:ext cx="132588" cy="132588"/>
          </a:xfrm>
          <a:prstGeom prst="rect">
            <a:avLst/>
          </a:prstGeom>
          <a:solidFill>
            <a:srgbClr val="D0D7DE"/>
          </a:solidFill>
          <a:ln w="12700">
            <a:solidFill>
              <a:srgbClr val="D0D7DE"/>
            </a:solidFill>
            <a:prstDash val="solid"/>
          </a:ln>
        </p:spPr>
        <p:txBody>
          <a:bodyPr/>
          <a:lstStyle/>
          <a:p>
            <a:endParaRPr lang="en-ZA"/>
          </a:p>
        </p:txBody>
      </p:sp>
      <p:sp>
        <p:nvSpPr>
          <p:cNvPr id="295" name="Shape 293"/>
          <p:cNvSpPr/>
          <p:nvPr/>
        </p:nvSpPr>
        <p:spPr>
          <a:xfrm>
            <a:off x="8476488" y="3547872"/>
            <a:ext cx="132588" cy="132588"/>
          </a:xfrm>
          <a:prstGeom prst="rect">
            <a:avLst/>
          </a:prstGeom>
          <a:solidFill>
            <a:srgbClr val="D0D7DE"/>
          </a:solidFill>
          <a:ln w="12700">
            <a:solidFill>
              <a:srgbClr val="D0D7DE"/>
            </a:solidFill>
            <a:prstDash val="solid"/>
          </a:ln>
        </p:spPr>
        <p:txBody>
          <a:bodyPr/>
          <a:lstStyle/>
          <a:p>
            <a:endParaRPr lang="en-ZA"/>
          </a:p>
        </p:txBody>
      </p:sp>
      <p:sp>
        <p:nvSpPr>
          <p:cNvPr id="296" name="Shape 294"/>
          <p:cNvSpPr/>
          <p:nvPr/>
        </p:nvSpPr>
        <p:spPr>
          <a:xfrm>
            <a:off x="8622792" y="3547872"/>
            <a:ext cx="132588" cy="132588"/>
          </a:xfrm>
          <a:prstGeom prst="rect">
            <a:avLst/>
          </a:prstGeom>
          <a:solidFill>
            <a:srgbClr val="D0D7DE"/>
          </a:solidFill>
          <a:ln w="12700">
            <a:solidFill>
              <a:srgbClr val="D0D7DE"/>
            </a:solidFill>
            <a:prstDash val="solid"/>
          </a:ln>
        </p:spPr>
        <p:txBody>
          <a:bodyPr/>
          <a:lstStyle/>
          <a:p>
            <a:endParaRPr lang="en-ZA"/>
          </a:p>
        </p:txBody>
      </p:sp>
      <p:sp>
        <p:nvSpPr>
          <p:cNvPr id="297" name="Shape 295"/>
          <p:cNvSpPr/>
          <p:nvPr/>
        </p:nvSpPr>
        <p:spPr>
          <a:xfrm>
            <a:off x="8769096" y="3547872"/>
            <a:ext cx="132588" cy="132588"/>
          </a:xfrm>
          <a:prstGeom prst="rect">
            <a:avLst/>
          </a:prstGeom>
          <a:solidFill>
            <a:srgbClr val="D0D7DE"/>
          </a:solidFill>
          <a:ln w="12700">
            <a:solidFill>
              <a:srgbClr val="D0D7DE"/>
            </a:solidFill>
            <a:prstDash val="solid"/>
          </a:ln>
        </p:spPr>
        <p:txBody>
          <a:bodyPr/>
          <a:lstStyle/>
          <a:p>
            <a:endParaRPr lang="en-ZA"/>
          </a:p>
        </p:txBody>
      </p:sp>
      <p:sp>
        <p:nvSpPr>
          <p:cNvPr id="298" name="Shape 296"/>
          <p:cNvSpPr/>
          <p:nvPr/>
        </p:nvSpPr>
        <p:spPr>
          <a:xfrm>
            <a:off x="8915400" y="3547872"/>
            <a:ext cx="132588" cy="132588"/>
          </a:xfrm>
          <a:prstGeom prst="rect">
            <a:avLst/>
          </a:prstGeom>
          <a:solidFill>
            <a:srgbClr val="D0D7DE"/>
          </a:solidFill>
          <a:ln w="12700">
            <a:solidFill>
              <a:srgbClr val="D0D7DE"/>
            </a:solidFill>
            <a:prstDash val="solid"/>
          </a:ln>
        </p:spPr>
        <p:txBody>
          <a:bodyPr/>
          <a:lstStyle/>
          <a:p>
            <a:endParaRPr lang="en-ZA"/>
          </a:p>
        </p:txBody>
      </p:sp>
      <p:sp>
        <p:nvSpPr>
          <p:cNvPr id="299" name="Shape 297"/>
          <p:cNvSpPr/>
          <p:nvPr/>
        </p:nvSpPr>
        <p:spPr>
          <a:xfrm>
            <a:off x="9061704" y="3547872"/>
            <a:ext cx="132588" cy="132588"/>
          </a:xfrm>
          <a:prstGeom prst="rect">
            <a:avLst/>
          </a:prstGeom>
          <a:solidFill>
            <a:srgbClr val="D0D7DE"/>
          </a:solidFill>
          <a:ln w="12700">
            <a:solidFill>
              <a:srgbClr val="D0D7DE"/>
            </a:solidFill>
            <a:prstDash val="solid"/>
          </a:ln>
        </p:spPr>
        <p:txBody>
          <a:bodyPr/>
          <a:lstStyle/>
          <a:p>
            <a:endParaRPr lang="en-ZA"/>
          </a:p>
        </p:txBody>
      </p:sp>
      <p:sp>
        <p:nvSpPr>
          <p:cNvPr id="300" name="Shape 298"/>
          <p:cNvSpPr/>
          <p:nvPr/>
        </p:nvSpPr>
        <p:spPr>
          <a:xfrm>
            <a:off x="9208008" y="3547872"/>
            <a:ext cx="132588" cy="132588"/>
          </a:xfrm>
          <a:prstGeom prst="rect">
            <a:avLst/>
          </a:prstGeom>
          <a:solidFill>
            <a:srgbClr val="D0D7DE"/>
          </a:solidFill>
          <a:ln w="12700">
            <a:solidFill>
              <a:srgbClr val="D0D7DE"/>
            </a:solidFill>
            <a:prstDash val="solid"/>
          </a:ln>
        </p:spPr>
        <p:txBody>
          <a:bodyPr/>
          <a:lstStyle/>
          <a:p>
            <a:endParaRPr lang="en-ZA"/>
          </a:p>
        </p:txBody>
      </p:sp>
      <p:sp>
        <p:nvSpPr>
          <p:cNvPr id="301" name="Shape 299"/>
          <p:cNvSpPr/>
          <p:nvPr/>
        </p:nvSpPr>
        <p:spPr>
          <a:xfrm>
            <a:off x="9354312" y="3547872"/>
            <a:ext cx="132588" cy="132588"/>
          </a:xfrm>
          <a:prstGeom prst="rect">
            <a:avLst/>
          </a:prstGeom>
          <a:solidFill>
            <a:srgbClr val="22272E"/>
          </a:solidFill>
          <a:ln w="12700">
            <a:solidFill>
              <a:srgbClr val="22272E"/>
            </a:solidFill>
            <a:prstDash val="solid"/>
          </a:ln>
        </p:spPr>
        <p:txBody>
          <a:bodyPr/>
          <a:lstStyle/>
          <a:p>
            <a:endParaRPr lang="en-ZA"/>
          </a:p>
        </p:txBody>
      </p:sp>
      <p:sp>
        <p:nvSpPr>
          <p:cNvPr id="302" name="Shape 300"/>
          <p:cNvSpPr/>
          <p:nvPr/>
        </p:nvSpPr>
        <p:spPr>
          <a:xfrm>
            <a:off x="9500616" y="3547872"/>
            <a:ext cx="132588" cy="132588"/>
          </a:xfrm>
          <a:prstGeom prst="rect">
            <a:avLst/>
          </a:prstGeom>
          <a:solidFill>
            <a:srgbClr val="22272E"/>
          </a:solidFill>
          <a:ln w="12700">
            <a:solidFill>
              <a:srgbClr val="22272E"/>
            </a:solidFill>
            <a:prstDash val="solid"/>
          </a:ln>
        </p:spPr>
        <p:txBody>
          <a:bodyPr/>
          <a:lstStyle/>
          <a:p>
            <a:endParaRPr lang="en-ZA"/>
          </a:p>
        </p:txBody>
      </p:sp>
      <p:sp>
        <p:nvSpPr>
          <p:cNvPr id="303" name="Shape 301"/>
          <p:cNvSpPr/>
          <p:nvPr/>
        </p:nvSpPr>
        <p:spPr>
          <a:xfrm>
            <a:off x="6720840" y="3694176"/>
            <a:ext cx="132588" cy="132588"/>
          </a:xfrm>
          <a:prstGeom prst="rect">
            <a:avLst/>
          </a:prstGeom>
          <a:solidFill>
            <a:srgbClr val="22272E"/>
          </a:solidFill>
          <a:ln w="12700">
            <a:solidFill>
              <a:srgbClr val="22272E"/>
            </a:solidFill>
            <a:prstDash val="solid"/>
          </a:ln>
        </p:spPr>
        <p:txBody>
          <a:bodyPr/>
          <a:lstStyle/>
          <a:p>
            <a:endParaRPr lang="en-ZA"/>
          </a:p>
        </p:txBody>
      </p:sp>
      <p:sp>
        <p:nvSpPr>
          <p:cNvPr id="304" name="Shape 302"/>
          <p:cNvSpPr/>
          <p:nvPr/>
        </p:nvSpPr>
        <p:spPr>
          <a:xfrm>
            <a:off x="6867144" y="3694176"/>
            <a:ext cx="132588" cy="132588"/>
          </a:xfrm>
          <a:prstGeom prst="rect">
            <a:avLst/>
          </a:prstGeom>
          <a:solidFill>
            <a:srgbClr val="22272E"/>
          </a:solidFill>
          <a:ln w="12700">
            <a:solidFill>
              <a:srgbClr val="22272E"/>
            </a:solidFill>
            <a:prstDash val="solid"/>
          </a:ln>
        </p:spPr>
        <p:txBody>
          <a:bodyPr/>
          <a:lstStyle/>
          <a:p>
            <a:endParaRPr lang="en-ZA"/>
          </a:p>
        </p:txBody>
      </p:sp>
      <p:sp>
        <p:nvSpPr>
          <p:cNvPr id="305" name="Shape 303"/>
          <p:cNvSpPr/>
          <p:nvPr/>
        </p:nvSpPr>
        <p:spPr>
          <a:xfrm>
            <a:off x="7013448" y="3694176"/>
            <a:ext cx="132588" cy="132588"/>
          </a:xfrm>
          <a:prstGeom prst="rect">
            <a:avLst/>
          </a:prstGeom>
          <a:solidFill>
            <a:srgbClr val="22272E"/>
          </a:solidFill>
          <a:ln w="12700">
            <a:solidFill>
              <a:srgbClr val="22272E"/>
            </a:solidFill>
            <a:prstDash val="solid"/>
          </a:ln>
        </p:spPr>
        <p:txBody>
          <a:bodyPr/>
          <a:lstStyle/>
          <a:p>
            <a:endParaRPr lang="en-ZA"/>
          </a:p>
        </p:txBody>
      </p:sp>
      <p:sp>
        <p:nvSpPr>
          <p:cNvPr id="306" name="Shape 304"/>
          <p:cNvSpPr/>
          <p:nvPr/>
        </p:nvSpPr>
        <p:spPr>
          <a:xfrm>
            <a:off x="7159752" y="3694176"/>
            <a:ext cx="132588" cy="132588"/>
          </a:xfrm>
          <a:prstGeom prst="rect">
            <a:avLst/>
          </a:prstGeom>
          <a:solidFill>
            <a:srgbClr val="22272E"/>
          </a:solidFill>
          <a:ln w="12700">
            <a:solidFill>
              <a:srgbClr val="22272E"/>
            </a:solidFill>
            <a:prstDash val="solid"/>
          </a:ln>
        </p:spPr>
        <p:txBody>
          <a:bodyPr/>
          <a:lstStyle/>
          <a:p>
            <a:endParaRPr lang="en-ZA"/>
          </a:p>
        </p:txBody>
      </p:sp>
      <p:sp>
        <p:nvSpPr>
          <p:cNvPr id="307" name="Shape 305"/>
          <p:cNvSpPr/>
          <p:nvPr/>
        </p:nvSpPr>
        <p:spPr>
          <a:xfrm>
            <a:off x="7306056" y="3694176"/>
            <a:ext cx="132588" cy="132588"/>
          </a:xfrm>
          <a:prstGeom prst="rect">
            <a:avLst/>
          </a:prstGeom>
          <a:solidFill>
            <a:srgbClr val="22272E"/>
          </a:solidFill>
          <a:ln w="12700">
            <a:solidFill>
              <a:srgbClr val="22272E"/>
            </a:solidFill>
            <a:prstDash val="solid"/>
          </a:ln>
        </p:spPr>
        <p:txBody>
          <a:bodyPr/>
          <a:lstStyle/>
          <a:p>
            <a:endParaRPr lang="en-ZA"/>
          </a:p>
        </p:txBody>
      </p:sp>
      <p:sp>
        <p:nvSpPr>
          <p:cNvPr id="308" name="Shape 306"/>
          <p:cNvSpPr/>
          <p:nvPr/>
        </p:nvSpPr>
        <p:spPr>
          <a:xfrm>
            <a:off x="7452360" y="3694176"/>
            <a:ext cx="132588" cy="132588"/>
          </a:xfrm>
          <a:prstGeom prst="rect">
            <a:avLst/>
          </a:prstGeom>
          <a:solidFill>
            <a:srgbClr val="D0D7DE"/>
          </a:solidFill>
          <a:ln w="12700">
            <a:solidFill>
              <a:srgbClr val="D0D7DE"/>
            </a:solidFill>
            <a:prstDash val="solid"/>
          </a:ln>
        </p:spPr>
        <p:txBody>
          <a:bodyPr/>
          <a:lstStyle/>
          <a:p>
            <a:endParaRPr lang="en-ZA"/>
          </a:p>
        </p:txBody>
      </p:sp>
      <p:sp>
        <p:nvSpPr>
          <p:cNvPr id="309" name="Shape 307"/>
          <p:cNvSpPr/>
          <p:nvPr/>
        </p:nvSpPr>
        <p:spPr>
          <a:xfrm>
            <a:off x="7598664" y="3694176"/>
            <a:ext cx="132588" cy="132588"/>
          </a:xfrm>
          <a:prstGeom prst="rect">
            <a:avLst/>
          </a:prstGeom>
          <a:solidFill>
            <a:srgbClr val="22272E"/>
          </a:solidFill>
          <a:ln w="12700">
            <a:solidFill>
              <a:srgbClr val="22272E"/>
            </a:solidFill>
            <a:prstDash val="solid"/>
          </a:ln>
        </p:spPr>
        <p:txBody>
          <a:bodyPr/>
          <a:lstStyle/>
          <a:p>
            <a:endParaRPr lang="en-ZA"/>
          </a:p>
        </p:txBody>
      </p:sp>
      <p:sp>
        <p:nvSpPr>
          <p:cNvPr id="310" name="Shape 308"/>
          <p:cNvSpPr/>
          <p:nvPr/>
        </p:nvSpPr>
        <p:spPr>
          <a:xfrm>
            <a:off x="7744968" y="3694176"/>
            <a:ext cx="132588" cy="132588"/>
          </a:xfrm>
          <a:prstGeom prst="rect">
            <a:avLst/>
          </a:prstGeom>
          <a:solidFill>
            <a:srgbClr val="22272E"/>
          </a:solidFill>
          <a:ln w="12700">
            <a:solidFill>
              <a:srgbClr val="22272E"/>
            </a:solidFill>
            <a:prstDash val="solid"/>
          </a:ln>
        </p:spPr>
        <p:txBody>
          <a:bodyPr/>
          <a:lstStyle/>
          <a:p>
            <a:endParaRPr lang="en-ZA"/>
          </a:p>
        </p:txBody>
      </p:sp>
      <p:sp>
        <p:nvSpPr>
          <p:cNvPr id="311" name="Shape 309"/>
          <p:cNvSpPr/>
          <p:nvPr/>
        </p:nvSpPr>
        <p:spPr>
          <a:xfrm>
            <a:off x="7891272" y="3694176"/>
            <a:ext cx="132588" cy="132588"/>
          </a:xfrm>
          <a:prstGeom prst="rect">
            <a:avLst/>
          </a:prstGeom>
          <a:solidFill>
            <a:srgbClr val="22272E"/>
          </a:solidFill>
          <a:ln w="12700">
            <a:solidFill>
              <a:srgbClr val="22272E"/>
            </a:solidFill>
            <a:prstDash val="solid"/>
          </a:ln>
        </p:spPr>
        <p:txBody>
          <a:bodyPr/>
          <a:lstStyle/>
          <a:p>
            <a:endParaRPr lang="en-ZA"/>
          </a:p>
        </p:txBody>
      </p:sp>
      <p:sp>
        <p:nvSpPr>
          <p:cNvPr id="312" name="Shape 310"/>
          <p:cNvSpPr/>
          <p:nvPr/>
        </p:nvSpPr>
        <p:spPr>
          <a:xfrm>
            <a:off x="8037576" y="3694176"/>
            <a:ext cx="132588" cy="132588"/>
          </a:xfrm>
          <a:prstGeom prst="rect">
            <a:avLst/>
          </a:prstGeom>
          <a:solidFill>
            <a:srgbClr val="22272E"/>
          </a:solidFill>
          <a:ln w="12700">
            <a:solidFill>
              <a:srgbClr val="22272E"/>
            </a:solidFill>
            <a:prstDash val="solid"/>
          </a:ln>
        </p:spPr>
        <p:txBody>
          <a:bodyPr/>
          <a:lstStyle/>
          <a:p>
            <a:endParaRPr lang="en-ZA"/>
          </a:p>
        </p:txBody>
      </p:sp>
      <p:sp>
        <p:nvSpPr>
          <p:cNvPr id="313" name="Shape 311"/>
          <p:cNvSpPr/>
          <p:nvPr/>
        </p:nvSpPr>
        <p:spPr>
          <a:xfrm>
            <a:off x="8183880" y="3694176"/>
            <a:ext cx="132588" cy="132588"/>
          </a:xfrm>
          <a:prstGeom prst="rect">
            <a:avLst/>
          </a:prstGeom>
          <a:solidFill>
            <a:srgbClr val="22272E"/>
          </a:solidFill>
          <a:ln w="12700">
            <a:solidFill>
              <a:srgbClr val="22272E"/>
            </a:solidFill>
            <a:prstDash val="solid"/>
          </a:ln>
        </p:spPr>
        <p:txBody>
          <a:bodyPr/>
          <a:lstStyle/>
          <a:p>
            <a:endParaRPr lang="en-ZA"/>
          </a:p>
        </p:txBody>
      </p:sp>
      <p:sp>
        <p:nvSpPr>
          <p:cNvPr id="314" name="Shape 312"/>
          <p:cNvSpPr/>
          <p:nvPr/>
        </p:nvSpPr>
        <p:spPr>
          <a:xfrm>
            <a:off x="8330184" y="3694176"/>
            <a:ext cx="132588" cy="132588"/>
          </a:xfrm>
          <a:prstGeom prst="rect">
            <a:avLst/>
          </a:prstGeom>
          <a:solidFill>
            <a:srgbClr val="2EA043"/>
          </a:solidFill>
          <a:ln w="12700">
            <a:solidFill>
              <a:srgbClr val="2EA043"/>
            </a:solidFill>
            <a:prstDash val="solid"/>
          </a:ln>
        </p:spPr>
        <p:txBody>
          <a:bodyPr/>
          <a:lstStyle/>
          <a:p>
            <a:endParaRPr lang="en-ZA"/>
          </a:p>
        </p:txBody>
      </p:sp>
      <p:sp>
        <p:nvSpPr>
          <p:cNvPr id="315" name="Shape 313"/>
          <p:cNvSpPr/>
          <p:nvPr/>
        </p:nvSpPr>
        <p:spPr>
          <a:xfrm>
            <a:off x="8476488" y="3694176"/>
            <a:ext cx="132588" cy="132588"/>
          </a:xfrm>
          <a:prstGeom prst="rect">
            <a:avLst/>
          </a:prstGeom>
          <a:solidFill>
            <a:srgbClr val="22272E"/>
          </a:solidFill>
          <a:ln w="12700">
            <a:solidFill>
              <a:srgbClr val="22272E"/>
            </a:solidFill>
            <a:prstDash val="solid"/>
          </a:ln>
        </p:spPr>
        <p:txBody>
          <a:bodyPr/>
          <a:lstStyle/>
          <a:p>
            <a:endParaRPr lang="en-ZA"/>
          </a:p>
        </p:txBody>
      </p:sp>
      <p:sp>
        <p:nvSpPr>
          <p:cNvPr id="316" name="Shape 314"/>
          <p:cNvSpPr/>
          <p:nvPr/>
        </p:nvSpPr>
        <p:spPr>
          <a:xfrm>
            <a:off x="8622792" y="3694176"/>
            <a:ext cx="132588" cy="132588"/>
          </a:xfrm>
          <a:prstGeom prst="rect">
            <a:avLst/>
          </a:prstGeom>
          <a:solidFill>
            <a:srgbClr val="22272E"/>
          </a:solidFill>
          <a:ln w="12700">
            <a:solidFill>
              <a:srgbClr val="22272E"/>
            </a:solidFill>
            <a:prstDash val="solid"/>
          </a:ln>
        </p:spPr>
        <p:txBody>
          <a:bodyPr/>
          <a:lstStyle/>
          <a:p>
            <a:endParaRPr lang="en-ZA"/>
          </a:p>
        </p:txBody>
      </p:sp>
      <p:sp>
        <p:nvSpPr>
          <p:cNvPr id="317" name="Shape 315"/>
          <p:cNvSpPr/>
          <p:nvPr/>
        </p:nvSpPr>
        <p:spPr>
          <a:xfrm>
            <a:off x="8769096" y="3694176"/>
            <a:ext cx="132588" cy="132588"/>
          </a:xfrm>
          <a:prstGeom prst="rect">
            <a:avLst/>
          </a:prstGeom>
          <a:solidFill>
            <a:srgbClr val="22272E"/>
          </a:solidFill>
          <a:ln w="12700">
            <a:solidFill>
              <a:srgbClr val="22272E"/>
            </a:solidFill>
            <a:prstDash val="solid"/>
          </a:ln>
        </p:spPr>
        <p:txBody>
          <a:bodyPr/>
          <a:lstStyle/>
          <a:p>
            <a:endParaRPr lang="en-ZA"/>
          </a:p>
        </p:txBody>
      </p:sp>
      <p:sp>
        <p:nvSpPr>
          <p:cNvPr id="318" name="Shape 316"/>
          <p:cNvSpPr/>
          <p:nvPr/>
        </p:nvSpPr>
        <p:spPr>
          <a:xfrm>
            <a:off x="8915400" y="3694176"/>
            <a:ext cx="132588" cy="132588"/>
          </a:xfrm>
          <a:prstGeom prst="rect">
            <a:avLst/>
          </a:prstGeom>
          <a:solidFill>
            <a:srgbClr val="22272E"/>
          </a:solidFill>
          <a:ln w="12700">
            <a:solidFill>
              <a:srgbClr val="22272E"/>
            </a:solidFill>
            <a:prstDash val="solid"/>
          </a:ln>
        </p:spPr>
        <p:txBody>
          <a:bodyPr/>
          <a:lstStyle/>
          <a:p>
            <a:endParaRPr lang="en-ZA"/>
          </a:p>
        </p:txBody>
      </p:sp>
      <p:sp>
        <p:nvSpPr>
          <p:cNvPr id="319" name="Shape 317"/>
          <p:cNvSpPr/>
          <p:nvPr/>
        </p:nvSpPr>
        <p:spPr>
          <a:xfrm>
            <a:off x="9061704" y="3694176"/>
            <a:ext cx="132588" cy="132588"/>
          </a:xfrm>
          <a:prstGeom prst="rect">
            <a:avLst/>
          </a:prstGeom>
          <a:solidFill>
            <a:srgbClr val="22272E"/>
          </a:solidFill>
          <a:ln w="12700">
            <a:solidFill>
              <a:srgbClr val="22272E"/>
            </a:solidFill>
            <a:prstDash val="solid"/>
          </a:ln>
        </p:spPr>
        <p:txBody>
          <a:bodyPr/>
          <a:lstStyle/>
          <a:p>
            <a:endParaRPr lang="en-ZA"/>
          </a:p>
        </p:txBody>
      </p:sp>
      <p:sp>
        <p:nvSpPr>
          <p:cNvPr id="320" name="Shape 318"/>
          <p:cNvSpPr/>
          <p:nvPr/>
        </p:nvSpPr>
        <p:spPr>
          <a:xfrm>
            <a:off x="9208008" y="3694176"/>
            <a:ext cx="132588" cy="132588"/>
          </a:xfrm>
          <a:prstGeom prst="rect">
            <a:avLst/>
          </a:prstGeom>
          <a:solidFill>
            <a:srgbClr val="22272E"/>
          </a:solidFill>
          <a:ln w="12700">
            <a:solidFill>
              <a:srgbClr val="22272E"/>
            </a:solidFill>
            <a:prstDash val="solid"/>
          </a:ln>
        </p:spPr>
        <p:txBody>
          <a:bodyPr/>
          <a:lstStyle/>
          <a:p>
            <a:endParaRPr lang="en-ZA"/>
          </a:p>
        </p:txBody>
      </p:sp>
      <p:sp>
        <p:nvSpPr>
          <p:cNvPr id="321" name="Shape 319"/>
          <p:cNvSpPr/>
          <p:nvPr/>
        </p:nvSpPr>
        <p:spPr>
          <a:xfrm>
            <a:off x="9354312" y="3694176"/>
            <a:ext cx="132588" cy="132588"/>
          </a:xfrm>
          <a:prstGeom prst="rect">
            <a:avLst/>
          </a:prstGeom>
          <a:solidFill>
            <a:srgbClr val="22272E"/>
          </a:solidFill>
          <a:ln w="12700">
            <a:solidFill>
              <a:srgbClr val="22272E"/>
            </a:solidFill>
            <a:prstDash val="solid"/>
          </a:ln>
        </p:spPr>
        <p:txBody>
          <a:bodyPr/>
          <a:lstStyle/>
          <a:p>
            <a:endParaRPr lang="en-ZA"/>
          </a:p>
        </p:txBody>
      </p:sp>
      <p:sp>
        <p:nvSpPr>
          <p:cNvPr id="322" name="Shape 320"/>
          <p:cNvSpPr/>
          <p:nvPr/>
        </p:nvSpPr>
        <p:spPr>
          <a:xfrm>
            <a:off x="9500616" y="3694176"/>
            <a:ext cx="132588" cy="132588"/>
          </a:xfrm>
          <a:prstGeom prst="rect">
            <a:avLst/>
          </a:prstGeom>
          <a:solidFill>
            <a:srgbClr val="22272E"/>
          </a:solidFill>
          <a:ln w="12700">
            <a:solidFill>
              <a:srgbClr val="22272E"/>
            </a:solidFill>
            <a:prstDash val="solid"/>
          </a:ln>
        </p:spPr>
        <p:txBody>
          <a:bodyPr/>
          <a:lstStyle/>
          <a:p>
            <a:endParaRPr lang="en-ZA"/>
          </a:p>
        </p:txBody>
      </p:sp>
      <p:sp>
        <p:nvSpPr>
          <p:cNvPr id="323" name="Shape 321"/>
          <p:cNvSpPr/>
          <p:nvPr/>
        </p:nvSpPr>
        <p:spPr>
          <a:xfrm>
            <a:off x="6720840" y="3840480"/>
            <a:ext cx="132588" cy="132588"/>
          </a:xfrm>
          <a:prstGeom prst="rect">
            <a:avLst/>
          </a:prstGeom>
          <a:solidFill>
            <a:srgbClr val="22272E"/>
          </a:solidFill>
          <a:ln w="12700">
            <a:solidFill>
              <a:srgbClr val="22272E"/>
            </a:solidFill>
            <a:prstDash val="solid"/>
          </a:ln>
        </p:spPr>
        <p:txBody>
          <a:bodyPr/>
          <a:lstStyle/>
          <a:p>
            <a:endParaRPr lang="en-ZA"/>
          </a:p>
        </p:txBody>
      </p:sp>
      <p:sp>
        <p:nvSpPr>
          <p:cNvPr id="324" name="Shape 322"/>
          <p:cNvSpPr/>
          <p:nvPr/>
        </p:nvSpPr>
        <p:spPr>
          <a:xfrm>
            <a:off x="6867144" y="3840480"/>
            <a:ext cx="132588" cy="132588"/>
          </a:xfrm>
          <a:prstGeom prst="rect">
            <a:avLst/>
          </a:prstGeom>
          <a:solidFill>
            <a:srgbClr val="22272E"/>
          </a:solidFill>
          <a:ln w="12700">
            <a:solidFill>
              <a:srgbClr val="22272E"/>
            </a:solidFill>
            <a:prstDash val="solid"/>
          </a:ln>
        </p:spPr>
        <p:txBody>
          <a:bodyPr/>
          <a:lstStyle/>
          <a:p>
            <a:endParaRPr lang="en-ZA"/>
          </a:p>
        </p:txBody>
      </p:sp>
      <p:sp>
        <p:nvSpPr>
          <p:cNvPr id="325" name="Shape 323"/>
          <p:cNvSpPr/>
          <p:nvPr/>
        </p:nvSpPr>
        <p:spPr>
          <a:xfrm>
            <a:off x="7013448" y="3840480"/>
            <a:ext cx="132588" cy="132588"/>
          </a:xfrm>
          <a:prstGeom prst="rect">
            <a:avLst/>
          </a:prstGeom>
          <a:solidFill>
            <a:srgbClr val="22272E"/>
          </a:solidFill>
          <a:ln w="12700">
            <a:solidFill>
              <a:srgbClr val="22272E"/>
            </a:solidFill>
            <a:prstDash val="solid"/>
          </a:ln>
        </p:spPr>
        <p:txBody>
          <a:bodyPr/>
          <a:lstStyle/>
          <a:p>
            <a:endParaRPr lang="en-ZA"/>
          </a:p>
        </p:txBody>
      </p:sp>
      <p:sp>
        <p:nvSpPr>
          <p:cNvPr id="326" name="Shape 324"/>
          <p:cNvSpPr/>
          <p:nvPr/>
        </p:nvSpPr>
        <p:spPr>
          <a:xfrm>
            <a:off x="7159752" y="3840480"/>
            <a:ext cx="132588" cy="132588"/>
          </a:xfrm>
          <a:prstGeom prst="rect">
            <a:avLst/>
          </a:prstGeom>
          <a:solidFill>
            <a:srgbClr val="22272E"/>
          </a:solidFill>
          <a:ln w="12700">
            <a:solidFill>
              <a:srgbClr val="22272E"/>
            </a:solidFill>
            <a:prstDash val="solid"/>
          </a:ln>
        </p:spPr>
        <p:txBody>
          <a:bodyPr/>
          <a:lstStyle/>
          <a:p>
            <a:endParaRPr lang="en-ZA"/>
          </a:p>
        </p:txBody>
      </p:sp>
      <p:sp>
        <p:nvSpPr>
          <p:cNvPr id="327" name="Shape 325"/>
          <p:cNvSpPr/>
          <p:nvPr/>
        </p:nvSpPr>
        <p:spPr>
          <a:xfrm>
            <a:off x="7306056" y="3840480"/>
            <a:ext cx="132588" cy="132588"/>
          </a:xfrm>
          <a:prstGeom prst="rect">
            <a:avLst/>
          </a:prstGeom>
          <a:solidFill>
            <a:srgbClr val="22272E"/>
          </a:solidFill>
          <a:ln w="12700">
            <a:solidFill>
              <a:srgbClr val="22272E"/>
            </a:solidFill>
            <a:prstDash val="solid"/>
          </a:ln>
        </p:spPr>
        <p:txBody>
          <a:bodyPr/>
          <a:lstStyle/>
          <a:p>
            <a:endParaRPr lang="en-ZA"/>
          </a:p>
        </p:txBody>
      </p:sp>
      <p:sp>
        <p:nvSpPr>
          <p:cNvPr id="328" name="Shape 326"/>
          <p:cNvSpPr/>
          <p:nvPr/>
        </p:nvSpPr>
        <p:spPr>
          <a:xfrm>
            <a:off x="7452360" y="3840480"/>
            <a:ext cx="132588" cy="132588"/>
          </a:xfrm>
          <a:prstGeom prst="rect">
            <a:avLst/>
          </a:prstGeom>
          <a:solidFill>
            <a:srgbClr val="D0D7DE"/>
          </a:solidFill>
          <a:ln w="12700">
            <a:solidFill>
              <a:srgbClr val="D0D7DE"/>
            </a:solidFill>
            <a:prstDash val="solid"/>
          </a:ln>
        </p:spPr>
        <p:txBody>
          <a:bodyPr/>
          <a:lstStyle/>
          <a:p>
            <a:endParaRPr lang="en-ZA"/>
          </a:p>
        </p:txBody>
      </p:sp>
      <p:sp>
        <p:nvSpPr>
          <p:cNvPr id="329" name="Shape 327"/>
          <p:cNvSpPr/>
          <p:nvPr/>
        </p:nvSpPr>
        <p:spPr>
          <a:xfrm>
            <a:off x="7598664" y="3840480"/>
            <a:ext cx="132588" cy="132588"/>
          </a:xfrm>
          <a:prstGeom prst="rect">
            <a:avLst/>
          </a:prstGeom>
          <a:solidFill>
            <a:srgbClr val="22272E"/>
          </a:solidFill>
          <a:ln w="12700">
            <a:solidFill>
              <a:srgbClr val="22272E"/>
            </a:solidFill>
            <a:prstDash val="solid"/>
          </a:ln>
        </p:spPr>
        <p:txBody>
          <a:bodyPr/>
          <a:lstStyle/>
          <a:p>
            <a:endParaRPr lang="en-ZA"/>
          </a:p>
        </p:txBody>
      </p:sp>
      <p:sp>
        <p:nvSpPr>
          <p:cNvPr id="330" name="Shape 328"/>
          <p:cNvSpPr/>
          <p:nvPr/>
        </p:nvSpPr>
        <p:spPr>
          <a:xfrm>
            <a:off x="7744968" y="3840480"/>
            <a:ext cx="132588" cy="132588"/>
          </a:xfrm>
          <a:prstGeom prst="rect">
            <a:avLst/>
          </a:prstGeom>
          <a:solidFill>
            <a:srgbClr val="22272E"/>
          </a:solidFill>
          <a:ln w="12700">
            <a:solidFill>
              <a:srgbClr val="22272E"/>
            </a:solidFill>
            <a:prstDash val="solid"/>
          </a:ln>
        </p:spPr>
        <p:txBody>
          <a:bodyPr/>
          <a:lstStyle/>
          <a:p>
            <a:endParaRPr lang="en-ZA"/>
          </a:p>
        </p:txBody>
      </p:sp>
      <p:sp>
        <p:nvSpPr>
          <p:cNvPr id="331" name="Shape 329"/>
          <p:cNvSpPr/>
          <p:nvPr/>
        </p:nvSpPr>
        <p:spPr>
          <a:xfrm>
            <a:off x="7891272" y="3840480"/>
            <a:ext cx="132588" cy="132588"/>
          </a:xfrm>
          <a:prstGeom prst="rect">
            <a:avLst/>
          </a:prstGeom>
          <a:solidFill>
            <a:srgbClr val="22272E"/>
          </a:solidFill>
          <a:ln w="12700">
            <a:solidFill>
              <a:srgbClr val="22272E"/>
            </a:solidFill>
            <a:prstDash val="solid"/>
          </a:ln>
        </p:spPr>
        <p:txBody>
          <a:bodyPr/>
          <a:lstStyle/>
          <a:p>
            <a:endParaRPr lang="en-ZA"/>
          </a:p>
        </p:txBody>
      </p:sp>
      <p:sp>
        <p:nvSpPr>
          <p:cNvPr id="332" name="Shape 330"/>
          <p:cNvSpPr/>
          <p:nvPr/>
        </p:nvSpPr>
        <p:spPr>
          <a:xfrm>
            <a:off x="8037576" y="3840480"/>
            <a:ext cx="132588" cy="132588"/>
          </a:xfrm>
          <a:prstGeom prst="rect">
            <a:avLst/>
          </a:prstGeom>
          <a:solidFill>
            <a:srgbClr val="22272E"/>
          </a:solidFill>
          <a:ln w="12700">
            <a:solidFill>
              <a:srgbClr val="22272E"/>
            </a:solidFill>
            <a:prstDash val="solid"/>
          </a:ln>
        </p:spPr>
        <p:txBody>
          <a:bodyPr/>
          <a:lstStyle/>
          <a:p>
            <a:endParaRPr lang="en-ZA"/>
          </a:p>
        </p:txBody>
      </p:sp>
      <p:sp>
        <p:nvSpPr>
          <p:cNvPr id="333" name="Shape 331"/>
          <p:cNvSpPr/>
          <p:nvPr/>
        </p:nvSpPr>
        <p:spPr>
          <a:xfrm>
            <a:off x="8183880" y="3840480"/>
            <a:ext cx="132588" cy="132588"/>
          </a:xfrm>
          <a:prstGeom prst="rect">
            <a:avLst/>
          </a:prstGeom>
          <a:solidFill>
            <a:srgbClr val="22272E"/>
          </a:solidFill>
          <a:ln w="12700">
            <a:solidFill>
              <a:srgbClr val="22272E"/>
            </a:solidFill>
            <a:prstDash val="solid"/>
          </a:ln>
        </p:spPr>
        <p:txBody>
          <a:bodyPr/>
          <a:lstStyle/>
          <a:p>
            <a:endParaRPr lang="en-ZA"/>
          </a:p>
        </p:txBody>
      </p:sp>
      <p:sp>
        <p:nvSpPr>
          <p:cNvPr id="334" name="Shape 332"/>
          <p:cNvSpPr/>
          <p:nvPr/>
        </p:nvSpPr>
        <p:spPr>
          <a:xfrm>
            <a:off x="8330184" y="3840480"/>
            <a:ext cx="132588" cy="132588"/>
          </a:xfrm>
          <a:prstGeom prst="rect">
            <a:avLst/>
          </a:prstGeom>
          <a:solidFill>
            <a:srgbClr val="2EA043"/>
          </a:solidFill>
          <a:ln w="12700">
            <a:solidFill>
              <a:srgbClr val="2EA043"/>
            </a:solidFill>
            <a:prstDash val="solid"/>
          </a:ln>
        </p:spPr>
        <p:txBody>
          <a:bodyPr/>
          <a:lstStyle/>
          <a:p>
            <a:endParaRPr lang="en-ZA"/>
          </a:p>
        </p:txBody>
      </p:sp>
      <p:sp>
        <p:nvSpPr>
          <p:cNvPr id="335" name="Shape 333"/>
          <p:cNvSpPr/>
          <p:nvPr/>
        </p:nvSpPr>
        <p:spPr>
          <a:xfrm>
            <a:off x="8476488" y="3840480"/>
            <a:ext cx="132588" cy="132588"/>
          </a:xfrm>
          <a:prstGeom prst="rect">
            <a:avLst/>
          </a:prstGeom>
          <a:solidFill>
            <a:srgbClr val="22272E"/>
          </a:solidFill>
          <a:ln w="12700">
            <a:solidFill>
              <a:srgbClr val="22272E"/>
            </a:solidFill>
            <a:prstDash val="solid"/>
          </a:ln>
        </p:spPr>
        <p:txBody>
          <a:bodyPr/>
          <a:lstStyle/>
          <a:p>
            <a:endParaRPr lang="en-ZA"/>
          </a:p>
        </p:txBody>
      </p:sp>
      <p:sp>
        <p:nvSpPr>
          <p:cNvPr id="336" name="Shape 334"/>
          <p:cNvSpPr/>
          <p:nvPr/>
        </p:nvSpPr>
        <p:spPr>
          <a:xfrm>
            <a:off x="8622792" y="3840480"/>
            <a:ext cx="132588" cy="132588"/>
          </a:xfrm>
          <a:prstGeom prst="rect">
            <a:avLst/>
          </a:prstGeom>
          <a:solidFill>
            <a:srgbClr val="22272E"/>
          </a:solidFill>
          <a:ln w="12700">
            <a:solidFill>
              <a:srgbClr val="22272E"/>
            </a:solidFill>
            <a:prstDash val="solid"/>
          </a:ln>
        </p:spPr>
        <p:txBody>
          <a:bodyPr/>
          <a:lstStyle/>
          <a:p>
            <a:endParaRPr lang="en-ZA"/>
          </a:p>
        </p:txBody>
      </p:sp>
      <p:sp>
        <p:nvSpPr>
          <p:cNvPr id="337" name="Shape 335"/>
          <p:cNvSpPr/>
          <p:nvPr/>
        </p:nvSpPr>
        <p:spPr>
          <a:xfrm>
            <a:off x="8769096" y="3840480"/>
            <a:ext cx="132588" cy="132588"/>
          </a:xfrm>
          <a:prstGeom prst="rect">
            <a:avLst/>
          </a:prstGeom>
          <a:solidFill>
            <a:srgbClr val="22272E"/>
          </a:solidFill>
          <a:ln w="12700">
            <a:solidFill>
              <a:srgbClr val="22272E"/>
            </a:solidFill>
            <a:prstDash val="solid"/>
          </a:ln>
        </p:spPr>
        <p:txBody>
          <a:bodyPr/>
          <a:lstStyle/>
          <a:p>
            <a:endParaRPr lang="en-ZA"/>
          </a:p>
        </p:txBody>
      </p:sp>
      <p:sp>
        <p:nvSpPr>
          <p:cNvPr id="338" name="Shape 336"/>
          <p:cNvSpPr/>
          <p:nvPr/>
        </p:nvSpPr>
        <p:spPr>
          <a:xfrm>
            <a:off x="8915400" y="3840480"/>
            <a:ext cx="132588" cy="132588"/>
          </a:xfrm>
          <a:prstGeom prst="rect">
            <a:avLst/>
          </a:prstGeom>
          <a:solidFill>
            <a:srgbClr val="22272E"/>
          </a:solidFill>
          <a:ln w="12700">
            <a:solidFill>
              <a:srgbClr val="22272E"/>
            </a:solidFill>
            <a:prstDash val="solid"/>
          </a:ln>
        </p:spPr>
        <p:txBody>
          <a:bodyPr/>
          <a:lstStyle/>
          <a:p>
            <a:endParaRPr lang="en-ZA"/>
          </a:p>
        </p:txBody>
      </p:sp>
      <p:sp>
        <p:nvSpPr>
          <p:cNvPr id="339" name="Shape 337"/>
          <p:cNvSpPr/>
          <p:nvPr/>
        </p:nvSpPr>
        <p:spPr>
          <a:xfrm>
            <a:off x="9061704" y="3840480"/>
            <a:ext cx="132588" cy="132588"/>
          </a:xfrm>
          <a:prstGeom prst="rect">
            <a:avLst/>
          </a:prstGeom>
          <a:solidFill>
            <a:srgbClr val="22272E"/>
          </a:solidFill>
          <a:ln w="12700">
            <a:solidFill>
              <a:srgbClr val="22272E"/>
            </a:solidFill>
            <a:prstDash val="solid"/>
          </a:ln>
        </p:spPr>
        <p:txBody>
          <a:bodyPr/>
          <a:lstStyle/>
          <a:p>
            <a:endParaRPr lang="en-ZA"/>
          </a:p>
        </p:txBody>
      </p:sp>
      <p:sp>
        <p:nvSpPr>
          <p:cNvPr id="340" name="Shape 338"/>
          <p:cNvSpPr/>
          <p:nvPr/>
        </p:nvSpPr>
        <p:spPr>
          <a:xfrm>
            <a:off x="9208008" y="3840480"/>
            <a:ext cx="132588" cy="132588"/>
          </a:xfrm>
          <a:prstGeom prst="rect">
            <a:avLst/>
          </a:prstGeom>
          <a:solidFill>
            <a:srgbClr val="22272E"/>
          </a:solidFill>
          <a:ln w="12700">
            <a:solidFill>
              <a:srgbClr val="22272E"/>
            </a:solidFill>
            <a:prstDash val="solid"/>
          </a:ln>
        </p:spPr>
        <p:txBody>
          <a:bodyPr/>
          <a:lstStyle/>
          <a:p>
            <a:endParaRPr lang="en-ZA"/>
          </a:p>
        </p:txBody>
      </p:sp>
      <p:sp>
        <p:nvSpPr>
          <p:cNvPr id="341" name="Shape 339"/>
          <p:cNvSpPr/>
          <p:nvPr/>
        </p:nvSpPr>
        <p:spPr>
          <a:xfrm>
            <a:off x="9354312" y="3840480"/>
            <a:ext cx="132588" cy="132588"/>
          </a:xfrm>
          <a:prstGeom prst="rect">
            <a:avLst/>
          </a:prstGeom>
          <a:solidFill>
            <a:srgbClr val="22272E"/>
          </a:solidFill>
          <a:ln w="12700">
            <a:solidFill>
              <a:srgbClr val="22272E"/>
            </a:solidFill>
            <a:prstDash val="solid"/>
          </a:ln>
        </p:spPr>
        <p:txBody>
          <a:bodyPr/>
          <a:lstStyle/>
          <a:p>
            <a:endParaRPr lang="en-ZA"/>
          </a:p>
        </p:txBody>
      </p:sp>
      <p:sp>
        <p:nvSpPr>
          <p:cNvPr id="342" name="Shape 340"/>
          <p:cNvSpPr/>
          <p:nvPr/>
        </p:nvSpPr>
        <p:spPr>
          <a:xfrm>
            <a:off x="9500616" y="3840480"/>
            <a:ext cx="132588" cy="132588"/>
          </a:xfrm>
          <a:prstGeom prst="rect">
            <a:avLst/>
          </a:prstGeom>
          <a:solidFill>
            <a:srgbClr val="22272E"/>
          </a:solidFill>
          <a:ln w="12700">
            <a:solidFill>
              <a:srgbClr val="22272E"/>
            </a:solidFill>
            <a:prstDash val="solid"/>
          </a:ln>
        </p:spPr>
        <p:txBody>
          <a:bodyPr/>
          <a:lstStyle/>
          <a:p>
            <a:endParaRPr lang="en-ZA"/>
          </a:p>
        </p:txBody>
      </p:sp>
      <p:sp>
        <p:nvSpPr>
          <p:cNvPr id="343" name="Shape 341"/>
          <p:cNvSpPr/>
          <p:nvPr/>
        </p:nvSpPr>
        <p:spPr>
          <a:xfrm>
            <a:off x="6720840" y="3986784"/>
            <a:ext cx="132588" cy="132588"/>
          </a:xfrm>
          <a:prstGeom prst="rect">
            <a:avLst/>
          </a:prstGeom>
          <a:solidFill>
            <a:srgbClr val="22272E"/>
          </a:solidFill>
          <a:ln w="12700">
            <a:solidFill>
              <a:srgbClr val="22272E"/>
            </a:solidFill>
            <a:prstDash val="solid"/>
          </a:ln>
        </p:spPr>
        <p:txBody>
          <a:bodyPr/>
          <a:lstStyle/>
          <a:p>
            <a:endParaRPr lang="en-ZA"/>
          </a:p>
        </p:txBody>
      </p:sp>
      <p:sp>
        <p:nvSpPr>
          <p:cNvPr id="344" name="Shape 342"/>
          <p:cNvSpPr/>
          <p:nvPr/>
        </p:nvSpPr>
        <p:spPr>
          <a:xfrm>
            <a:off x="6867144" y="3986784"/>
            <a:ext cx="132588" cy="132588"/>
          </a:xfrm>
          <a:prstGeom prst="rect">
            <a:avLst/>
          </a:prstGeom>
          <a:solidFill>
            <a:srgbClr val="22272E"/>
          </a:solidFill>
          <a:ln w="12700">
            <a:solidFill>
              <a:srgbClr val="22272E"/>
            </a:solidFill>
            <a:prstDash val="solid"/>
          </a:ln>
        </p:spPr>
        <p:txBody>
          <a:bodyPr/>
          <a:lstStyle/>
          <a:p>
            <a:endParaRPr lang="en-ZA"/>
          </a:p>
        </p:txBody>
      </p:sp>
      <p:sp>
        <p:nvSpPr>
          <p:cNvPr id="345" name="Shape 343"/>
          <p:cNvSpPr/>
          <p:nvPr/>
        </p:nvSpPr>
        <p:spPr>
          <a:xfrm>
            <a:off x="7013448" y="3986784"/>
            <a:ext cx="132588" cy="132588"/>
          </a:xfrm>
          <a:prstGeom prst="rect">
            <a:avLst/>
          </a:prstGeom>
          <a:solidFill>
            <a:srgbClr val="22272E"/>
          </a:solidFill>
          <a:ln w="12700">
            <a:solidFill>
              <a:srgbClr val="22272E"/>
            </a:solidFill>
            <a:prstDash val="solid"/>
          </a:ln>
        </p:spPr>
        <p:txBody>
          <a:bodyPr/>
          <a:lstStyle/>
          <a:p>
            <a:endParaRPr lang="en-ZA"/>
          </a:p>
        </p:txBody>
      </p:sp>
      <p:sp>
        <p:nvSpPr>
          <p:cNvPr id="346" name="Shape 344"/>
          <p:cNvSpPr/>
          <p:nvPr/>
        </p:nvSpPr>
        <p:spPr>
          <a:xfrm>
            <a:off x="7159752" y="3986784"/>
            <a:ext cx="132588" cy="132588"/>
          </a:xfrm>
          <a:prstGeom prst="rect">
            <a:avLst/>
          </a:prstGeom>
          <a:solidFill>
            <a:srgbClr val="22272E"/>
          </a:solidFill>
          <a:ln w="12700">
            <a:solidFill>
              <a:srgbClr val="22272E"/>
            </a:solidFill>
            <a:prstDash val="solid"/>
          </a:ln>
        </p:spPr>
        <p:txBody>
          <a:bodyPr/>
          <a:lstStyle/>
          <a:p>
            <a:endParaRPr lang="en-ZA"/>
          </a:p>
        </p:txBody>
      </p:sp>
      <p:sp>
        <p:nvSpPr>
          <p:cNvPr id="347" name="Shape 345"/>
          <p:cNvSpPr/>
          <p:nvPr/>
        </p:nvSpPr>
        <p:spPr>
          <a:xfrm>
            <a:off x="7306056" y="3986784"/>
            <a:ext cx="132588" cy="132588"/>
          </a:xfrm>
          <a:prstGeom prst="rect">
            <a:avLst/>
          </a:prstGeom>
          <a:solidFill>
            <a:srgbClr val="22272E"/>
          </a:solidFill>
          <a:ln w="12700">
            <a:solidFill>
              <a:srgbClr val="22272E"/>
            </a:solidFill>
            <a:prstDash val="solid"/>
          </a:ln>
        </p:spPr>
        <p:txBody>
          <a:bodyPr/>
          <a:lstStyle/>
          <a:p>
            <a:endParaRPr lang="en-ZA"/>
          </a:p>
        </p:txBody>
      </p:sp>
      <p:sp>
        <p:nvSpPr>
          <p:cNvPr id="348" name="Shape 346"/>
          <p:cNvSpPr/>
          <p:nvPr/>
        </p:nvSpPr>
        <p:spPr>
          <a:xfrm>
            <a:off x="7452360" y="3986784"/>
            <a:ext cx="132588" cy="132588"/>
          </a:xfrm>
          <a:prstGeom prst="rect">
            <a:avLst/>
          </a:prstGeom>
          <a:solidFill>
            <a:srgbClr val="22272E"/>
          </a:solidFill>
          <a:ln w="12700">
            <a:solidFill>
              <a:srgbClr val="22272E"/>
            </a:solidFill>
            <a:prstDash val="solid"/>
          </a:ln>
        </p:spPr>
        <p:txBody>
          <a:bodyPr/>
          <a:lstStyle/>
          <a:p>
            <a:endParaRPr lang="en-ZA"/>
          </a:p>
        </p:txBody>
      </p:sp>
      <p:sp>
        <p:nvSpPr>
          <p:cNvPr id="349" name="Shape 347"/>
          <p:cNvSpPr/>
          <p:nvPr/>
        </p:nvSpPr>
        <p:spPr>
          <a:xfrm>
            <a:off x="7598664" y="3986784"/>
            <a:ext cx="132588" cy="132588"/>
          </a:xfrm>
          <a:prstGeom prst="rect">
            <a:avLst/>
          </a:prstGeom>
          <a:solidFill>
            <a:srgbClr val="22272E"/>
          </a:solidFill>
          <a:ln w="12700">
            <a:solidFill>
              <a:srgbClr val="22272E"/>
            </a:solidFill>
            <a:prstDash val="solid"/>
          </a:ln>
        </p:spPr>
        <p:txBody>
          <a:bodyPr/>
          <a:lstStyle/>
          <a:p>
            <a:endParaRPr lang="en-ZA"/>
          </a:p>
        </p:txBody>
      </p:sp>
      <p:sp>
        <p:nvSpPr>
          <p:cNvPr id="350" name="Shape 348"/>
          <p:cNvSpPr/>
          <p:nvPr/>
        </p:nvSpPr>
        <p:spPr>
          <a:xfrm>
            <a:off x="7744968" y="3986784"/>
            <a:ext cx="132588" cy="132588"/>
          </a:xfrm>
          <a:prstGeom prst="rect">
            <a:avLst/>
          </a:prstGeom>
          <a:solidFill>
            <a:srgbClr val="22272E"/>
          </a:solidFill>
          <a:ln w="12700">
            <a:solidFill>
              <a:srgbClr val="22272E"/>
            </a:solidFill>
            <a:prstDash val="solid"/>
          </a:ln>
        </p:spPr>
        <p:txBody>
          <a:bodyPr/>
          <a:lstStyle/>
          <a:p>
            <a:endParaRPr lang="en-ZA"/>
          </a:p>
        </p:txBody>
      </p:sp>
      <p:sp>
        <p:nvSpPr>
          <p:cNvPr id="351" name="Shape 349"/>
          <p:cNvSpPr/>
          <p:nvPr/>
        </p:nvSpPr>
        <p:spPr>
          <a:xfrm>
            <a:off x="7891272" y="3986784"/>
            <a:ext cx="132588" cy="132588"/>
          </a:xfrm>
          <a:prstGeom prst="rect">
            <a:avLst/>
          </a:prstGeom>
          <a:solidFill>
            <a:srgbClr val="22272E"/>
          </a:solidFill>
          <a:ln w="12700">
            <a:solidFill>
              <a:srgbClr val="22272E"/>
            </a:solidFill>
            <a:prstDash val="solid"/>
          </a:ln>
        </p:spPr>
        <p:txBody>
          <a:bodyPr/>
          <a:lstStyle/>
          <a:p>
            <a:endParaRPr lang="en-ZA"/>
          </a:p>
        </p:txBody>
      </p:sp>
      <p:sp>
        <p:nvSpPr>
          <p:cNvPr id="352" name="Shape 350"/>
          <p:cNvSpPr/>
          <p:nvPr/>
        </p:nvSpPr>
        <p:spPr>
          <a:xfrm>
            <a:off x="8037576" y="3986784"/>
            <a:ext cx="132588" cy="132588"/>
          </a:xfrm>
          <a:prstGeom prst="rect">
            <a:avLst/>
          </a:prstGeom>
          <a:solidFill>
            <a:srgbClr val="22272E"/>
          </a:solidFill>
          <a:ln w="12700">
            <a:solidFill>
              <a:srgbClr val="22272E"/>
            </a:solidFill>
            <a:prstDash val="solid"/>
          </a:ln>
        </p:spPr>
        <p:txBody>
          <a:bodyPr/>
          <a:lstStyle/>
          <a:p>
            <a:endParaRPr lang="en-ZA"/>
          </a:p>
        </p:txBody>
      </p:sp>
      <p:sp>
        <p:nvSpPr>
          <p:cNvPr id="353" name="Shape 351"/>
          <p:cNvSpPr/>
          <p:nvPr/>
        </p:nvSpPr>
        <p:spPr>
          <a:xfrm>
            <a:off x="8183880" y="3986784"/>
            <a:ext cx="132588" cy="132588"/>
          </a:xfrm>
          <a:prstGeom prst="rect">
            <a:avLst/>
          </a:prstGeom>
          <a:solidFill>
            <a:srgbClr val="22272E"/>
          </a:solidFill>
          <a:ln w="12700">
            <a:solidFill>
              <a:srgbClr val="22272E"/>
            </a:solidFill>
            <a:prstDash val="solid"/>
          </a:ln>
        </p:spPr>
        <p:txBody>
          <a:bodyPr/>
          <a:lstStyle/>
          <a:p>
            <a:endParaRPr lang="en-ZA"/>
          </a:p>
        </p:txBody>
      </p:sp>
      <p:sp>
        <p:nvSpPr>
          <p:cNvPr id="354" name="Shape 352"/>
          <p:cNvSpPr/>
          <p:nvPr/>
        </p:nvSpPr>
        <p:spPr>
          <a:xfrm>
            <a:off x="8330184" y="3986784"/>
            <a:ext cx="132588" cy="132588"/>
          </a:xfrm>
          <a:prstGeom prst="rect">
            <a:avLst/>
          </a:prstGeom>
          <a:solidFill>
            <a:srgbClr val="2EA043"/>
          </a:solidFill>
          <a:ln w="12700">
            <a:solidFill>
              <a:srgbClr val="2EA043"/>
            </a:solidFill>
            <a:prstDash val="solid"/>
          </a:ln>
        </p:spPr>
        <p:txBody>
          <a:bodyPr/>
          <a:lstStyle/>
          <a:p>
            <a:endParaRPr lang="en-ZA"/>
          </a:p>
        </p:txBody>
      </p:sp>
      <p:sp>
        <p:nvSpPr>
          <p:cNvPr id="355" name="Shape 353"/>
          <p:cNvSpPr/>
          <p:nvPr/>
        </p:nvSpPr>
        <p:spPr>
          <a:xfrm>
            <a:off x="8476488" y="3986784"/>
            <a:ext cx="132588" cy="132588"/>
          </a:xfrm>
          <a:prstGeom prst="rect">
            <a:avLst/>
          </a:prstGeom>
          <a:solidFill>
            <a:srgbClr val="22272E"/>
          </a:solidFill>
          <a:ln w="12700">
            <a:solidFill>
              <a:srgbClr val="22272E"/>
            </a:solidFill>
            <a:prstDash val="solid"/>
          </a:ln>
        </p:spPr>
        <p:txBody>
          <a:bodyPr/>
          <a:lstStyle/>
          <a:p>
            <a:endParaRPr lang="en-ZA"/>
          </a:p>
        </p:txBody>
      </p:sp>
      <p:sp>
        <p:nvSpPr>
          <p:cNvPr id="356" name="Shape 354"/>
          <p:cNvSpPr/>
          <p:nvPr/>
        </p:nvSpPr>
        <p:spPr>
          <a:xfrm>
            <a:off x="8622792" y="3986784"/>
            <a:ext cx="132588" cy="132588"/>
          </a:xfrm>
          <a:prstGeom prst="rect">
            <a:avLst/>
          </a:prstGeom>
          <a:solidFill>
            <a:srgbClr val="22272E"/>
          </a:solidFill>
          <a:ln w="12700">
            <a:solidFill>
              <a:srgbClr val="22272E"/>
            </a:solidFill>
            <a:prstDash val="solid"/>
          </a:ln>
        </p:spPr>
        <p:txBody>
          <a:bodyPr/>
          <a:lstStyle/>
          <a:p>
            <a:endParaRPr lang="en-ZA"/>
          </a:p>
        </p:txBody>
      </p:sp>
      <p:sp>
        <p:nvSpPr>
          <p:cNvPr id="357" name="Shape 355"/>
          <p:cNvSpPr/>
          <p:nvPr/>
        </p:nvSpPr>
        <p:spPr>
          <a:xfrm>
            <a:off x="8769096" y="3986784"/>
            <a:ext cx="132588" cy="132588"/>
          </a:xfrm>
          <a:prstGeom prst="rect">
            <a:avLst/>
          </a:prstGeom>
          <a:solidFill>
            <a:srgbClr val="22272E"/>
          </a:solidFill>
          <a:ln w="12700">
            <a:solidFill>
              <a:srgbClr val="22272E"/>
            </a:solidFill>
            <a:prstDash val="solid"/>
          </a:ln>
        </p:spPr>
        <p:txBody>
          <a:bodyPr/>
          <a:lstStyle/>
          <a:p>
            <a:endParaRPr lang="en-ZA"/>
          </a:p>
        </p:txBody>
      </p:sp>
      <p:sp>
        <p:nvSpPr>
          <p:cNvPr id="358" name="Shape 356"/>
          <p:cNvSpPr/>
          <p:nvPr/>
        </p:nvSpPr>
        <p:spPr>
          <a:xfrm>
            <a:off x="8915400" y="3986784"/>
            <a:ext cx="132588" cy="132588"/>
          </a:xfrm>
          <a:prstGeom prst="rect">
            <a:avLst/>
          </a:prstGeom>
          <a:solidFill>
            <a:srgbClr val="22272E"/>
          </a:solidFill>
          <a:ln w="12700">
            <a:solidFill>
              <a:srgbClr val="22272E"/>
            </a:solidFill>
            <a:prstDash val="solid"/>
          </a:ln>
        </p:spPr>
        <p:txBody>
          <a:bodyPr/>
          <a:lstStyle/>
          <a:p>
            <a:endParaRPr lang="en-ZA"/>
          </a:p>
        </p:txBody>
      </p:sp>
      <p:sp>
        <p:nvSpPr>
          <p:cNvPr id="359" name="Shape 357"/>
          <p:cNvSpPr/>
          <p:nvPr/>
        </p:nvSpPr>
        <p:spPr>
          <a:xfrm>
            <a:off x="9061704" y="3986784"/>
            <a:ext cx="132588" cy="132588"/>
          </a:xfrm>
          <a:prstGeom prst="rect">
            <a:avLst/>
          </a:prstGeom>
          <a:solidFill>
            <a:srgbClr val="22272E"/>
          </a:solidFill>
          <a:ln w="12700">
            <a:solidFill>
              <a:srgbClr val="22272E"/>
            </a:solidFill>
            <a:prstDash val="solid"/>
          </a:ln>
        </p:spPr>
        <p:txBody>
          <a:bodyPr/>
          <a:lstStyle/>
          <a:p>
            <a:endParaRPr lang="en-ZA"/>
          </a:p>
        </p:txBody>
      </p:sp>
      <p:sp>
        <p:nvSpPr>
          <p:cNvPr id="360" name="Shape 358"/>
          <p:cNvSpPr/>
          <p:nvPr/>
        </p:nvSpPr>
        <p:spPr>
          <a:xfrm>
            <a:off x="9208008" y="3986784"/>
            <a:ext cx="132588" cy="132588"/>
          </a:xfrm>
          <a:prstGeom prst="rect">
            <a:avLst/>
          </a:prstGeom>
          <a:solidFill>
            <a:srgbClr val="22272E"/>
          </a:solidFill>
          <a:ln w="12700">
            <a:solidFill>
              <a:srgbClr val="22272E"/>
            </a:solidFill>
            <a:prstDash val="solid"/>
          </a:ln>
        </p:spPr>
        <p:txBody>
          <a:bodyPr/>
          <a:lstStyle/>
          <a:p>
            <a:endParaRPr lang="en-ZA"/>
          </a:p>
        </p:txBody>
      </p:sp>
      <p:sp>
        <p:nvSpPr>
          <p:cNvPr id="361" name="Shape 359"/>
          <p:cNvSpPr/>
          <p:nvPr/>
        </p:nvSpPr>
        <p:spPr>
          <a:xfrm>
            <a:off x="9354312" y="3986784"/>
            <a:ext cx="132588" cy="132588"/>
          </a:xfrm>
          <a:prstGeom prst="rect">
            <a:avLst/>
          </a:prstGeom>
          <a:solidFill>
            <a:srgbClr val="22272E"/>
          </a:solidFill>
          <a:ln w="12700">
            <a:solidFill>
              <a:srgbClr val="22272E"/>
            </a:solidFill>
            <a:prstDash val="solid"/>
          </a:ln>
        </p:spPr>
        <p:txBody>
          <a:bodyPr/>
          <a:lstStyle/>
          <a:p>
            <a:endParaRPr lang="en-ZA"/>
          </a:p>
        </p:txBody>
      </p:sp>
      <p:sp>
        <p:nvSpPr>
          <p:cNvPr id="362" name="Shape 360"/>
          <p:cNvSpPr/>
          <p:nvPr/>
        </p:nvSpPr>
        <p:spPr>
          <a:xfrm>
            <a:off x="9500616" y="3986784"/>
            <a:ext cx="132588" cy="132588"/>
          </a:xfrm>
          <a:prstGeom prst="rect">
            <a:avLst/>
          </a:prstGeom>
          <a:solidFill>
            <a:srgbClr val="22272E"/>
          </a:solidFill>
          <a:ln w="12700">
            <a:solidFill>
              <a:srgbClr val="22272E"/>
            </a:solidFill>
            <a:prstDash val="solid"/>
          </a:ln>
        </p:spPr>
        <p:txBody>
          <a:bodyPr/>
          <a:lstStyle/>
          <a:p>
            <a:endParaRPr lang="en-ZA"/>
          </a:p>
        </p:txBody>
      </p:sp>
      <p:sp>
        <p:nvSpPr>
          <p:cNvPr id="363" name="Shape 361"/>
          <p:cNvSpPr/>
          <p:nvPr/>
        </p:nvSpPr>
        <p:spPr>
          <a:xfrm>
            <a:off x="6720840" y="4133088"/>
            <a:ext cx="132588" cy="132588"/>
          </a:xfrm>
          <a:prstGeom prst="rect">
            <a:avLst/>
          </a:prstGeom>
          <a:solidFill>
            <a:srgbClr val="22272E"/>
          </a:solidFill>
          <a:ln w="12700">
            <a:solidFill>
              <a:srgbClr val="22272E"/>
            </a:solidFill>
            <a:prstDash val="solid"/>
          </a:ln>
        </p:spPr>
        <p:txBody>
          <a:bodyPr/>
          <a:lstStyle/>
          <a:p>
            <a:endParaRPr lang="en-ZA"/>
          </a:p>
        </p:txBody>
      </p:sp>
      <p:sp>
        <p:nvSpPr>
          <p:cNvPr id="364" name="Shape 362"/>
          <p:cNvSpPr/>
          <p:nvPr/>
        </p:nvSpPr>
        <p:spPr>
          <a:xfrm>
            <a:off x="6867144" y="4133088"/>
            <a:ext cx="132588" cy="132588"/>
          </a:xfrm>
          <a:prstGeom prst="rect">
            <a:avLst/>
          </a:prstGeom>
          <a:solidFill>
            <a:srgbClr val="22272E"/>
          </a:solidFill>
          <a:ln w="12700">
            <a:solidFill>
              <a:srgbClr val="22272E"/>
            </a:solidFill>
            <a:prstDash val="solid"/>
          </a:ln>
        </p:spPr>
        <p:txBody>
          <a:bodyPr/>
          <a:lstStyle/>
          <a:p>
            <a:endParaRPr lang="en-ZA"/>
          </a:p>
        </p:txBody>
      </p:sp>
      <p:sp>
        <p:nvSpPr>
          <p:cNvPr id="365" name="Shape 363"/>
          <p:cNvSpPr/>
          <p:nvPr/>
        </p:nvSpPr>
        <p:spPr>
          <a:xfrm>
            <a:off x="7013448" y="4133088"/>
            <a:ext cx="132588" cy="132588"/>
          </a:xfrm>
          <a:prstGeom prst="rect">
            <a:avLst/>
          </a:prstGeom>
          <a:solidFill>
            <a:srgbClr val="22272E"/>
          </a:solidFill>
          <a:ln w="12700">
            <a:solidFill>
              <a:srgbClr val="22272E"/>
            </a:solidFill>
            <a:prstDash val="solid"/>
          </a:ln>
        </p:spPr>
        <p:txBody>
          <a:bodyPr/>
          <a:lstStyle/>
          <a:p>
            <a:endParaRPr lang="en-ZA"/>
          </a:p>
        </p:txBody>
      </p:sp>
      <p:sp>
        <p:nvSpPr>
          <p:cNvPr id="366" name="Shape 364"/>
          <p:cNvSpPr/>
          <p:nvPr/>
        </p:nvSpPr>
        <p:spPr>
          <a:xfrm>
            <a:off x="7159752" y="4133088"/>
            <a:ext cx="132588" cy="132588"/>
          </a:xfrm>
          <a:prstGeom prst="rect">
            <a:avLst/>
          </a:prstGeom>
          <a:solidFill>
            <a:srgbClr val="22272E"/>
          </a:solidFill>
          <a:ln w="12700">
            <a:solidFill>
              <a:srgbClr val="22272E"/>
            </a:solidFill>
            <a:prstDash val="solid"/>
          </a:ln>
        </p:spPr>
        <p:txBody>
          <a:bodyPr/>
          <a:lstStyle/>
          <a:p>
            <a:endParaRPr lang="en-ZA"/>
          </a:p>
        </p:txBody>
      </p:sp>
      <p:sp>
        <p:nvSpPr>
          <p:cNvPr id="367" name="Shape 365"/>
          <p:cNvSpPr/>
          <p:nvPr/>
        </p:nvSpPr>
        <p:spPr>
          <a:xfrm>
            <a:off x="7306056" y="4133088"/>
            <a:ext cx="132588" cy="132588"/>
          </a:xfrm>
          <a:prstGeom prst="rect">
            <a:avLst/>
          </a:prstGeom>
          <a:solidFill>
            <a:srgbClr val="22272E"/>
          </a:solidFill>
          <a:ln w="12700">
            <a:solidFill>
              <a:srgbClr val="22272E"/>
            </a:solidFill>
            <a:prstDash val="solid"/>
          </a:ln>
        </p:spPr>
        <p:txBody>
          <a:bodyPr/>
          <a:lstStyle/>
          <a:p>
            <a:endParaRPr lang="en-ZA"/>
          </a:p>
        </p:txBody>
      </p:sp>
      <p:sp>
        <p:nvSpPr>
          <p:cNvPr id="368" name="Shape 366"/>
          <p:cNvSpPr/>
          <p:nvPr/>
        </p:nvSpPr>
        <p:spPr>
          <a:xfrm>
            <a:off x="7452360" y="4133088"/>
            <a:ext cx="132588" cy="132588"/>
          </a:xfrm>
          <a:prstGeom prst="rect">
            <a:avLst/>
          </a:prstGeom>
          <a:solidFill>
            <a:srgbClr val="22272E"/>
          </a:solidFill>
          <a:ln w="12700">
            <a:solidFill>
              <a:srgbClr val="22272E"/>
            </a:solidFill>
            <a:prstDash val="solid"/>
          </a:ln>
        </p:spPr>
        <p:txBody>
          <a:bodyPr/>
          <a:lstStyle/>
          <a:p>
            <a:endParaRPr lang="en-ZA"/>
          </a:p>
        </p:txBody>
      </p:sp>
      <p:sp>
        <p:nvSpPr>
          <p:cNvPr id="369" name="Shape 367"/>
          <p:cNvSpPr/>
          <p:nvPr/>
        </p:nvSpPr>
        <p:spPr>
          <a:xfrm>
            <a:off x="7598664" y="4133088"/>
            <a:ext cx="132588" cy="132588"/>
          </a:xfrm>
          <a:prstGeom prst="rect">
            <a:avLst/>
          </a:prstGeom>
          <a:solidFill>
            <a:srgbClr val="22272E"/>
          </a:solidFill>
          <a:ln w="12700">
            <a:solidFill>
              <a:srgbClr val="22272E"/>
            </a:solidFill>
            <a:prstDash val="solid"/>
          </a:ln>
        </p:spPr>
        <p:txBody>
          <a:bodyPr/>
          <a:lstStyle/>
          <a:p>
            <a:endParaRPr lang="en-ZA"/>
          </a:p>
        </p:txBody>
      </p:sp>
      <p:sp>
        <p:nvSpPr>
          <p:cNvPr id="370" name="Shape 368"/>
          <p:cNvSpPr/>
          <p:nvPr/>
        </p:nvSpPr>
        <p:spPr>
          <a:xfrm>
            <a:off x="7744968" y="4133088"/>
            <a:ext cx="132588" cy="132588"/>
          </a:xfrm>
          <a:prstGeom prst="rect">
            <a:avLst/>
          </a:prstGeom>
          <a:solidFill>
            <a:srgbClr val="22272E"/>
          </a:solidFill>
          <a:ln w="12700">
            <a:solidFill>
              <a:srgbClr val="22272E"/>
            </a:solidFill>
            <a:prstDash val="solid"/>
          </a:ln>
        </p:spPr>
        <p:txBody>
          <a:bodyPr/>
          <a:lstStyle/>
          <a:p>
            <a:endParaRPr lang="en-ZA"/>
          </a:p>
        </p:txBody>
      </p:sp>
      <p:sp>
        <p:nvSpPr>
          <p:cNvPr id="371" name="Shape 369"/>
          <p:cNvSpPr/>
          <p:nvPr/>
        </p:nvSpPr>
        <p:spPr>
          <a:xfrm>
            <a:off x="7891272" y="4133088"/>
            <a:ext cx="132588" cy="132588"/>
          </a:xfrm>
          <a:prstGeom prst="rect">
            <a:avLst/>
          </a:prstGeom>
          <a:solidFill>
            <a:srgbClr val="22272E"/>
          </a:solidFill>
          <a:ln w="12700">
            <a:solidFill>
              <a:srgbClr val="22272E"/>
            </a:solidFill>
            <a:prstDash val="solid"/>
          </a:ln>
        </p:spPr>
        <p:txBody>
          <a:bodyPr/>
          <a:lstStyle/>
          <a:p>
            <a:endParaRPr lang="en-ZA"/>
          </a:p>
        </p:txBody>
      </p:sp>
      <p:sp>
        <p:nvSpPr>
          <p:cNvPr id="372" name="Shape 370"/>
          <p:cNvSpPr/>
          <p:nvPr/>
        </p:nvSpPr>
        <p:spPr>
          <a:xfrm>
            <a:off x="8037576" y="4133088"/>
            <a:ext cx="132588" cy="132588"/>
          </a:xfrm>
          <a:prstGeom prst="rect">
            <a:avLst/>
          </a:prstGeom>
          <a:solidFill>
            <a:srgbClr val="22272E"/>
          </a:solidFill>
          <a:ln w="12700">
            <a:solidFill>
              <a:srgbClr val="22272E"/>
            </a:solidFill>
            <a:prstDash val="solid"/>
          </a:ln>
        </p:spPr>
        <p:txBody>
          <a:bodyPr/>
          <a:lstStyle/>
          <a:p>
            <a:endParaRPr lang="en-ZA"/>
          </a:p>
        </p:txBody>
      </p:sp>
      <p:sp>
        <p:nvSpPr>
          <p:cNvPr id="373" name="Shape 371"/>
          <p:cNvSpPr/>
          <p:nvPr/>
        </p:nvSpPr>
        <p:spPr>
          <a:xfrm>
            <a:off x="8183880" y="4133088"/>
            <a:ext cx="132588" cy="132588"/>
          </a:xfrm>
          <a:prstGeom prst="rect">
            <a:avLst/>
          </a:prstGeom>
          <a:solidFill>
            <a:srgbClr val="22272E"/>
          </a:solidFill>
          <a:ln w="12700">
            <a:solidFill>
              <a:srgbClr val="22272E"/>
            </a:solidFill>
            <a:prstDash val="solid"/>
          </a:ln>
        </p:spPr>
        <p:txBody>
          <a:bodyPr/>
          <a:lstStyle/>
          <a:p>
            <a:endParaRPr lang="en-ZA"/>
          </a:p>
        </p:txBody>
      </p:sp>
      <p:sp>
        <p:nvSpPr>
          <p:cNvPr id="374" name="Shape 372"/>
          <p:cNvSpPr/>
          <p:nvPr/>
        </p:nvSpPr>
        <p:spPr>
          <a:xfrm>
            <a:off x="8330184" y="4133088"/>
            <a:ext cx="132588" cy="132588"/>
          </a:xfrm>
          <a:prstGeom prst="rect">
            <a:avLst/>
          </a:prstGeom>
          <a:solidFill>
            <a:srgbClr val="2EA043"/>
          </a:solidFill>
          <a:ln w="12700">
            <a:solidFill>
              <a:srgbClr val="2EA043"/>
            </a:solidFill>
            <a:prstDash val="solid"/>
          </a:ln>
        </p:spPr>
        <p:txBody>
          <a:bodyPr/>
          <a:lstStyle/>
          <a:p>
            <a:endParaRPr lang="en-ZA"/>
          </a:p>
        </p:txBody>
      </p:sp>
      <p:sp>
        <p:nvSpPr>
          <p:cNvPr id="375" name="Shape 373"/>
          <p:cNvSpPr/>
          <p:nvPr/>
        </p:nvSpPr>
        <p:spPr>
          <a:xfrm>
            <a:off x="8476488" y="4133088"/>
            <a:ext cx="132588" cy="132588"/>
          </a:xfrm>
          <a:prstGeom prst="rect">
            <a:avLst/>
          </a:prstGeom>
          <a:solidFill>
            <a:srgbClr val="22272E"/>
          </a:solidFill>
          <a:ln w="12700">
            <a:solidFill>
              <a:srgbClr val="22272E"/>
            </a:solidFill>
            <a:prstDash val="solid"/>
          </a:ln>
        </p:spPr>
        <p:txBody>
          <a:bodyPr/>
          <a:lstStyle/>
          <a:p>
            <a:endParaRPr lang="en-ZA"/>
          </a:p>
        </p:txBody>
      </p:sp>
      <p:sp>
        <p:nvSpPr>
          <p:cNvPr id="376" name="Shape 374"/>
          <p:cNvSpPr/>
          <p:nvPr/>
        </p:nvSpPr>
        <p:spPr>
          <a:xfrm>
            <a:off x="8622792" y="4133088"/>
            <a:ext cx="132588" cy="132588"/>
          </a:xfrm>
          <a:prstGeom prst="rect">
            <a:avLst/>
          </a:prstGeom>
          <a:solidFill>
            <a:srgbClr val="22272E"/>
          </a:solidFill>
          <a:ln w="12700">
            <a:solidFill>
              <a:srgbClr val="22272E"/>
            </a:solidFill>
            <a:prstDash val="solid"/>
          </a:ln>
        </p:spPr>
        <p:txBody>
          <a:bodyPr/>
          <a:lstStyle/>
          <a:p>
            <a:endParaRPr lang="en-ZA"/>
          </a:p>
        </p:txBody>
      </p:sp>
      <p:sp>
        <p:nvSpPr>
          <p:cNvPr id="377" name="Shape 375"/>
          <p:cNvSpPr/>
          <p:nvPr/>
        </p:nvSpPr>
        <p:spPr>
          <a:xfrm>
            <a:off x="8769096" y="4133088"/>
            <a:ext cx="132588" cy="132588"/>
          </a:xfrm>
          <a:prstGeom prst="rect">
            <a:avLst/>
          </a:prstGeom>
          <a:solidFill>
            <a:srgbClr val="22272E"/>
          </a:solidFill>
          <a:ln w="12700">
            <a:solidFill>
              <a:srgbClr val="22272E"/>
            </a:solidFill>
            <a:prstDash val="solid"/>
          </a:ln>
        </p:spPr>
        <p:txBody>
          <a:bodyPr/>
          <a:lstStyle/>
          <a:p>
            <a:endParaRPr lang="en-ZA"/>
          </a:p>
        </p:txBody>
      </p:sp>
      <p:sp>
        <p:nvSpPr>
          <p:cNvPr id="378" name="Shape 376"/>
          <p:cNvSpPr/>
          <p:nvPr/>
        </p:nvSpPr>
        <p:spPr>
          <a:xfrm>
            <a:off x="8915400" y="4133088"/>
            <a:ext cx="132588" cy="132588"/>
          </a:xfrm>
          <a:prstGeom prst="rect">
            <a:avLst/>
          </a:prstGeom>
          <a:solidFill>
            <a:srgbClr val="22272E"/>
          </a:solidFill>
          <a:ln w="12700">
            <a:solidFill>
              <a:srgbClr val="22272E"/>
            </a:solidFill>
            <a:prstDash val="solid"/>
          </a:ln>
        </p:spPr>
        <p:txBody>
          <a:bodyPr/>
          <a:lstStyle/>
          <a:p>
            <a:endParaRPr lang="en-ZA"/>
          </a:p>
        </p:txBody>
      </p:sp>
      <p:sp>
        <p:nvSpPr>
          <p:cNvPr id="379" name="Shape 377"/>
          <p:cNvSpPr/>
          <p:nvPr/>
        </p:nvSpPr>
        <p:spPr>
          <a:xfrm>
            <a:off x="9061704" y="4133088"/>
            <a:ext cx="132588" cy="132588"/>
          </a:xfrm>
          <a:prstGeom prst="rect">
            <a:avLst/>
          </a:prstGeom>
          <a:solidFill>
            <a:srgbClr val="22272E"/>
          </a:solidFill>
          <a:ln w="12700">
            <a:solidFill>
              <a:srgbClr val="22272E"/>
            </a:solidFill>
            <a:prstDash val="solid"/>
          </a:ln>
        </p:spPr>
        <p:txBody>
          <a:bodyPr/>
          <a:lstStyle/>
          <a:p>
            <a:endParaRPr lang="en-ZA"/>
          </a:p>
        </p:txBody>
      </p:sp>
      <p:sp>
        <p:nvSpPr>
          <p:cNvPr id="380" name="Shape 378"/>
          <p:cNvSpPr/>
          <p:nvPr/>
        </p:nvSpPr>
        <p:spPr>
          <a:xfrm>
            <a:off x="9208008" y="4133088"/>
            <a:ext cx="132588" cy="132588"/>
          </a:xfrm>
          <a:prstGeom prst="rect">
            <a:avLst/>
          </a:prstGeom>
          <a:solidFill>
            <a:srgbClr val="22272E"/>
          </a:solidFill>
          <a:ln w="12700">
            <a:solidFill>
              <a:srgbClr val="22272E"/>
            </a:solidFill>
            <a:prstDash val="solid"/>
          </a:ln>
        </p:spPr>
        <p:txBody>
          <a:bodyPr/>
          <a:lstStyle/>
          <a:p>
            <a:endParaRPr lang="en-ZA"/>
          </a:p>
        </p:txBody>
      </p:sp>
      <p:sp>
        <p:nvSpPr>
          <p:cNvPr id="381" name="Shape 379"/>
          <p:cNvSpPr/>
          <p:nvPr/>
        </p:nvSpPr>
        <p:spPr>
          <a:xfrm>
            <a:off x="9354312" y="4133088"/>
            <a:ext cx="132588" cy="132588"/>
          </a:xfrm>
          <a:prstGeom prst="rect">
            <a:avLst/>
          </a:prstGeom>
          <a:solidFill>
            <a:srgbClr val="22272E"/>
          </a:solidFill>
          <a:ln w="12700">
            <a:solidFill>
              <a:srgbClr val="22272E"/>
            </a:solidFill>
            <a:prstDash val="solid"/>
          </a:ln>
        </p:spPr>
        <p:txBody>
          <a:bodyPr/>
          <a:lstStyle/>
          <a:p>
            <a:endParaRPr lang="en-ZA"/>
          </a:p>
        </p:txBody>
      </p:sp>
      <p:sp>
        <p:nvSpPr>
          <p:cNvPr id="382" name="Shape 380"/>
          <p:cNvSpPr/>
          <p:nvPr/>
        </p:nvSpPr>
        <p:spPr>
          <a:xfrm>
            <a:off x="9500616" y="4133088"/>
            <a:ext cx="132588" cy="132588"/>
          </a:xfrm>
          <a:prstGeom prst="rect">
            <a:avLst/>
          </a:prstGeom>
          <a:solidFill>
            <a:srgbClr val="22272E"/>
          </a:solidFill>
          <a:ln w="12700">
            <a:solidFill>
              <a:srgbClr val="22272E"/>
            </a:solidFill>
            <a:prstDash val="solid"/>
          </a:ln>
        </p:spPr>
        <p:txBody>
          <a:bodyPr/>
          <a:lstStyle/>
          <a:p>
            <a:endParaRPr lang="en-ZA"/>
          </a:p>
        </p:txBody>
      </p:sp>
      <p:sp>
        <p:nvSpPr>
          <p:cNvPr id="383" name="Shape 381"/>
          <p:cNvSpPr/>
          <p:nvPr/>
        </p:nvSpPr>
        <p:spPr>
          <a:xfrm>
            <a:off x="6720840" y="4279392"/>
            <a:ext cx="132588" cy="132588"/>
          </a:xfrm>
          <a:prstGeom prst="rect">
            <a:avLst/>
          </a:prstGeom>
          <a:solidFill>
            <a:srgbClr val="22272E"/>
          </a:solidFill>
          <a:ln w="12700">
            <a:solidFill>
              <a:srgbClr val="22272E"/>
            </a:solidFill>
            <a:prstDash val="solid"/>
          </a:ln>
        </p:spPr>
        <p:txBody>
          <a:bodyPr/>
          <a:lstStyle/>
          <a:p>
            <a:endParaRPr lang="en-ZA"/>
          </a:p>
        </p:txBody>
      </p:sp>
      <p:sp>
        <p:nvSpPr>
          <p:cNvPr id="384" name="Shape 382"/>
          <p:cNvSpPr/>
          <p:nvPr/>
        </p:nvSpPr>
        <p:spPr>
          <a:xfrm>
            <a:off x="6867144" y="4279392"/>
            <a:ext cx="132588" cy="132588"/>
          </a:xfrm>
          <a:prstGeom prst="rect">
            <a:avLst/>
          </a:prstGeom>
          <a:solidFill>
            <a:srgbClr val="22272E"/>
          </a:solidFill>
          <a:ln w="12700">
            <a:solidFill>
              <a:srgbClr val="22272E"/>
            </a:solidFill>
            <a:prstDash val="solid"/>
          </a:ln>
        </p:spPr>
        <p:txBody>
          <a:bodyPr/>
          <a:lstStyle/>
          <a:p>
            <a:endParaRPr lang="en-ZA"/>
          </a:p>
        </p:txBody>
      </p:sp>
      <p:sp>
        <p:nvSpPr>
          <p:cNvPr id="385" name="Shape 383"/>
          <p:cNvSpPr/>
          <p:nvPr/>
        </p:nvSpPr>
        <p:spPr>
          <a:xfrm>
            <a:off x="7013448" y="4279392"/>
            <a:ext cx="132588" cy="132588"/>
          </a:xfrm>
          <a:prstGeom prst="rect">
            <a:avLst/>
          </a:prstGeom>
          <a:solidFill>
            <a:srgbClr val="22272E"/>
          </a:solidFill>
          <a:ln w="12700">
            <a:solidFill>
              <a:srgbClr val="22272E"/>
            </a:solidFill>
            <a:prstDash val="solid"/>
          </a:ln>
        </p:spPr>
        <p:txBody>
          <a:bodyPr/>
          <a:lstStyle/>
          <a:p>
            <a:endParaRPr lang="en-ZA"/>
          </a:p>
        </p:txBody>
      </p:sp>
      <p:sp>
        <p:nvSpPr>
          <p:cNvPr id="386" name="Shape 384"/>
          <p:cNvSpPr/>
          <p:nvPr/>
        </p:nvSpPr>
        <p:spPr>
          <a:xfrm>
            <a:off x="7159752" y="4279392"/>
            <a:ext cx="132588" cy="132588"/>
          </a:xfrm>
          <a:prstGeom prst="rect">
            <a:avLst/>
          </a:prstGeom>
          <a:solidFill>
            <a:srgbClr val="22272E"/>
          </a:solidFill>
          <a:ln w="12700">
            <a:solidFill>
              <a:srgbClr val="22272E"/>
            </a:solidFill>
            <a:prstDash val="solid"/>
          </a:ln>
        </p:spPr>
        <p:txBody>
          <a:bodyPr/>
          <a:lstStyle/>
          <a:p>
            <a:endParaRPr lang="en-ZA"/>
          </a:p>
        </p:txBody>
      </p:sp>
      <p:sp>
        <p:nvSpPr>
          <p:cNvPr id="387" name="Shape 385"/>
          <p:cNvSpPr/>
          <p:nvPr/>
        </p:nvSpPr>
        <p:spPr>
          <a:xfrm>
            <a:off x="7306056" y="4279392"/>
            <a:ext cx="132588" cy="132588"/>
          </a:xfrm>
          <a:prstGeom prst="rect">
            <a:avLst/>
          </a:prstGeom>
          <a:solidFill>
            <a:srgbClr val="22272E"/>
          </a:solidFill>
          <a:ln w="12700">
            <a:solidFill>
              <a:srgbClr val="22272E"/>
            </a:solidFill>
            <a:prstDash val="solid"/>
          </a:ln>
        </p:spPr>
        <p:txBody>
          <a:bodyPr/>
          <a:lstStyle/>
          <a:p>
            <a:endParaRPr lang="en-ZA"/>
          </a:p>
        </p:txBody>
      </p:sp>
      <p:sp>
        <p:nvSpPr>
          <p:cNvPr id="388" name="Shape 386"/>
          <p:cNvSpPr/>
          <p:nvPr/>
        </p:nvSpPr>
        <p:spPr>
          <a:xfrm>
            <a:off x="7452360" y="4279392"/>
            <a:ext cx="132588" cy="132588"/>
          </a:xfrm>
          <a:prstGeom prst="rect">
            <a:avLst/>
          </a:prstGeom>
          <a:solidFill>
            <a:srgbClr val="22272E"/>
          </a:solidFill>
          <a:ln w="12700">
            <a:solidFill>
              <a:srgbClr val="22272E"/>
            </a:solidFill>
            <a:prstDash val="solid"/>
          </a:ln>
        </p:spPr>
        <p:txBody>
          <a:bodyPr/>
          <a:lstStyle/>
          <a:p>
            <a:endParaRPr lang="en-ZA"/>
          </a:p>
        </p:txBody>
      </p:sp>
      <p:sp>
        <p:nvSpPr>
          <p:cNvPr id="389" name="Shape 387"/>
          <p:cNvSpPr/>
          <p:nvPr/>
        </p:nvSpPr>
        <p:spPr>
          <a:xfrm>
            <a:off x="7598664" y="4279392"/>
            <a:ext cx="132588" cy="132588"/>
          </a:xfrm>
          <a:prstGeom prst="rect">
            <a:avLst/>
          </a:prstGeom>
          <a:solidFill>
            <a:srgbClr val="22272E"/>
          </a:solidFill>
          <a:ln w="12700">
            <a:solidFill>
              <a:srgbClr val="22272E"/>
            </a:solidFill>
            <a:prstDash val="solid"/>
          </a:ln>
        </p:spPr>
        <p:txBody>
          <a:bodyPr/>
          <a:lstStyle/>
          <a:p>
            <a:endParaRPr lang="en-ZA"/>
          </a:p>
        </p:txBody>
      </p:sp>
      <p:sp>
        <p:nvSpPr>
          <p:cNvPr id="390" name="Shape 388"/>
          <p:cNvSpPr/>
          <p:nvPr/>
        </p:nvSpPr>
        <p:spPr>
          <a:xfrm>
            <a:off x="7744968" y="4279392"/>
            <a:ext cx="132588" cy="132588"/>
          </a:xfrm>
          <a:prstGeom prst="rect">
            <a:avLst/>
          </a:prstGeom>
          <a:solidFill>
            <a:srgbClr val="22272E"/>
          </a:solidFill>
          <a:ln w="12700">
            <a:solidFill>
              <a:srgbClr val="22272E"/>
            </a:solidFill>
            <a:prstDash val="solid"/>
          </a:ln>
        </p:spPr>
        <p:txBody>
          <a:bodyPr/>
          <a:lstStyle/>
          <a:p>
            <a:endParaRPr lang="en-ZA"/>
          </a:p>
        </p:txBody>
      </p:sp>
      <p:sp>
        <p:nvSpPr>
          <p:cNvPr id="391" name="Shape 389"/>
          <p:cNvSpPr/>
          <p:nvPr/>
        </p:nvSpPr>
        <p:spPr>
          <a:xfrm>
            <a:off x="7891272" y="4279392"/>
            <a:ext cx="132588" cy="132588"/>
          </a:xfrm>
          <a:prstGeom prst="rect">
            <a:avLst/>
          </a:prstGeom>
          <a:solidFill>
            <a:srgbClr val="22272E"/>
          </a:solidFill>
          <a:ln w="12700">
            <a:solidFill>
              <a:srgbClr val="22272E"/>
            </a:solidFill>
            <a:prstDash val="solid"/>
          </a:ln>
        </p:spPr>
        <p:txBody>
          <a:bodyPr/>
          <a:lstStyle/>
          <a:p>
            <a:endParaRPr lang="en-ZA"/>
          </a:p>
        </p:txBody>
      </p:sp>
      <p:sp>
        <p:nvSpPr>
          <p:cNvPr id="392" name="Shape 390"/>
          <p:cNvSpPr/>
          <p:nvPr/>
        </p:nvSpPr>
        <p:spPr>
          <a:xfrm>
            <a:off x="8037576" y="4279392"/>
            <a:ext cx="132588" cy="132588"/>
          </a:xfrm>
          <a:prstGeom prst="rect">
            <a:avLst/>
          </a:prstGeom>
          <a:solidFill>
            <a:srgbClr val="22272E"/>
          </a:solidFill>
          <a:ln w="12700">
            <a:solidFill>
              <a:srgbClr val="22272E"/>
            </a:solidFill>
            <a:prstDash val="solid"/>
          </a:ln>
        </p:spPr>
        <p:txBody>
          <a:bodyPr/>
          <a:lstStyle/>
          <a:p>
            <a:endParaRPr lang="en-ZA"/>
          </a:p>
        </p:txBody>
      </p:sp>
      <p:sp>
        <p:nvSpPr>
          <p:cNvPr id="393" name="Shape 391"/>
          <p:cNvSpPr/>
          <p:nvPr/>
        </p:nvSpPr>
        <p:spPr>
          <a:xfrm>
            <a:off x="8183880" y="4279392"/>
            <a:ext cx="132588" cy="132588"/>
          </a:xfrm>
          <a:prstGeom prst="rect">
            <a:avLst/>
          </a:prstGeom>
          <a:solidFill>
            <a:srgbClr val="22272E"/>
          </a:solidFill>
          <a:ln w="12700">
            <a:solidFill>
              <a:srgbClr val="22272E"/>
            </a:solidFill>
            <a:prstDash val="solid"/>
          </a:ln>
        </p:spPr>
        <p:txBody>
          <a:bodyPr/>
          <a:lstStyle/>
          <a:p>
            <a:endParaRPr lang="en-ZA"/>
          </a:p>
        </p:txBody>
      </p:sp>
      <p:sp>
        <p:nvSpPr>
          <p:cNvPr id="394" name="Shape 392"/>
          <p:cNvSpPr/>
          <p:nvPr/>
        </p:nvSpPr>
        <p:spPr>
          <a:xfrm>
            <a:off x="8330184" y="4279392"/>
            <a:ext cx="132588" cy="132588"/>
          </a:xfrm>
          <a:prstGeom prst="rect">
            <a:avLst/>
          </a:prstGeom>
          <a:solidFill>
            <a:srgbClr val="22272E"/>
          </a:solidFill>
          <a:ln w="12700">
            <a:solidFill>
              <a:srgbClr val="22272E"/>
            </a:solidFill>
            <a:prstDash val="solid"/>
          </a:ln>
        </p:spPr>
        <p:txBody>
          <a:bodyPr/>
          <a:lstStyle/>
          <a:p>
            <a:endParaRPr lang="en-ZA"/>
          </a:p>
        </p:txBody>
      </p:sp>
      <p:sp>
        <p:nvSpPr>
          <p:cNvPr id="395" name="Shape 393"/>
          <p:cNvSpPr/>
          <p:nvPr/>
        </p:nvSpPr>
        <p:spPr>
          <a:xfrm>
            <a:off x="8476488" y="4279392"/>
            <a:ext cx="132588" cy="132588"/>
          </a:xfrm>
          <a:prstGeom prst="rect">
            <a:avLst/>
          </a:prstGeom>
          <a:solidFill>
            <a:srgbClr val="22272E"/>
          </a:solidFill>
          <a:ln w="12700">
            <a:solidFill>
              <a:srgbClr val="22272E"/>
            </a:solidFill>
            <a:prstDash val="solid"/>
          </a:ln>
        </p:spPr>
        <p:txBody>
          <a:bodyPr/>
          <a:lstStyle/>
          <a:p>
            <a:endParaRPr lang="en-ZA"/>
          </a:p>
        </p:txBody>
      </p:sp>
      <p:sp>
        <p:nvSpPr>
          <p:cNvPr id="396" name="Shape 394"/>
          <p:cNvSpPr/>
          <p:nvPr/>
        </p:nvSpPr>
        <p:spPr>
          <a:xfrm>
            <a:off x="8622792" y="4279392"/>
            <a:ext cx="132588" cy="132588"/>
          </a:xfrm>
          <a:prstGeom prst="rect">
            <a:avLst/>
          </a:prstGeom>
          <a:solidFill>
            <a:srgbClr val="22272E"/>
          </a:solidFill>
          <a:ln w="12700">
            <a:solidFill>
              <a:srgbClr val="22272E"/>
            </a:solidFill>
            <a:prstDash val="solid"/>
          </a:ln>
        </p:spPr>
        <p:txBody>
          <a:bodyPr/>
          <a:lstStyle/>
          <a:p>
            <a:endParaRPr lang="en-ZA"/>
          </a:p>
        </p:txBody>
      </p:sp>
      <p:sp>
        <p:nvSpPr>
          <p:cNvPr id="397" name="Shape 395"/>
          <p:cNvSpPr/>
          <p:nvPr/>
        </p:nvSpPr>
        <p:spPr>
          <a:xfrm>
            <a:off x="8769096" y="4279392"/>
            <a:ext cx="132588" cy="132588"/>
          </a:xfrm>
          <a:prstGeom prst="rect">
            <a:avLst/>
          </a:prstGeom>
          <a:solidFill>
            <a:srgbClr val="22272E"/>
          </a:solidFill>
          <a:ln w="12700">
            <a:solidFill>
              <a:srgbClr val="22272E"/>
            </a:solidFill>
            <a:prstDash val="solid"/>
          </a:ln>
        </p:spPr>
        <p:txBody>
          <a:bodyPr/>
          <a:lstStyle/>
          <a:p>
            <a:endParaRPr lang="en-ZA"/>
          </a:p>
        </p:txBody>
      </p:sp>
      <p:sp>
        <p:nvSpPr>
          <p:cNvPr id="398" name="Shape 396"/>
          <p:cNvSpPr/>
          <p:nvPr/>
        </p:nvSpPr>
        <p:spPr>
          <a:xfrm>
            <a:off x="8915400" y="4279392"/>
            <a:ext cx="132588" cy="132588"/>
          </a:xfrm>
          <a:prstGeom prst="rect">
            <a:avLst/>
          </a:prstGeom>
          <a:solidFill>
            <a:srgbClr val="22272E"/>
          </a:solidFill>
          <a:ln w="12700">
            <a:solidFill>
              <a:srgbClr val="22272E"/>
            </a:solidFill>
            <a:prstDash val="solid"/>
          </a:ln>
        </p:spPr>
        <p:txBody>
          <a:bodyPr/>
          <a:lstStyle/>
          <a:p>
            <a:endParaRPr lang="en-ZA"/>
          </a:p>
        </p:txBody>
      </p:sp>
      <p:sp>
        <p:nvSpPr>
          <p:cNvPr id="399" name="Shape 397"/>
          <p:cNvSpPr/>
          <p:nvPr/>
        </p:nvSpPr>
        <p:spPr>
          <a:xfrm>
            <a:off x="9061704" y="4279392"/>
            <a:ext cx="132588" cy="132588"/>
          </a:xfrm>
          <a:prstGeom prst="rect">
            <a:avLst/>
          </a:prstGeom>
          <a:solidFill>
            <a:srgbClr val="22272E"/>
          </a:solidFill>
          <a:ln w="12700">
            <a:solidFill>
              <a:srgbClr val="22272E"/>
            </a:solidFill>
            <a:prstDash val="solid"/>
          </a:ln>
        </p:spPr>
        <p:txBody>
          <a:bodyPr/>
          <a:lstStyle/>
          <a:p>
            <a:endParaRPr lang="en-ZA"/>
          </a:p>
        </p:txBody>
      </p:sp>
      <p:sp>
        <p:nvSpPr>
          <p:cNvPr id="400" name="Shape 398"/>
          <p:cNvSpPr/>
          <p:nvPr/>
        </p:nvSpPr>
        <p:spPr>
          <a:xfrm>
            <a:off x="9208008" y="4279392"/>
            <a:ext cx="132588" cy="132588"/>
          </a:xfrm>
          <a:prstGeom prst="rect">
            <a:avLst/>
          </a:prstGeom>
          <a:solidFill>
            <a:srgbClr val="22272E"/>
          </a:solidFill>
          <a:ln w="12700">
            <a:solidFill>
              <a:srgbClr val="22272E"/>
            </a:solidFill>
            <a:prstDash val="solid"/>
          </a:ln>
        </p:spPr>
        <p:txBody>
          <a:bodyPr/>
          <a:lstStyle/>
          <a:p>
            <a:endParaRPr lang="en-ZA"/>
          </a:p>
        </p:txBody>
      </p:sp>
      <p:sp>
        <p:nvSpPr>
          <p:cNvPr id="401" name="Shape 399"/>
          <p:cNvSpPr/>
          <p:nvPr/>
        </p:nvSpPr>
        <p:spPr>
          <a:xfrm>
            <a:off x="9354312" y="4279392"/>
            <a:ext cx="132588" cy="132588"/>
          </a:xfrm>
          <a:prstGeom prst="rect">
            <a:avLst/>
          </a:prstGeom>
          <a:solidFill>
            <a:srgbClr val="22272E"/>
          </a:solidFill>
          <a:ln w="12700">
            <a:solidFill>
              <a:srgbClr val="22272E"/>
            </a:solidFill>
            <a:prstDash val="solid"/>
          </a:ln>
        </p:spPr>
        <p:txBody>
          <a:bodyPr/>
          <a:lstStyle/>
          <a:p>
            <a:endParaRPr lang="en-ZA"/>
          </a:p>
        </p:txBody>
      </p:sp>
      <p:sp>
        <p:nvSpPr>
          <p:cNvPr id="402" name="Shape 400"/>
          <p:cNvSpPr/>
          <p:nvPr/>
        </p:nvSpPr>
        <p:spPr>
          <a:xfrm>
            <a:off x="9500616" y="4279392"/>
            <a:ext cx="132588" cy="132588"/>
          </a:xfrm>
          <a:prstGeom prst="rect">
            <a:avLst/>
          </a:prstGeom>
          <a:solidFill>
            <a:srgbClr val="22272E"/>
          </a:solidFill>
          <a:ln w="12700">
            <a:solidFill>
              <a:srgbClr val="22272E"/>
            </a:solidFill>
            <a:prstDash val="solid"/>
          </a:ln>
        </p:spPr>
        <p:txBody>
          <a:bodyPr/>
          <a:lstStyle/>
          <a:p>
            <a:endParaRPr lang="en-ZA"/>
          </a:p>
        </p:txBody>
      </p:sp>
      <p:sp>
        <p:nvSpPr>
          <p:cNvPr id="403" name="Shape 401"/>
          <p:cNvSpPr/>
          <p:nvPr/>
        </p:nvSpPr>
        <p:spPr>
          <a:xfrm>
            <a:off x="6720840" y="4425696"/>
            <a:ext cx="132588" cy="132588"/>
          </a:xfrm>
          <a:prstGeom prst="rect">
            <a:avLst/>
          </a:prstGeom>
          <a:solidFill>
            <a:srgbClr val="22272E"/>
          </a:solidFill>
          <a:ln w="12700">
            <a:solidFill>
              <a:srgbClr val="22272E"/>
            </a:solidFill>
            <a:prstDash val="solid"/>
          </a:ln>
        </p:spPr>
        <p:txBody>
          <a:bodyPr/>
          <a:lstStyle/>
          <a:p>
            <a:endParaRPr lang="en-ZA"/>
          </a:p>
        </p:txBody>
      </p:sp>
      <p:sp>
        <p:nvSpPr>
          <p:cNvPr id="404" name="Shape 402"/>
          <p:cNvSpPr/>
          <p:nvPr/>
        </p:nvSpPr>
        <p:spPr>
          <a:xfrm>
            <a:off x="6867144" y="4425696"/>
            <a:ext cx="132588" cy="132588"/>
          </a:xfrm>
          <a:prstGeom prst="rect">
            <a:avLst/>
          </a:prstGeom>
          <a:solidFill>
            <a:srgbClr val="22272E"/>
          </a:solidFill>
          <a:ln w="12700">
            <a:solidFill>
              <a:srgbClr val="22272E"/>
            </a:solidFill>
            <a:prstDash val="solid"/>
          </a:ln>
        </p:spPr>
        <p:txBody>
          <a:bodyPr/>
          <a:lstStyle/>
          <a:p>
            <a:endParaRPr lang="en-ZA"/>
          </a:p>
        </p:txBody>
      </p:sp>
      <p:sp>
        <p:nvSpPr>
          <p:cNvPr id="405" name="Shape 403"/>
          <p:cNvSpPr/>
          <p:nvPr/>
        </p:nvSpPr>
        <p:spPr>
          <a:xfrm>
            <a:off x="7013448" y="4425696"/>
            <a:ext cx="132588" cy="132588"/>
          </a:xfrm>
          <a:prstGeom prst="rect">
            <a:avLst/>
          </a:prstGeom>
          <a:solidFill>
            <a:srgbClr val="22272E"/>
          </a:solidFill>
          <a:ln w="12700">
            <a:solidFill>
              <a:srgbClr val="22272E"/>
            </a:solidFill>
            <a:prstDash val="solid"/>
          </a:ln>
        </p:spPr>
        <p:txBody>
          <a:bodyPr/>
          <a:lstStyle/>
          <a:p>
            <a:endParaRPr lang="en-ZA"/>
          </a:p>
        </p:txBody>
      </p:sp>
      <p:sp>
        <p:nvSpPr>
          <p:cNvPr id="406" name="Shape 404"/>
          <p:cNvSpPr/>
          <p:nvPr/>
        </p:nvSpPr>
        <p:spPr>
          <a:xfrm>
            <a:off x="7159752" y="4425696"/>
            <a:ext cx="132588" cy="132588"/>
          </a:xfrm>
          <a:prstGeom prst="rect">
            <a:avLst/>
          </a:prstGeom>
          <a:solidFill>
            <a:srgbClr val="22272E"/>
          </a:solidFill>
          <a:ln w="12700">
            <a:solidFill>
              <a:srgbClr val="22272E"/>
            </a:solidFill>
            <a:prstDash val="solid"/>
          </a:ln>
        </p:spPr>
        <p:txBody>
          <a:bodyPr/>
          <a:lstStyle/>
          <a:p>
            <a:endParaRPr lang="en-ZA"/>
          </a:p>
        </p:txBody>
      </p:sp>
      <p:sp>
        <p:nvSpPr>
          <p:cNvPr id="407" name="Shape 405"/>
          <p:cNvSpPr/>
          <p:nvPr/>
        </p:nvSpPr>
        <p:spPr>
          <a:xfrm>
            <a:off x="7306056" y="4425696"/>
            <a:ext cx="132588" cy="132588"/>
          </a:xfrm>
          <a:prstGeom prst="rect">
            <a:avLst/>
          </a:prstGeom>
          <a:solidFill>
            <a:srgbClr val="22272E"/>
          </a:solidFill>
          <a:ln w="12700">
            <a:solidFill>
              <a:srgbClr val="22272E"/>
            </a:solidFill>
            <a:prstDash val="solid"/>
          </a:ln>
        </p:spPr>
        <p:txBody>
          <a:bodyPr/>
          <a:lstStyle/>
          <a:p>
            <a:endParaRPr lang="en-ZA"/>
          </a:p>
        </p:txBody>
      </p:sp>
      <p:sp>
        <p:nvSpPr>
          <p:cNvPr id="408" name="Shape 406"/>
          <p:cNvSpPr/>
          <p:nvPr/>
        </p:nvSpPr>
        <p:spPr>
          <a:xfrm>
            <a:off x="7452360" y="4425696"/>
            <a:ext cx="132588" cy="132588"/>
          </a:xfrm>
          <a:prstGeom prst="rect">
            <a:avLst/>
          </a:prstGeom>
          <a:solidFill>
            <a:srgbClr val="22272E"/>
          </a:solidFill>
          <a:ln w="12700">
            <a:solidFill>
              <a:srgbClr val="22272E"/>
            </a:solidFill>
            <a:prstDash val="solid"/>
          </a:ln>
        </p:spPr>
        <p:txBody>
          <a:bodyPr/>
          <a:lstStyle/>
          <a:p>
            <a:endParaRPr lang="en-ZA"/>
          </a:p>
        </p:txBody>
      </p:sp>
      <p:sp>
        <p:nvSpPr>
          <p:cNvPr id="409" name="Shape 407"/>
          <p:cNvSpPr/>
          <p:nvPr/>
        </p:nvSpPr>
        <p:spPr>
          <a:xfrm>
            <a:off x="7598664" y="4425696"/>
            <a:ext cx="132588" cy="132588"/>
          </a:xfrm>
          <a:prstGeom prst="rect">
            <a:avLst/>
          </a:prstGeom>
          <a:solidFill>
            <a:srgbClr val="22272E"/>
          </a:solidFill>
          <a:ln w="12700">
            <a:solidFill>
              <a:srgbClr val="22272E"/>
            </a:solidFill>
            <a:prstDash val="solid"/>
          </a:ln>
        </p:spPr>
        <p:txBody>
          <a:bodyPr/>
          <a:lstStyle/>
          <a:p>
            <a:endParaRPr lang="en-ZA"/>
          </a:p>
        </p:txBody>
      </p:sp>
      <p:sp>
        <p:nvSpPr>
          <p:cNvPr id="410" name="Shape 408"/>
          <p:cNvSpPr/>
          <p:nvPr/>
        </p:nvSpPr>
        <p:spPr>
          <a:xfrm>
            <a:off x="7744968" y="4425696"/>
            <a:ext cx="132588" cy="132588"/>
          </a:xfrm>
          <a:prstGeom prst="rect">
            <a:avLst/>
          </a:prstGeom>
          <a:solidFill>
            <a:srgbClr val="22272E"/>
          </a:solidFill>
          <a:ln w="12700">
            <a:solidFill>
              <a:srgbClr val="22272E"/>
            </a:solidFill>
            <a:prstDash val="solid"/>
          </a:ln>
        </p:spPr>
        <p:txBody>
          <a:bodyPr/>
          <a:lstStyle/>
          <a:p>
            <a:endParaRPr lang="en-ZA"/>
          </a:p>
        </p:txBody>
      </p:sp>
      <p:sp>
        <p:nvSpPr>
          <p:cNvPr id="411" name="Shape 409"/>
          <p:cNvSpPr/>
          <p:nvPr/>
        </p:nvSpPr>
        <p:spPr>
          <a:xfrm>
            <a:off x="7891272" y="4425696"/>
            <a:ext cx="132588" cy="132588"/>
          </a:xfrm>
          <a:prstGeom prst="rect">
            <a:avLst/>
          </a:prstGeom>
          <a:solidFill>
            <a:srgbClr val="22272E"/>
          </a:solidFill>
          <a:ln w="12700">
            <a:solidFill>
              <a:srgbClr val="22272E"/>
            </a:solidFill>
            <a:prstDash val="solid"/>
          </a:ln>
        </p:spPr>
        <p:txBody>
          <a:bodyPr/>
          <a:lstStyle/>
          <a:p>
            <a:endParaRPr lang="en-ZA"/>
          </a:p>
        </p:txBody>
      </p:sp>
      <p:sp>
        <p:nvSpPr>
          <p:cNvPr id="412" name="Shape 410"/>
          <p:cNvSpPr/>
          <p:nvPr/>
        </p:nvSpPr>
        <p:spPr>
          <a:xfrm>
            <a:off x="8037576" y="4425696"/>
            <a:ext cx="132588" cy="132588"/>
          </a:xfrm>
          <a:prstGeom prst="rect">
            <a:avLst/>
          </a:prstGeom>
          <a:solidFill>
            <a:srgbClr val="22272E"/>
          </a:solidFill>
          <a:ln w="12700">
            <a:solidFill>
              <a:srgbClr val="22272E"/>
            </a:solidFill>
            <a:prstDash val="solid"/>
          </a:ln>
        </p:spPr>
        <p:txBody>
          <a:bodyPr/>
          <a:lstStyle/>
          <a:p>
            <a:endParaRPr lang="en-ZA"/>
          </a:p>
        </p:txBody>
      </p:sp>
      <p:sp>
        <p:nvSpPr>
          <p:cNvPr id="413" name="Shape 411"/>
          <p:cNvSpPr/>
          <p:nvPr/>
        </p:nvSpPr>
        <p:spPr>
          <a:xfrm>
            <a:off x="8183880" y="4425696"/>
            <a:ext cx="132588" cy="132588"/>
          </a:xfrm>
          <a:prstGeom prst="rect">
            <a:avLst/>
          </a:prstGeom>
          <a:solidFill>
            <a:srgbClr val="22272E"/>
          </a:solidFill>
          <a:ln w="12700">
            <a:solidFill>
              <a:srgbClr val="22272E"/>
            </a:solidFill>
            <a:prstDash val="solid"/>
          </a:ln>
        </p:spPr>
        <p:txBody>
          <a:bodyPr/>
          <a:lstStyle/>
          <a:p>
            <a:endParaRPr lang="en-ZA"/>
          </a:p>
        </p:txBody>
      </p:sp>
      <p:sp>
        <p:nvSpPr>
          <p:cNvPr id="414" name="Shape 412"/>
          <p:cNvSpPr/>
          <p:nvPr/>
        </p:nvSpPr>
        <p:spPr>
          <a:xfrm>
            <a:off x="8330184" y="4425696"/>
            <a:ext cx="132588" cy="132588"/>
          </a:xfrm>
          <a:prstGeom prst="rect">
            <a:avLst/>
          </a:prstGeom>
          <a:solidFill>
            <a:srgbClr val="22272E"/>
          </a:solidFill>
          <a:ln w="12700">
            <a:solidFill>
              <a:srgbClr val="22272E"/>
            </a:solidFill>
            <a:prstDash val="solid"/>
          </a:ln>
        </p:spPr>
        <p:txBody>
          <a:bodyPr/>
          <a:lstStyle/>
          <a:p>
            <a:endParaRPr lang="en-ZA"/>
          </a:p>
        </p:txBody>
      </p:sp>
      <p:sp>
        <p:nvSpPr>
          <p:cNvPr id="415" name="Shape 413"/>
          <p:cNvSpPr/>
          <p:nvPr/>
        </p:nvSpPr>
        <p:spPr>
          <a:xfrm>
            <a:off x="8476488" y="4425696"/>
            <a:ext cx="132588" cy="132588"/>
          </a:xfrm>
          <a:prstGeom prst="rect">
            <a:avLst/>
          </a:prstGeom>
          <a:solidFill>
            <a:srgbClr val="22272E"/>
          </a:solidFill>
          <a:ln w="12700">
            <a:solidFill>
              <a:srgbClr val="22272E"/>
            </a:solidFill>
            <a:prstDash val="solid"/>
          </a:ln>
        </p:spPr>
        <p:txBody>
          <a:bodyPr/>
          <a:lstStyle/>
          <a:p>
            <a:endParaRPr lang="en-ZA"/>
          </a:p>
        </p:txBody>
      </p:sp>
      <p:sp>
        <p:nvSpPr>
          <p:cNvPr id="416" name="Shape 414"/>
          <p:cNvSpPr/>
          <p:nvPr/>
        </p:nvSpPr>
        <p:spPr>
          <a:xfrm>
            <a:off x="8622792" y="4425696"/>
            <a:ext cx="132588" cy="132588"/>
          </a:xfrm>
          <a:prstGeom prst="rect">
            <a:avLst/>
          </a:prstGeom>
          <a:solidFill>
            <a:srgbClr val="22272E"/>
          </a:solidFill>
          <a:ln w="12700">
            <a:solidFill>
              <a:srgbClr val="22272E"/>
            </a:solidFill>
            <a:prstDash val="solid"/>
          </a:ln>
        </p:spPr>
        <p:txBody>
          <a:bodyPr/>
          <a:lstStyle/>
          <a:p>
            <a:endParaRPr lang="en-ZA"/>
          </a:p>
        </p:txBody>
      </p:sp>
      <p:sp>
        <p:nvSpPr>
          <p:cNvPr id="417" name="Shape 415"/>
          <p:cNvSpPr/>
          <p:nvPr/>
        </p:nvSpPr>
        <p:spPr>
          <a:xfrm>
            <a:off x="8769096" y="4425696"/>
            <a:ext cx="132588" cy="132588"/>
          </a:xfrm>
          <a:prstGeom prst="rect">
            <a:avLst/>
          </a:prstGeom>
          <a:solidFill>
            <a:srgbClr val="22272E"/>
          </a:solidFill>
          <a:ln w="12700">
            <a:solidFill>
              <a:srgbClr val="22272E"/>
            </a:solidFill>
            <a:prstDash val="solid"/>
          </a:ln>
        </p:spPr>
        <p:txBody>
          <a:bodyPr/>
          <a:lstStyle/>
          <a:p>
            <a:endParaRPr lang="en-ZA"/>
          </a:p>
        </p:txBody>
      </p:sp>
      <p:sp>
        <p:nvSpPr>
          <p:cNvPr id="418" name="Shape 416"/>
          <p:cNvSpPr/>
          <p:nvPr/>
        </p:nvSpPr>
        <p:spPr>
          <a:xfrm>
            <a:off x="8915400" y="4425696"/>
            <a:ext cx="132588" cy="132588"/>
          </a:xfrm>
          <a:prstGeom prst="rect">
            <a:avLst/>
          </a:prstGeom>
          <a:solidFill>
            <a:srgbClr val="22272E"/>
          </a:solidFill>
          <a:ln w="12700">
            <a:solidFill>
              <a:srgbClr val="22272E"/>
            </a:solidFill>
            <a:prstDash val="solid"/>
          </a:ln>
        </p:spPr>
        <p:txBody>
          <a:bodyPr/>
          <a:lstStyle/>
          <a:p>
            <a:endParaRPr lang="en-ZA"/>
          </a:p>
        </p:txBody>
      </p:sp>
      <p:sp>
        <p:nvSpPr>
          <p:cNvPr id="419" name="Shape 417"/>
          <p:cNvSpPr/>
          <p:nvPr/>
        </p:nvSpPr>
        <p:spPr>
          <a:xfrm>
            <a:off x="9061704" y="4425696"/>
            <a:ext cx="132588" cy="132588"/>
          </a:xfrm>
          <a:prstGeom prst="rect">
            <a:avLst/>
          </a:prstGeom>
          <a:solidFill>
            <a:srgbClr val="22272E"/>
          </a:solidFill>
          <a:ln w="12700">
            <a:solidFill>
              <a:srgbClr val="22272E"/>
            </a:solidFill>
            <a:prstDash val="solid"/>
          </a:ln>
        </p:spPr>
        <p:txBody>
          <a:bodyPr/>
          <a:lstStyle/>
          <a:p>
            <a:endParaRPr lang="en-ZA"/>
          </a:p>
        </p:txBody>
      </p:sp>
      <p:sp>
        <p:nvSpPr>
          <p:cNvPr id="420" name="Shape 418"/>
          <p:cNvSpPr/>
          <p:nvPr/>
        </p:nvSpPr>
        <p:spPr>
          <a:xfrm>
            <a:off x="9208008" y="4425696"/>
            <a:ext cx="132588" cy="132588"/>
          </a:xfrm>
          <a:prstGeom prst="rect">
            <a:avLst/>
          </a:prstGeom>
          <a:solidFill>
            <a:srgbClr val="22272E"/>
          </a:solidFill>
          <a:ln w="12700">
            <a:solidFill>
              <a:srgbClr val="22272E"/>
            </a:solidFill>
            <a:prstDash val="solid"/>
          </a:ln>
        </p:spPr>
        <p:txBody>
          <a:bodyPr/>
          <a:lstStyle/>
          <a:p>
            <a:endParaRPr lang="en-ZA"/>
          </a:p>
        </p:txBody>
      </p:sp>
      <p:sp>
        <p:nvSpPr>
          <p:cNvPr id="421" name="Shape 419"/>
          <p:cNvSpPr/>
          <p:nvPr/>
        </p:nvSpPr>
        <p:spPr>
          <a:xfrm>
            <a:off x="9354312" y="4425696"/>
            <a:ext cx="132588" cy="132588"/>
          </a:xfrm>
          <a:prstGeom prst="rect">
            <a:avLst/>
          </a:prstGeom>
          <a:solidFill>
            <a:srgbClr val="22272E"/>
          </a:solidFill>
          <a:ln w="12700">
            <a:solidFill>
              <a:srgbClr val="22272E"/>
            </a:solidFill>
            <a:prstDash val="solid"/>
          </a:ln>
        </p:spPr>
        <p:txBody>
          <a:bodyPr/>
          <a:lstStyle/>
          <a:p>
            <a:endParaRPr lang="en-ZA"/>
          </a:p>
        </p:txBody>
      </p:sp>
      <p:sp>
        <p:nvSpPr>
          <p:cNvPr id="422" name="Shape 420"/>
          <p:cNvSpPr/>
          <p:nvPr/>
        </p:nvSpPr>
        <p:spPr>
          <a:xfrm>
            <a:off x="9500616" y="4425696"/>
            <a:ext cx="132588" cy="132588"/>
          </a:xfrm>
          <a:prstGeom prst="rect">
            <a:avLst/>
          </a:prstGeom>
          <a:solidFill>
            <a:srgbClr val="22272E"/>
          </a:solidFill>
          <a:ln w="12700">
            <a:solidFill>
              <a:srgbClr val="22272E"/>
            </a:solidFill>
            <a:prstDash val="solid"/>
          </a:ln>
        </p:spPr>
        <p:txBody>
          <a:bodyPr/>
          <a:lstStyle/>
          <a:p>
            <a:endParaRPr lang="en-ZA"/>
          </a:p>
        </p:txBody>
      </p:sp>
      <p:sp>
        <p:nvSpPr>
          <p:cNvPr id="423" name="Text 421"/>
          <p:cNvSpPr/>
          <p:nvPr/>
        </p:nvSpPr>
        <p:spPr>
          <a:xfrm>
            <a:off x="6720840" y="4809744"/>
            <a:ext cx="731520" cy="182880"/>
          </a:xfrm>
          <a:prstGeom prst="rect">
            <a:avLst/>
          </a:prstGeom>
          <a:noFill/>
          <a:ln/>
        </p:spPr>
        <p:txBody>
          <a:bodyPr wrap="square" lIns="0" tIns="0" rIns="0" bIns="0" rtlCol="0" anchor="ctr"/>
          <a:lstStyle/>
          <a:p>
            <a:pPr marL="0" indent="0">
              <a:buNone/>
            </a:pPr>
            <a:r>
              <a:rPr lang="en-US" sz="800" b="1" dirty="0">
                <a:solidFill>
                  <a:srgbClr val="FF2D55"/>
                </a:solidFill>
              </a:rPr>
              <a:t>Start</a:t>
            </a:r>
            <a:endParaRPr lang="en-US" sz="800" dirty="0"/>
          </a:p>
        </p:txBody>
      </p:sp>
      <p:sp>
        <p:nvSpPr>
          <p:cNvPr id="424" name="Text 422"/>
          <p:cNvSpPr/>
          <p:nvPr/>
        </p:nvSpPr>
        <p:spPr>
          <a:xfrm>
            <a:off x="9235440" y="4809744"/>
            <a:ext cx="731520" cy="182880"/>
          </a:xfrm>
          <a:prstGeom prst="rect">
            <a:avLst/>
          </a:prstGeom>
          <a:noFill/>
          <a:ln/>
        </p:spPr>
        <p:txBody>
          <a:bodyPr wrap="square" lIns="0" tIns="0" rIns="0" bIns="0" rtlCol="0" anchor="ctr"/>
          <a:lstStyle/>
          <a:p>
            <a:pPr marL="0" indent="0">
              <a:buNone/>
            </a:pPr>
            <a:r>
              <a:rPr lang="en-US" sz="800" b="1" dirty="0">
                <a:solidFill>
                  <a:srgbClr val="F97316"/>
                </a:solidFill>
              </a:rPr>
              <a:t>End</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02920" y="310896"/>
            <a:ext cx="4937760" cy="219456"/>
          </a:xfrm>
          <a:prstGeom prst="rect">
            <a:avLst/>
          </a:prstGeom>
          <a:noFill/>
          <a:ln/>
        </p:spPr>
        <p:txBody>
          <a:bodyPr wrap="square" rtlCol="0" anchor="ctr"/>
          <a:lstStyle/>
          <a:p>
            <a:pPr marL="0" indent="0">
              <a:buNone/>
            </a:pPr>
            <a:r>
              <a:rPr lang="en-US" sz="900" b="1" dirty="0">
                <a:solidFill>
                  <a:srgbClr val="3FB950"/>
                </a:solidFill>
                <a:latin typeface="Aptos" pitchFamily="34" charset="0"/>
                <a:ea typeface="Aptos" pitchFamily="34" charset="-122"/>
                <a:cs typeface="Aptos" pitchFamily="34" charset="-120"/>
              </a:rPr>
              <a:t>IMPLEMENTATION</a:t>
            </a:r>
            <a:endParaRPr lang="en-US" sz="900" dirty="0"/>
          </a:p>
        </p:txBody>
      </p:sp>
      <p:sp>
        <p:nvSpPr>
          <p:cNvPr id="3" name="Text 1"/>
          <p:cNvSpPr/>
          <p:nvPr/>
        </p:nvSpPr>
        <p:spPr>
          <a:xfrm>
            <a:off x="502920" y="566928"/>
            <a:ext cx="10698480" cy="530352"/>
          </a:xfrm>
          <a:prstGeom prst="rect">
            <a:avLst/>
          </a:prstGeom>
          <a:noFill/>
          <a:ln/>
        </p:spPr>
        <p:txBody>
          <a:bodyPr wrap="square" lIns="0" tIns="0" rIns="0" bIns="0" rtlCol="0" anchor="ctr">
            <a:normAutofit/>
          </a:bodyPr>
          <a:lstStyle/>
          <a:p>
            <a:pPr marL="0" indent="0">
              <a:buNone/>
            </a:pPr>
            <a:r>
              <a:rPr lang="en-US" sz="2500" b="1" dirty="0">
                <a:solidFill>
                  <a:srgbClr val="E6EDF3"/>
                </a:solidFill>
                <a:latin typeface="Aptos Display" pitchFamily="34" charset="0"/>
                <a:ea typeface="Aptos Display" pitchFamily="34" charset="-122"/>
                <a:cs typeface="Aptos Display" pitchFamily="34" charset="-120"/>
              </a:rPr>
              <a:t>Code decisions worth noting</a:t>
            </a:r>
            <a:endParaRPr lang="en-US" sz="2500" dirty="0"/>
          </a:p>
        </p:txBody>
      </p:sp>
      <p:sp>
        <p:nvSpPr>
          <p:cNvPr id="4" name="Shape 2"/>
          <p:cNvSpPr/>
          <p:nvPr/>
        </p:nvSpPr>
        <p:spPr>
          <a:xfrm>
            <a:off x="502920" y="1143000"/>
            <a:ext cx="1234440" cy="0"/>
          </a:xfrm>
          <a:prstGeom prst="line">
            <a:avLst/>
          </a:prstGeom>
          <a:noFill/>
          <a:ln w="27940">
            <a:solidFill>
              <a:srgbClr val="3FB950"/>
            </a:solidFill>
            <a:prstDash val="solid"/>
          </a:ln>
        </p:spPr>
        <p:txBody>
          <a:bodyPr/>
          <a:lstStyle/>
          <a:p>
            <a:endParaRPr lang="en-ZA"/>
          </a:p>
        </p:txBody>
      </p:sp>
      <p:sp>
        <p:nvSpPr>
          <p:cNvPr id="5" name="Shape 3"/>
          <p:cNvSpPr/>
          <p:nvPr/>
        </p:nvSpPr>
        <p:spPr>
          <a:xfrm>
            <a:off x="685800" y="1417320"/>
            <a:ext cx="5257800" cy="1600200"/>
          </a:xfrm>
          <a:prstGeom prst="roundRect">
            <a:avLst>
              <a:gd name="adj" fmla="val 3429"/>
            </a:avLst>
          </a:prstGeom>
          <a:solidFill>
            <a:srgbClr val="0B1220"/>
          </a:solidFill>
          <a:ln w="12700">
            <a:solidFill>
              <a:srgbClr val="30363D"/>
            </a:solidFill>
            <a:prstDash val="solid"/>
          </a:ln>
        </p:spPr>
        <p:txBody>
          <a:bodyPr/>
          <a:lstStyle/>
          <a:p>
            <a:endParaRPr lang="en-ZA"/>
          </a:p>
        </p:txBody>
      </p:sp>
      <p:sp>
        <p:nvSpPr>
          <p:cNvPr id="6" name="Text 4"/>
          <p:cNvSpPr/>
          <p:nvPr/>
        </p:nvSpPr>
        <p:spPr>
          <a:xfrm>
            <a:off x="850392" y="1545336"/>
            <a:ext cx="4928616" cy="219456"/>
          </a:xfrm>
          <a:prstGeom prst="rect">
            <a:avLst/>
          </a:prstGeom>
          <a:noFill/>
          <a:ln/>
        </p:spPr>
        <p:txBody>
          <a:bodyPr wrap="square" lIns="0" tIns="0" rIns="0" bIns="0" rtlCol="0" anchor="ctr">
            <a:normAutofit/>
          </a:bodyPr>
          <a:lstStyle/>
          <a:p>
            <a:pPr marL="0" indent="0">
              <a:buNone/>
            </a:pPr>
            <a:r>
              <a:rPr lang="en-US" sz="850" b="1" dirty="0">
                <a:solidFill>
                  <a:srgbClr val="38BDF8"/>
                </a:solidFill>
                <a:latin typeface="Aptos" pitchFamily="34" charset="0"/>
                <a:ea typeface="Aptos" pitchFamily="34" charset="-122"/>
                <a:cs typeface="Aptos" pitchFamily="34" charset="-120"/>
              </a:rPr>
              <a:t>MEMORY-SAFE LOADING</a:t>
            </a:r>
            <a:endParaRPr lang="en-US" sz="850" dirty="0"/>
          </a:p>
        </p:txBody>
      </p:sp>
      <p:sp>
        <p:nvSpPr>
          <p:cNvPr id="7" name="Text 5"/>
          <p:cNvSpPr/>
          <p:nvPr/>
        </p:nvSpPr>
        <p:spPr>
          <a:xfrm>
            <a:off x="868680" y="1828800"/>
            <a:ext cx="4910328" cy="1069848"/>
          </a:xfrm>
          <a:prstGeom prst="rect">
            <a:avLst/>
          </a:prstGeom>
          <a:noFill/>
          <a:ln/>
        </p:spPr>
        <p:txBody>
          <a:bodyPr wrap="square" lIns="0" tIns="0" rIns="0" bIns="0" rtlCol="0" anchor="t">
            <a:normAutofit/>
          </a:bodyPr>
          <a:lstStyle/>
          <a:p>
            <a:pPr marL="0" indent="0">
              <a:buNone/>
            </a:pPr>
            <a:r>
              <a:rPr lang="en-US" sz="860" dirty="0">
                <a:solidFill>
                  <a:srgbClr val="DDEBFF"/>
                </a:solidFill>
                <a:latin typeface="Consolas" pitchFamily="34" charset="0"/>
                <a:ea typeface="Consolas" pitchFamily="34" charset="-122"/>
                <a:cs typeface="Consolas" pitchFamily="34" charset="-120"/>
              </a:rPr>
              <a:t>private static final int MAX_IMAGE_SIDE = 2200;</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private static final int MAX_GRID_CELLS = 120_000;</a:t>
            </a:r>
            <a:endParaRPr lang="en-US" sz="860" dirty="0"/>
          </a:p>
          <a:p>
            <a:pPr marL="0" indent="0">
              <a:buNone/>
            </a:pP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image = resizeForProcessing(image);</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int effectiveBlockSize = chooseEffectiveBlockSize(image);</a:t>
            </a:r>
            <a:endParaRPr lang="en-US" sz="860" dirty="0"/>
          </a:p>
        </p:txBody>
      </p:sp>
      <p:sp>
        <p:nvSpPr>
          <p:cNvPr id="8" name="Shape 6"/>
          <p:cNvSpPr/>
          <p:nvPr/>
        </p:nvSpPr>
        <p:spPr>
          <a:xfrm>
            <a:off x="6263640" y="1417320"/>
            <a:ext cx="4663440" cy="1600200"/>
          </a:xfrm>
          <a:prstGeom prst="roundRect">
            <a:avLst>
              <a:gd name="adj" fmla="val 3429"/>
            </a:avLst>
          </a:prstGeom>
          <a:solidFill>
            <a:srgbClr val="0B1220"/>
          </a:solidFill>
          <a:ln w="12700">
            <a:solidFill>
              <a:srgbClr val="30363D"/>
            </a:solidFill>
            <a:prstDash val="solid"/>
          </a:ln>
        </p:spPr>
        <p:txBody>
          <a:bodyPr/>
          <a:lstStyle/>
          <a:p>
            <a:endParaRPr lang="en-ZA"/>
          </a:p>
        </p:txBody>
      </p:sp>
      <p:sp>
        <p:nvSpPr>
          <p:cNvPr id="9" name="Text 7"/>
          <p:cNvSpPr/>
          <p:nvPr/>
        </p:nvSpPr>
        <p:spPr>
          <a:xfrm>
            <a:off x="6428232" y="1545336"/>
            <a:ext cx="4334256" cy="219456"/>
          </a:xfrm>
          <a:prstGeom prst="rect">
            <a:avLst/>
          </a:prstGeom>
          <a:noFill/>
          <a:ln/>
        </p:spPr>
        <p:txBody>
          <a:bodyPr wrap="square" lIns="0" tIns="0" rIns="0" bIns="0" rtlCol="0" anchor="ctr">
            <a:normAutofit/>
          </a:bodyPr>
          <a:lstStyle/>
          <a:p>
            <a:pPr marL="0" indent="0">
              <a:buNone/>
            </a:pPr>
            <a:r>
              <a:rPr lang="en-US" sz="850" b="1" dirty="0">
                <a:solidFill>
                  <a:srgbClr val="38BDF8"/>
                </a:solidFill>
                <a:latin typeface="Aptos" pitchFamily="34" charset="0"/>
                <a:ea typeface="Aptos" pitchFamily="34" charset="-122"/>
                <a:cs typeface="Aptos" pitchFamily="34" charset="-120"/>
              </a:rPr>
              <a:t>DEMO OVERLAY FIX</a:t>
            </a:r>
            <a:endParaRPr lang="en-US" sz="850" dirty="0"/>
          </a:p>
        </p:txBody>
      </p:sp>
      <p:sp>
        <p:nvSpPr>
          <p:cNvPr id="10" name="Text 8"/>
          <p:cNvSpPr/>
          <p:nvPr/>
        </p:nvSpPr>
        <p:spPr>
          <a:xfrm>
            <a:off x="6446520" y="1828800"/>
            <a:ext cx="4315968" cy="1069848"/>
          </a:xfrm>
          <a:prstGeom prst="rect">
            <a:avLst/>
          </a:prstGeom>
          <a:noFill/>
          <a:ln/>
        </p:spPr>
        <p:txBody>
          <a:bodyPr wrap="square" lIns="0" tIns="0" rIns="0" bIns="0" rtlCol="0" anchor="t">
            <a:normAutofit/>
          </a:bodyPr>
          <a:lstStyle/>
          <a:p>
            <a:pPr marL="0" indent="0">
              <a:buNone/>
            </a:pPr>
            <a:r>
              <a:rPr lang="en-US" sz="860" dirty="0">
                <a:solidFill>
                  <a:srgbClr val="DDEBFF"/>
                </a:solidFill>
                <a:latin typeface="Consolas" pitchFamily="34" charset="0"/>
                <a:ea typeface="Consolas" pitchFamily="34" charset="-122"/>
                <a:cs typeface="Consolas" pitchFamily="34" charset="-120"/>
              </a:rPr>
              <a:t>if (showHazards || !imageReady) {</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renderTerrain(gc, cw, ch);</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a:t>
            </a:r>
            <a:endParaRPr lang="en-US" sz="860" dirty="0"/>
          </a:p>
          <a:p>
            <a:pPr marL="0" indent="0">
              <a:buNone/>
            </a:pP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Demo maps have no base image, so the graph still renders.</a:t>
            </a:r>
            <a:endParaRPr lang="en-US" sz="860" dirty="0"/>
          </a:p>
        </p:txBody>
      </p:sp>
      <p:sp>
        <p:nvSpPr>
          <p:cNvPr id="11" name="Shape 9"/>
          <p:cNvSpPr/>
          <p:nvPr/>
        </p:nvSpPr>
        <p:spPr>
          <a:xfrm>
            <a:off x="685800" y="3703320"/>
            <a:ext cx="5257800" cy="1600200"/>
          </a:xfrm>
          <a:prstGeom prst="roundRect">
            <a:avLst>
              <a:gd name="adj" fmla="val 3429"/>
            </a:avLst>
          </a:prstGeom>
          <a:solidFill>
            <a:srgbClr val="0B1220"/>
          </a:solidFill>
          <a:ln w="12700">
            <a:solidFill>
              <a:srgbClr val="30363D"/>
            </a:solidFill>
            <a:prstDash val="solid"/>
          </a:ln>
        </p:spPr>
        <p:txBody>
          <a:bodyPr/>
          <a:lstStyle/>
          <a:p>
            <a:endParaRPr lang="en-ZA"/>
          </a:p>
        </p:txBody>
      </p:sp>
      <p:sp>
        <p:nvSpPr>
          <p:cNvPr id="12" name="Text 10"/>
          <p:cNvSpPr/>
          <p:nvPr/>
        </p:nvSpPr>
        <p:spPr>
          <a:xfrm>
            <a:off x="850392" y="3831336"/>
            <a:ext cx="4928616" cy="219456"/>
          </a:xfrm>
          <a:prstGeom prst="rect">
            <a:avLst/>
          </a:prstGeom>
          <a:noFill/>
          <a:ln/>
        </p:spPr>
        <p:txBody>
          <a:bodyPr wrap="square" lIns="0" tIns="0" rIns="0" bIns="0" rtlCol="0" anchor="ctr">
            <a:normAutofit/>
          </a:bodyPr>
          <a:lstStyle/>
          <a:p>
            <a:pPr marL="0" indent="0">
              <a:buNone/>
            </a:pPr>
            <a:r>
              <a:rPr lang="en-US" sz="850" b="1" dirty="0">
                <a:solidFill>
                  <a:srgbClr val="38BDF8"/>
                </a:solidFill>
                <a:latin typeface="Aptos" pitchFamily="34" charset="0"/>
                <a:ea typeface="Aptos" pitchFamily="34" charset="-122"/>
                <a:cs typeface="Aptos" pitchFamily="34" charset="-120"/>
              </a:rPr>
              <a:t>CLEAN TRAINING EXIT</a:t>
            </a:r>
            <a:endParaRPr lang="en-US" sz="850" dirty="0"/>
          </a:p>
        </p:txBody>
      </p:sp>
      <p:sp>
        <p:nvSpPr>
          <p:cNvPr id="13" name="Text 11"/>
          <p:cNvSpPr/>
          <p:nvPr/>
        </p:nvSpPr>
        <p:spPr>
          <a:xfrm>
            <a:off x="868680" y="4114800"/>
            <a:ext cx="4910328" cy="1069848"/>
          </a:xfrm>
          <a:prstGeom prst="rect">
            <a:avLst/>
          </a:prstGeom>
          <a:noFill/>
          <a:ln/>
        </p:spPr>
        <p:txBody>
          <a:bodyPr wrap="square" lIns="0" tIns="0" rIns="0" bIns="0" rtlCol="0" anchor="t">
            <a:normAutofit/>
          </a:bodyPr>
          <a:lstStyle/>
          <a:p>
            <a:pPr marL="0" indent="0">
              <a:buNone/>
            </a:pPr>
            <a:r>
              <a:rPr lang="en-US" sz="860" dirty="0">
                <a:solidFill>
                  <a:srgbClr val="DDEBFF"/>
                </a:solidFill>
                <a:latin typeface="Consolas" pitchFamily="34" charset="0"/>
                <a:ea typeface="Consolas" pitchFamily="34" charset="-122"/>
                <a:cs typeface="Consolas" pitchFamily="34" charset="-120"/>
              </a:rPr>
              <a:t>close.setOnAction(e -&gt; {</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exitTrainingMode();</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dlg.close();</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a:t>
            </a:r>
            <a:endParaRPr lang="en-US" sz="860" dirty="0"/>
          </a:p>
          <a:p>
            <a:pPr marL="0" indent="0">
              <a:buNone/>
            </a:pP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dlg.setOnHidden(e -&gt; exitTrainingMode());</a:t>
            </a:r>
            <a:endParaRPr lang="en-US" sz="860" dirty="0"/>
          </a:p>
        </p:txBody>
      </p:sp>
      <p:sp>
        <p:nvSpPr>
          <p:cNvPr id="14" name="Text 12"/>
          <p:cNvSpPr/>
          <p:nvPr/>
        </p:nvSpPr>
        <p:spPr>
          <a:xfrm>
            <a:off x="6355080" y="3858768"/>
            <a:ext cx="4480560" cy="1005840"/>
          </a:xfrm>
          <a:prstGeom prst="rect">
            <a:avLst/>
          </a:prstGeom>
          <a:noFill/>
          <a:ln/>
        </p:spPr>
        <p:txBody>
          <a:bodyPr wrap="square" lIns="254" tIns="254" rIns="254" bIns="254" rtlCol="0" anchor="ctr">
            <a:normAutofit lnSpcReduction="10000"/>
          </a:bodyPr>
          <a:lstStyle/>
          <a:p>
            <a:pPr marL="0" indent="0">
              <a:buNone/>
            </a:pPr>
            <a:r>
              <a:rPr lang="en-US" sz="1700" dirty="0">
                <a:solidFill>
                  <a:srgbClr val="E6EDF3"/>
                </a:solidFill>
                <a:latin typeface="Aptos" pitchFamily="34" charset="0"/>
                <a:ea typeface="Aptos" pitchFamily="34" charset="-122"/>
                <a:cs typeface="Aptos" pitchFamily="34" charset="-120"/>
              </a:rPr>
              <a:t>These fixes keep the app stable during large image loads, make demo rendering consistent, and ensure training mode does not block route selection afterwards.</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02920" y="310896"/>
            <a:ext cx="4937760" cy="219456"/>
          </a:xfrm>
          <a:prstGeom prst="rect">
            <a:avLst/>
          </a:prstGeom>
          <a:noFill/>
          <a:ln/>
        </p:spPr>
        <p:txBody>
          <a:bodyPr wrap="square" rtlCol="0" anchor="ctr"/>
          <a:lstStyle/>
          <a:p>
            <a:pPr marL="0" indent="0">
              <a:buNone/>
            </a:pPr>
            <a:r>
              <a:rPr lang="en-US" sz="900" b="1" dirty="0">
                <a:solidFill>
                  <a:srgbClr val="3FB950"/>
                </a:solidFill>
                <a:latin typeface="Aptos" pitchFamily="34" charset="0"/>
                <a:ea typeface="Aptos" pitchFamily="34" charset="-122"/>
                <a:cs typeface="Aptos" pitchFamily="34" charset="-120"/>
              </a:rPr>
              <a:t>HOW TO USE</a:t>
            </a:r>
            <a:endParaRPr lang="en-US" sz="900" dirty="0"/>
          </a:p>
        </p:txBody>
      </p:sp>
      <p:sp>
        <p:nvSpPr>
          <p:cNvPr id="3" name="Text 1"/>
          <p:cNvSpPr/>
          <p:nvPr/>
        </p:nvSpPr>
        <p:spPr>
          <a:xfrm>
            <a:off x="502920" y="566928"/>
            <a:ext cx="10698480" cy="530352"/>
          </a:xfrm>
          <a:prstGeom prst="rect">
            <a:avLst/>
          </a:prstGeom>
          <a:noFill/>
          <a:ln/>
        </p:spPr>
        <p:txBody>
          <a:bodyPr wrap="square" lIns="0" tIns="0" rIns="0" bIns="0" rtlCol="0" anchor="ctr">
            <a:normAutofit/>
          </a:bodyPr>
          <a:lstStyle/>
          <a:p>
            <a:pPr marL="0" indent="0">
              <a:buNone/>
            </a:pPr>
            <a:r>
              <a:rPr lang="en-US" sz="2500" b="1" dirty="0">
                <a:solidFill>
                  <a:srgbClr val="E6EDF3"/>
                </a:solidFill>
                <a:latin typeface="Aptos Display" pitchFamily="34" charset="0"/>
                <a:ea typeface="Aptos Display" pitchFamily="34" charset="-122"/>
                <a:cs typeface="Aptos Display" pitchFamily="34" charset="-120"/>
              </a:rPr>
              <a:t>Running and submission notes</a:t>
            </a:r>
            <a:endParaRPr lang="en-US" sz="2500" dirty="0"/>
          </a:p>
        </p:txBody>
      </p:sp>
      <p:sp>
        <p:nvSpPr>
          <p:cNvPr id="4" name="Shape 2"/>
          <p:cNvSpPr/>
          <p:nvPr/>
        </p:nvSpPr>
        <p:spPr>
          <a:xfrm>
            <a:off x="502920" y="1143000"/>
            <a:ext cx="1234440" cy="0"/>
          </a:xfrm>
          <a:prstGeom prst="line">
            <a:avLst/>
          </a:prstGeom>
          <a:noFill/>
          <a:ln w="27940">
            <a:solidFill>
              <a:srgbClr val="3FB950"/>
            </a:solidFill>
            <a:prstDash val="solid"/>
          </a:ln>
        </p:spPr>
        <p:txBody>
          <a:bodyPr/>
          <a:lstStyle/>
          <a:p>
            <a:endParaRPr lang="en-ZA"/>
          </a:p>
        </p:txBody>
      </p:sp>
      <p:sp>
        <p:nvSpPr>
          <p:cNvPr id="5" name="Shape 3"/>
          <p:cNvSpPr/>
          <p:nvPr/>
        </p:nvSpPr>
        <p:spPr>
          <a:xfrm>
            <a:off x="685800" y="1389888"/>
            <a:ext cx="6400800" cy="1965960"/>
          </a:xfrm>
          <a:prstGeom prst="roundRect">
            <a:avLst>
              <a:gd name="adj" fmla="val 2791"/>
            </a:avLst>
          </a:prstGeom>
          <a:solidFill>
            <a:srgbClr val="0B1220"/>
          </a:solidFill>
          <a:ln w="12700">
            <a:solidFill>
              <a:srgbClr val="30363D"/>
            </a:solidFill>
            <a:prstDash val="solid"/>
          </a:ln>
        </p:spPr>
        <p:txBody>
          <a:bodyPr/>
          <a:lstStyle/>
          <a:p>
            <a:endParaRPr lang="en-ZA"/>
          </a:p>
        </p:txBody>
      </p:sp>
      <p:sp>
        <p:nvSpPr>
          <p:cNvPr id="6" name="Text 4"/>
          <p:cNvSpPr/>
          <p:nvPr/>
        </p:nvSpPr>
        <p:spPr>
          <a:xfrm>
            <a:off x="850392" y="1517904"/>
            <a:ext cx="6071616" cy="219456"/>
          </a:xfrm>
          <a:prstGeom prst="rect">
            <a:avLst/>
          </a:prstGeom>
          <a:noFill/>
          <a:ln/>
        </p:spPr>
        <p:txBody>
          <a:bodyPr wrap="square" lIns="0" tIns="0" rIns="0" bIns="0" rtlCol="0" anchor="ctr">
            <a:normAutofit/>
          </a:bodyPr>
          <a:lstStyle/>
          <a:p>
            <a:pPr marL="0" indent="0">
              <a:buNone/>
            </a:pPr>
            <a:r>
              <a:rPr lang="en-US" sz="850" b="1" dirty="0">
                <a:solidFill>
                  <a:srgbClr val="38BDF8"/>
                </a:solidFill>
                <a:latin typeface="Aptos" pitchFamily="34" charset="0"/>
                <a:ea typeface="Aptos" pitchFamily="34" charset="-122"/>
                <a:cs typeface="Aptos" pitchFamily="34" charset="-120"/>
              </a:rPr>
              <a:t>COMPILE AND RUN</a:t>
            </a:r>
            <a:endParaRPr lang="en-US" sz="850" dirty="0"/>
          </a:p>
        </p:txBody>
      </p:sp>
      <p:sp>
        <p:nvSpPr>
          <p:cNvPr id="7" name="Text 5"/>
          <p:cNvSpPr/>
          <p:nvPr/>
        </p:nvSpPr>
        <p:spPr>
          <a:xfrm>
            <a:off x="868680" y="1801368"/>
            <a:ext cx="6053328" cy="1435608"/>
          </a:xfrm>
          <a:prstGeom prst="rect">
            <a:avLst/>
          </a:prstGeom>
          <a:noFill/>
          <a:ln/>
        </p:spPr>
        <p:txBody>
          <a:bodyPr wrap="square" lIns="0" tIns="0" rIns="0" bIns="0" rtlCol="0" anchor="t">
            <a:normAutofit/>
          </a:bodyPr>
          <a:lstStyle/>
          <a:p>
            <a:pPr marL="0" indent="0">
              <a:buNone/>
            </a:pPr>
            <a:r>
              <a:rPr lang="en-US" sz="860" dirty="0">
                <a:solidFill>
                  <a:srgbClr val="DDEBFF"/>
                </a:solidFill>
                <a:latin typeface="Consolas" pitchFamily="34" charset="0"/>
                <a:ea typeface="Consolas" pitchFamily="34" charset="-122"/>
                <a:cs typeface="Consolas" pitchFamily="34" charset="-120"/>
              </a:rPr>
              <a:t>javac --module-path "C:\javafx-sdk-21\lib" \</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--add-modules javafx.controls,javafx.graphics,javafx.fxml \</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-cp ".\dist\weka.jar" -d .\out $sources</a:t>
            </a:r>
            <a:endParaRPr lang="en-US" sz="860" dirty="0"/>
          </a:p>
          <a:p>
            <a:pPr marL="0" indent="0">
              <a:buNone/>
            </a:pP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java --module-path "C:\javafx-sdk-21\lib" \</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--add-modules javafx.controls,javafx.graphics,javafx.fxml \</a:t>
            </a:r>
            <a:endParaRPr lang="en-US" sz="860" dirty="0"/>
          </a:p>
          <a:p>
            <a:pPr marL="0" indent="0">
              <a:buNone/>
            </a:pPr>
            <a:r>
              <a:rPr lang="en-US" sz="860" dirty="0">
                <a:solidFill>
                  <a:srgbClr val="DDEBFF"/>
                </a:solidFill>
                <a:latin typeface="Consolas" pitchFamily="34" charset="0"/>
                <a:ea typeface="Consolas" pitchFamily="34" charset="-122"/>
                <a:cs typeface="Consolas" pitchFamily="34" charset="-120"/>
              </a:rPr>
              <a:t>  -cp ".\out;.\dist\weka.jar" user_interface.Main</a:t>
            </a:r>
            <a:endParaRPr lang="en-US" sz="860" dirty="0"/>
          </a:p>
        </p:txBody>
      </p:sp>
      <p:sp>
        <p:nvSpPr>
          <p:cNvPr id="8" name="Shape 6"/>
          <p:cNvSpPr/>
          <p:nvPr/>
        </p:nvSpPr>
        <p:spPr>
          <a:xfrm>
            <a:off x="7406640" y="1389888"/>
            <a:ext cx="3246120" cy="1024128"/>
          </a:xfrm>
          <a:prstGeom prst="roundRect">
            <a:avLst>
              <a:gd name="adj" fmla="val 7143"/>
            </a:avLst>
          </a:prstGeom>
          <a:solidFill>
            <a:srgbClr val="1C2230"/>
          </a:solidFill>
          <a:ln w="12700">
            <a:solidFill>
              <a:srgbClr val="30363D"/>
            </a:solidFill>
            <a:prstDash val="solid"/>
          </a:ln>
        </p:spPr>
        <p:txBody>
          <a:bodyPr/>
          <a:lstStyle/>
          <a:p>
            <a:endParaRPr lang="en-ZA"/>
          </a:p>
        </p:txBody>
      </p:sp>
      <p:sp>
        <p:nvSpPr>
          <p:cNvPr id="9" name="Shape 7"/>
          <p:cNvSpPr/>
          <p:nvPr/>
        </p:nvSpPr>
        <p:spPr>
          <a:xfrm>
            <a:off x="7406640" y="1389888"/>
            <a:ext cx="64008" cy="1024128"/>
          </a:xfrm>
          <a:prstGeom prst="rect">
            <a:avLst/>
          </a:prstGeom>
          <a:solidFill>
            <a:srgbClr val="FACC15"/>
          </a:solidFill>
          <a:ln w="12700">
            <a:solidFill>
              <a:srgbClr val="FACC15"/>
            </a:solidFill>
            <a:prstDash val="solid"/>
          </a:ln>
        </p:spPr>
        <p:txBody>
          <a:bodyPr/>
          <a:lstStyle/>
          <a:p>
            <a:endParaRPr lang="en-ZA"/>
          </a:p>
        </p:txBody>
      </p:sp>
      <p:sp>
        <p:nvSpPr>
          <p:cNvPr id="10" name="Text 8"/>
          <p:cNvSpPr/>
          <p:nvPr/>
        </p:nvSpPr>
        <p:spPr>
          <a:xfrm>
            <a:off x="7607808" y="1554480"/>
            <a:ext cx="2898648" cy="237744"/>
          </a:xfrm>
          <a:prstGeom prst="rect">
            <a:avLst/>
          </a:prstGeom>
          <a:noFill/>
          <a:ln/>
        </p:spPr>
        <p:txBody>
          <a:bodyPr wrap="square" lIns="0" tIns="0" rIns="0" bIns="0" rtlCol="0" anchor="ctr"/>
          <a:lstStyle/>
          <a:p>
            <a:pPr marL="0" indent="0">
              <a:buNone/>
            </a:pPr>
            <a:r>
              <a:rPr lang="en-US" sz="1200" b="1" dirty="0">
                <a:solidFill>
                  <a:srgbClr val="E6EDF3"/>
                </a:solidFill>
              </a:rPr>
              <a:t>Weka note</a:t>
            </a:r>
            <a:endParaRPr lang="en-US" sz="1200" dirty="0"/>
          </a:p>
        </p:txBody>
      </p:sp>
      <p:sp>
        <p:nvSpPr>
          <p:cNvPr id="11" name="Text 9"/>
          <p:cNvSpPr/>
          <p:nvPr/>
        </p:nvSpPr>
        <p:spPr>
          <a:xfrm>
            <a:off x="7607808" y="1892808"/>
            <a:ext cx="2898648" cy="384048"/>
          </a:xfrm>
          <a:prstGeom prst="rect">
            <a:avLst/>
          </a:prstGeom>
          <a:noFill/>
          <a:ln/>
        </p:spPr>
        <p:txBody>
          <a:bodyPr wrap="square" lIns="0" tIns="0" rIns="0" bIns="0" rtlCol="0" anchor="t">
            <a:normAutofit/>
          </a:bodyPr>
          <a:lstStyle/>
          <a:p>
            <a:pPr marL="0" indent="0">
              <a:buNone/>
            </a:pPr>
            <a:r>
              <a:rPr lang="en-US" sz="1030" dirty="0">
                <a:solidFill>
                  <a:srgbClr val="8B949E"/>
                </a:solidFill>
              </a:rPr>
              <a:t>Disabled by default on Java 21; fallback k-NN is used unless Weka is explicitly enabled.</a:t>
            </a:r>
            <a:endParaRPr lang="en-US" sz="1030" dirty="0"/>
          </a:p>
        </p:txBody>
      </p:sp>
      <p:sp>
        <p:nvSpPr>
          <p:cNvPr id="12" name="Shape 10"/>
          <p:cNvSpPr/>
          <p:nvPr/>
        </p:nvSpPr>
        <p:spPr>
          <a:xfrm>
            <a:off x="7406640" y="2697480"/>
            <a:ext cx="3246120" cy="1024128"/>
          </a:xfrm>
          <a:prstGeom prst="roundRect">
            <a:avLst>
              <a:gd name="adj" fmla="val 7143"/>
            </a:avLst>
          </a:prstGeom>
          <a:solidFill>
            <a:srgbClr val="1C2230"/>
          </a:solidFill>
          <a:ln w="12700">
            <a:solidFill>
              <a:srgbClr val="30363D"/>
            </a:solidFill>
            <a:prstDash val="solid"/>
          </a:ln>
        </p:spPr>
        <p:txBody>
          <a:bodyPr/>
          <a:lstStyle/>
          <a:p>
            <a:endParaRPr lang="en-ZA"/>
          </a:p>
        </p:txBody>
      </p:sp>
      <p:sp>
        <p:nvSpPr>
          <p:cNvPr id="13" name="Shape 11"/>
          <p:cNvSpPr/>
          <p:nvPr/>
        </p:nvSpPr>
        <p:spPr>
          <a:xfrm>
            <a:off x="7406640" y="2697480"/>
            <a:ext cx="64008" cy="1024128"/>
          </a:xfrm>
          <a:prstGeom prst="rect">
            <a:avLst/>
          </a:prstGeom>
          <a:solidFill>
            <a:srgbClr val="38BDF8"/>
          </a:solidFill>
          <a:ln w="12700">
            <a:solidFill>
              <a:srgbClr val="38BDF8"/>
            </a:solidFill>
            <a:prstDash val="solid"/>
          </a:ln>
        </p:spPr>
        <p:txBody>
          <a:bodyPr/>
          <a:lstStyle/>
          <a:p>
            <a:endParaRPr lang="en-ZA"/>
          </a:p>
        </p:txBody>
      </p:sp>
      <p:sp>
        <p:nvSpPr>
          <p:cNvPr id="14" name="Text 12"/>
          <p:cNvSpPr/>
          <p:nvPr/>
        </p:nvSpPr>
        <p:spPr>
          <a:xfrm>
            <a:off x="7607808" y="2862072"/>
            <a:ext cx="2898648" cy="237744"/>
          </a:xfrm>
          <a:prstGeom prst="rect">
            <a:avLst/>
          </a:prstGeom>
          <a:noFill/>
          <a:ln/>
        </p:spPr>
        <p:txBody>
          <a:bodyPr wrap="square" lIns="0" tIns="0" rIns="0" bIns="0" rtlCol="0" anchor="ctr"/>
          <a:lstStyle/>
          <a:p>
            <a:pPr marL="0" indent="0">
              <a:buNone/>
            </a:pPr>
            <a:r>
              <a:rPr lang="en-US" sz="1200" b="1" dirty="0">
                <a:solidFill>
                  <a:srgbClr val="E6EDF3"/>
                </a:solidFill>
              </a:rPr>
              <a:t>Large image note</a:t>
            </a:r>
            <a:endParaRPr lang="en-US" sz="1200" dirty="0"/>
          </a:p>
        </p:txBody>
      </p:sp>
      <p:sp>
        <p:nvSpPr>
          <p:cNvPr id="15" name="Text 13"/>
          <p:cNvSpPr/>
          <p:nvPr/>
        </p:nvSpPr>
        <p:spPr>
          <a:xfrm>
            <a:off x="7607808" y="3200400"/>
            <a:ext cx="2898648" cy="384048"/>
          </a:xfrm>
          <a:prstGeom prst="rect">
            <a:avLst/>
          </a:prstGeom>
          <a:noFill/>
          <a:ln/>
        </p:spPr>
        <p:txBody>
          <a:bodyPr wrap="square" lIns="0" tIns="0" rIns="0" bIns="0" rtlCol="0" anchor="t">
            <a:normAutofit/>
          </a:bodyPr>
          <a:lstStyle/>
          <a:p>
            <a:pPr marL="0" indent="0">
              <a:buNone/>
            </a:pPr>
            <a:r>
              <a:rPr lang="en-US" sz="1030" dirty="0">
                <a:solidFill>
                  <a:srgbClr val="8B949E"/>
                </a:solidFill>
              </a:rPr>
              <a:t>Images are downscaled and grid cells are capped to prevent heap crashes.</a:t>
            </a:r>
            <a:endParaRPr lang="en-US" sz="1030" dirty="0"/>
          </a:p>
        </p:txBody>
      </p:sp>
      <p:sp>
        <p:nvSpPr>
          <p:cNvPr id="16" name="Shape 14"/>
          <p:cNvSpPr/>
          <p:nvPr/>
        </p:nvSpPr>
        <p:spPr>
          <a:xfrm>
            <a:off x="7406640" y="4005072"/>
            <a:ext cx="3246120" cy="1024128"/>
          </a:xfrm>
          <a:prstGeom prst="roundRect">
            <a:avLst>
              <a:gd name="adj" fmla="val 7143"/>
            </a:avLst>
          </a:prstGeom>
          <a:solidFill>
            <a:srgbClr val="1C2230"/>
          </a:solidFill>
          <a:ln w="12700">
            <a:solidFill>
              <a:srgbClr val="30363D"/>
            </a:solidFill>
            <a:prstDash val="solid"/>
          </a:ln>
        </p:spPr>
        <p:txBody>
          <a:bodyPr/>
          <a:lstStyle/>
          <a:p>
            <a:endParaRPr lang="en-ZA"/>
          </a:p>
        </p:txBody>
      </p:sp>
      <p:sp>
        <p:nvSpPr>
          <p:cNvPr id="17" name="Shape 15"/>
          <p:cNvSpPr/>
          <p:nvPr/>
        </p:nvSpPr>
        <p:spPr>
          <a:xfrm>
            <a:off x="7406640" y="4005072"/>
            <a:ext cx="64008" cy="1024128"/>
          </a:xfrm>
          <a:prstGeom prst="rect">
            <a:avLst/>
          </a:prstGeom>
          <a:solidFill>
            <a:srgbClr val="3FB950"/>
          </a:solidFill>
          <a:ln w="12700">
            <a:solidFill>
              <a:srgbClr val="3FB950"/>
            </a:solidFill>
            <a:prstDash val="solid"/>
          </a:ln>
        </p:spPr>
        <p:txBody>
          <a:bodyPr/>
          <a:lstStyle/>
          <a:p>
            <a:endParaRPr lang="en-ZA"/>
          </a:p>
        </p:txBody>
      </p:sp>
      <p:sp>
        <p:nvSpPr>
          <p:cNvPr id="18" name="Text 16"/>
          <p:cNvSpPr/>
          <p:nvPr/>
        </p:nvSpPr>
        <p:spPr>
          <a:xfrm>
            <a:off x="7607808" y="4169664"/>
            <a:ext cx="2898648" cy="237744"/>
          </a:xfrm>
          <a:prstGeom prst="rect">
            <a:avLst/>
          </a:prstGeom>
          <a:noFill/>
          <a:ln/>
        </p:spPr>
        <p:txBody>
          <a:bodyPr wrap="square" lIns="0" tIns="0" rIns="0" bIns="0" rtlCol="0" anchor="ctr"/>
          <a:lstStyle/>
          <a:p>
            <a:pPr marL="0" indent="0">
              <a:buNone/>
            </a:pPr>
            <a:r>
              <a:rPr lang="en-US" sz="1200" b="1" dirty="0">
                <a:solidFill>
                  <a:srgbClr val="E6EDF3"/>
                </a:solidFill>
              </a:rPr>
              <a:t>Settings note</a:t>
            </a:r>
            <a:endParaRPr lang="en-US" sz="1200" dirty="0"/>
          </a:p>
        </p:txBody>
      </p:sp>
      <p:sp>
        <p:nvSpPr>
          <p:cNvPr id="19" name="Text 17"/>
          <p:cNvSpPr/>
          <p:nvPr/>
        </p:nvSpPr>
        <p:spPr>
          <a:xfrm>
            <a:off x="7607808" y="4507992"/>
            <a:ext cx="2898648" cy="384048"/>
          </a:xfrm>
          <a:prstGeom prst="rect">
            <a:avLst/>
          </a:prstGeom>
          <a:noFill/>
          <a:ln/>
        </p:spPr>
        <p:txBody>
          <a:bodyPr wrap="square" lIns="0" tIns="0" rIns="0" bIns="0" rtlCol="0" anchor="t">
            <a:normAutofit/>
          </a:bodyPr>
          <a:lstStyle/>
          <a:p>
            <a:pPr marL="0" indent="0">
              <a:buNone/>
            </a:pPr>
            <a:r>
              <a:rPr lang="en-US" sz="1030" dirty="0">
                <a:solidFill>
                  <a:srgbClr val="8B949E"/>
                </a:solidFill>
              </a:rPr>
              <a:t>Block size and K apply after clicking Apply to Current Map.</a:t>
            </a:r>
            <a:endParaRPr lang="en-US" sz="1030" dirty="0"/>
          </a:p>
        </p:txBody>
      </p:sp>
      <p:sp>
        <p:nvSpPr>
          <p:cNvPr id="20" name="Text 18"/>
          <p:cNvSpPr/>
          <p:nvPr/>
        </p:nvSpPr>
        <p:spPr>
          <a:xfrm>
            <a:off x="713232" y="5715000"/>
            <a:ext cx="10607040" cy="384048"/>
          </a:xfrm>
          <a:prstGeom prst="rect">
            <a:avLst/>
          </a:prstGeom>
          <a:noFill/>
          <a:ln/>
        </p:spPr>
        <p:txBody>
          <a:bodyPr wrap="square" lIns="0" tIns="0" rIns="0" bIns="0" rtlCol="0" anchor="ctr">
            <a:normAutofit fontScale="92500" lnSpcReduction="20000"/>
          </a:bodyPr>
          <a:lstStyle/>
          <a:p>
            <a:pPr marL="0" indent="0">
              <a:buNone/>
            </a:pPr>
            <a:r>
              <a:rPr lang="en-US" sz="1550" b="1" dirty="0">
                <a:solidFill>
                  <a:srgbClr val="E6EDF3"/>
                </a:solidFill>
              </a:rPr>
              <a:t>Final takeaway: the project demonstrates graph construction, custom data structures, downstream classification, similarity detection, and multiple pathfinding algorithms in one usable JavaFX tool.</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TotalTime>
  <Words>1323</Words>
  <Application>Microsoft Office PowerPoint</Application>
  <PresentationFormat>Widescreen</PresentationFormat>
  <Paragraphs>208</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Mini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 Route Finder</dc:title>
  <dc:subject>JavaFX graph-based map classification and pathfinding</dc:subject>
  <dc:creator>Graph Route Finder Project</dc:creator>
  <cp:lastModifiedBy>Joshua Masunda</cp:lastModifiedBy>
  <cp:revision>2</cp:revision>
  <dcterms:created xsi:type="dcterms:W3CDTF">2026-05-07T20:55:03Z</dcterms:created>
  <dcterms:modified xsi:type="dcterms:W3CDTF">2026-05-08T02:16:36Z</dcterms:modified>
</cp:coreProperties>
</file>